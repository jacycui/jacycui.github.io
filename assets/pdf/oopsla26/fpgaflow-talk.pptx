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18.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79" r:id="rId7"/>
    <p:sldId id="284" r:id="rId8"/>
    <p:sldId id="261" r:id="rId9"/>
    <p:sldId id="285" r:id="rId10"/>
    <p:sldId id="262" r:id="rId11"/>
    <p:sldId id="286" r:id="rId12"/>
    <p:sldId id="263" r:id="rId13"/>
    <p:sldId id="269" r:id="rId14"/>
    <p:sldId id="270" r:id="rId15"/>
    <p:sldId id="271" r:id="rId16"/>
    <p:sldId id="272" r:id="rId17"/>
    <p:sldId id="273" r:id="rId18"/>
    <p:sldId id="275" r:id="rId19"/>
    <p:sldId id="274" r:id="rId20"/>
    <p:sldId id="278" r:id="rId21"/>
    <p:sldId id="265" r:id="rId22"/>
    <p:sldId id="276" r:id="rId23"/>
    <p:sldId id="277" r:id="rId24"/>
    <p:sldId id="266" r:id="rId25"/>
    <p:sldId id="280" r:id="rId26"/>
    <p:sldId id="281" r:id="rId27"/>
    <p:sldId id="282" r:id="rId28"/>
    <p:sldId id="283" r:id="rId29"/>
  </p:sldIdLst>
  <p:sldSz cx="12192000" cy="6858000"/>
  <p:notesSz cx="6858000" cy="9144000"/>
  <p:embeddedFontLst>
    <p:embeddedFont>
      <p:font typeface="等线" panose="02010600030101010101" pitchFamily="2" charset="-122"/>
      <p:regular r:id="rId31"/>
      <p:bold r:id="rId32"/>
    </p:embeddedFont>
    <p:embeddedFont>
      <p:font typeface="Cambria Math" panose="02040503050406030204" pitchFamily="18" charset="0"/>
      <p:regular r:id="rId33"/>
    </p:embeddedFont>
    <p:embeddedFont>
      <p:font typeface="Candara" panose="020E0502030303020204" pitchFamily="34" charset="0"/>
      <p:regular r:id="rId34"/>
      <p:bold r:id="rId35"/>
      <p:italic r:id="rId36"/>
      <p:boldItalic r:id="rId37"/>
    </p:embeddedFont>
    <p:embeddedFont>
      <p:font typeface="Consolas" panose="020B0609020204030204" pitchFamily="49" charset="0"/>
      <p:regular r:id="rId38"/>
      <p:bold r:id="rId39"/>
      <p:italic r:id="rId40"/>
      <p:boldItalic r:id="rId41"/>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FFEA"/>
    <a:srgbClr val="E6F4FF"/>
    <a:srgbClr val="DEEBF7"/>
    <a:srgbClr val="FFEE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780"/>
    <p:restoredTop sz="78988"/>
  </p:normalViewPr>
  <p:slideViewPr>
    <p:cSldViewPr snapToGrid="0" snapToObjects="1">
      <p:cViewPr varScale="1">
        <p:scale>
          <a:sx n="95" d="100"/>
          <a:sy n="95" d="100"/>
        </p:scale>
        <p:origin x="208"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30B445-60DA-894E-87AD-F76FCCEAC155}" type="datetimeFigureOut">
              <a:rPr kumimoji="1" lang="zh-CN" altLang="en-US" smtClean="0"/>
              <a:t>2026/10/6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E0ED5E-026E-BD47-AE1D-857C5CDB3ADE}" type="slidenum">
              <a:rPr kumimoji="1" lang="zh-CN" altLang="en-US" smtClean="0"/>
              <a:t>‹#›</a:t>
            </a:fld>
            <a:endParaRPr kumimoji="1" lang="zh-CN" altLang="en-US"/>
          </a:p>
        </p:txBody>
      </p:sp>
    </p:spTree>
    <p:extLst>
      <p:ext uri="{BB962C8B-B14F-4D97-AF65-F5344CB8AC3E}">
        <p14:creationId xmlns:p14="http://schemas.microsoft.com/office/powerpoint/2010/main" val="899963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Hello, everyone. My name is </a:t>
            </a:r>
            <a:r>
              <a:rPr lang="en-US" altLang="zh-CN" dirty="0" err="1"/>
              <a:t>Jiacai</a:t>
            </a:r>
            <a:r>
              <a:rPr lang="en-US" altLang="zh-CN" dirty="0"/>
              <a:t> Cui.</a:t>
            </a:r>
          </a:p>
          <a:p>
            <a:r>
              <a:rPr lang="en-US" altLang="zh-CN" dirty="0"/>
              <a:t>I am a third-year Ph.D. student at Nanjing University, advised by Yue Li, who co-runs the PASCAL Research Group with Tian Tan.</a:t>
            </a:r>
          </a:p>
          <a:p>
            <a:r>
              <a:rPr lang="en-US" altLang="zh-CN" dirty="0"/>
              <a:t>Today, I will talk about our paper titled “When FPGA Meets Dataflow Analysis: An Explorative Step.”</a:t>
            </a:r>
          </a:p>
          <a:p>
            <a:r>
              <a:rPr lang="en-US" altLang="zh-CN" dirty="0"/>
              <a:t>Let’s first have a recap of (-) dataflow analysis.</a:t>
            </a:r>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1</a:t>
            </a:fld>
            <a:endParaRPr kumimoji="1" lang="zh-CN" altLang="en-US"/>
          </a:p>
        </p:txBody>
      </p:sp>
    </p:spTree>
    <p:extLst>
      <p:ext uri="{BB962C8B-B14F-4D97-AF65-F5344CB8AC3E}">
        <p14:creationId xmlns:p14="http://schemas.microsoft.com/office/powerpoint/2010/main" val="415932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Dataflow analysis is about (-) propagating information along a program’s control-flow graph to determine the data fact at each program point.</a:t>
            </a:r>
          </a:p>
          <a:p>
            <a:r>
              <a:rPr lang="en-US" altLang="zh-CN" dirty="0"/>
              <a:t>&gt;</a:t>
            </a:r>
          </a:p>
          <a:p>
            <a:r>
              <a:rPr lang="en-US" altLang="zh-CN" dirty="0"/>
              <a:t>For example, (-) here is the control-flow graph of a simple sequential program, where the blue dots denote program points and the green sets next to them are data facts.</a:t>
            </a:r>
          </a:p>
          <a:p>
            <a:r>
              <a:rPr lang="en-US" altLang="zh-CN" dirty="0"/>
              <a:t>&gt;</a:t>
            </a:r>
          </a:p>
          <a:p>
            <a:r>
              <a:rPr lang="en-US" altLang="zh-CN" dirty="0"/>
              <a:t>Dataflow analysis is (-) fundamental for revealing general-purpose program information like live variables, reaching definitions, and available expressions.</a:t>
            </a:r>
          </a:p>
          <a:p>
            <a:r>
              <a:rPr lang="en-US" altLang="zh-CN" dirty="0"/>
              <a:t>&gt;</a:t>
            </a:r>
          </a:p>
          <a:p>
            <a:r>
              <a:rPr lang="en-US" altLang="zh-CN" dirty="0"/>
              <a:t>For example, the data facts in the right case shows the live variables at each program point. They tell us which variables have values that will be used later.</a:t>
            </a:r>
          </a:p>
          <a:p>
            <a:r>
              <a:rPr lang="en-US" altLang="zh-CN" dirty="0"/>
              <a:t>&gt;</a:t>
            </a:r>
          </a:p>
          <a:p>
            <a:r>
              <a:rPr lang="en-US" altLang="zh-CN" dirty="0"/>
              <a:t>This kind of fundamental information is (-) useful for many software engineering tasks, such as bug detection, security analysis, code optimization, and program understanding.</a:t>
            </a:r>
          </a:p>
          <a:p>
            <a:r>
              <a:rPr lang="en-US" altLang="zh-CN" dirty="0"/>
              <a:t>&gt;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For example, live variables can be used to optimize dead-code and register allocation, while reaching definitions can be used to detect use-before-initialization bugs.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&gt;</a:t>
            </a:r>
          </a:p>
          <a:p>
            <a:r>
              <a:rPr lang="en-US" altLang="zh-CN" dirty="0"/>
              <a:t>Due to its importance, there has been a lot of effort to</a:t>
            </a:r>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2</a:t>
            </a:fld>
            <a:endParaRPr kumimoji="1" lang="zh-CN" altLang="en-US"/>
          </a:p>
        </p:txBody>
      </p:sp>
    </p:spTree>
    <p:extLst>
      <p:ext uri="{BB962C8B-B14F-4D97-AF65-F5344CB8AC3E}">
        <p14:creationId xmlns:p14="http://schemas.microsoft.com/office/powerpoint/2010/main" val="3194172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accelerate dataflow analysis, (-) by leveraging many general-purpose computing platforms, such as CPUs, GPUs, and distributed systems.</a:t>
            </a:r>
          </a:p>
          <a:p>
            <a:r>
              <a:rPr kumimoji="1" lang="en-US" altLang="zh-CN" dirty="0"/>
              <a:t>&gt;</a:t>
            </a:r>
          </a:p>
          <a:p>
            <a:r>
              <a:rPr kumimoji="1" lang="en-US" altLang="zh-CN" dirty="0"/>
              <a:t>They follow a common paradigm (-) --- adapting analysis algorithms to hardware architectures.</a:t>
            </a:r>
          </a:p>
          <a:p>
            <a:r>
              <a:rPr lang="en-US" altLang="zh-CN" dirty="0"/>
              <a:t>&gt;</a:t>
            </a:r>
          </a:p>
          <a:p>
            <a:r>
              <a:rPr lang="en-US" altLang="zh-CN" dirty="0"/>
              <a:t>For example, they design specific (-) multi-core scheduling to better utilize modern CPUs,</a:t>
            </a:r>
          </a:p>
          <a:p>
            <a:r>
              <a:rPr lang="en-US" altLang="zh-CN" dirty="0"/>
              <a:t>&gt;</a:t>
            </a:r>
          </a:p>
          <a:p>
            <a:r>
              <a:rPr lang="en-US" altLang="zh-CN" dirty="0"/>
              <a:t>specific (-) SIMD or SIMT </a:t>
            </a:r>
            <a:r>
              <a:rPr kumimoji="1" lang="en-US" altLang="zh-CN" dirty="0">
                <a:solidFill>
                  <a:schemeClr val="accent2">
                    <a:lumMod val="75000"/>
                  </a:schemeClr>
                </a:solidFill>
                <a:latin typeface="Arial" panose="020B0604020202020204" pitchFamily="34" charset="0"/>
                <a:cs typeface="Arial" panose="020B0604020202020204" pitchFamily="34" charset="0"/>
              </a:rPr>
              <a:t>parallelism</a:t>
            </a:r>
            <a:r>
              <a:rPr lang="en-US" altLang="zh-CN" dirty="0"/>
              <a:t> to better utilize high-performance GPUs,</a:t>
            </a:r>
          </a:p>
          <a:p>
            <a:r>
              <a:rPr lang="en-US" altLang="zh-CN" dirty="0"/>
              <a:t>&gt;</a:t>
            </a:r>
          </a:p>
          <a:p>
            <a:r>
              <a:rPr lang="en-US" altLang="zh-CN" dirty="0"/>
              <a:t>or specific (-) workload partitioning and service communication to better leverage the computing power of distributed systems.</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3</a:t>
            </a:fld>
            <a:endParaRPr kumimoji="1" lang="zh-CN" altLang="en-US"/>
          </a:p>
        </p:txBody>
      </p:sp>
    </p:spTree>
    <p:extLst>
      <p:ext uri="{BB962C8B-B14F-4D97-AF65-F5344CB8AC3E}">
        <p14:creationId xmlns:p14="http://schemas.microsoft.com/office/powerpoint/2010/main" val="1750761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With this software-to-hardware paradigm in mind, we started to wonder, out of pure research curiosity, that: (-) “What about the other way around?”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&gt;</a:t>
            </a:r>
          </a:p>
          <a:p>
            <a:r>
              <a:rPr lang="en-US" altLang="zh-CN" dirty="0"/>
              <a:t>What about (-) designing specialized hardware that directly accelerates dataflow analysis?</a:t>
            </a:r>
          </a:p>
          <a:p>
            <a:r>
              <a:rPr lang="en-US" altLang="zh-CN" dirty="0"/>
              <a:t>&gt;</a:t>
            </a:r>
          </a:p>
          <a:p>
            <a:r>
              <a:rPr lang="en-US" altLang="zh-CN" dirty="0"/>
              <a:t>This direction remains unexplored.</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4</a:t>
            </a:fld>
            <a:endParaRPr kumimoji="1" lang="zh-CN" altLang="en-US"/>
          </a:p>
        </p:txBody>
      </p:sp>
    </p:spTree>
    <p:extLst>
      <p:ext uri="{BB962C8B-B14F-4D97-AF65-F5344CB8AC3E}">
        <p14:creationId xmlns:p14="http://schemas.microsoft.com/office/powerpoint/2010/main" val="2365689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And this work takes an explorative step in this direction.</a:t>
            </a:r>
          </a:p>
          <a:p>
            <a:r>
              <a:rPr kumimoji="1" lang="en-US" altLang="zh-CN" dirty="0"/>
              <a:t>&gt;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As a starting point, we make a few choices (-) to make life easier.</a:t>
            </a:r>
          </a:p>
          <a:p>
            <a:r>
              <a:rPr kumimoji="1" lang="en-US" altLang="zh-CN" dirty="0"/>
              <a:t>&gt;</a:t>
            </a:r>
          </a:p>
          <a:p>
            <a:r>
              <a:rPr lang="en-US" altLang="zh-CN" dirty="0"/>
              <a:t>(-) We choose an FPGA for rapidly prototyping the specialized hardware, as it’s too expensive to tape out an ASIC.</a:t>
            </a:r>
          </a:p>
          <a:p>
            <a:r>
              <a:rPr lang="en-US" altLang="zh-CN" dirty="0"/>
              <a:t>&gt;</a:t>
            </a:r>
          </a:p>
          <a:p>
            <a:r>
              <a:rPr lang="en-US" altLang="zh-CN" dirty="0"/>
              <a:t>(-) And we start with set-based intra-procedural dataflow analysis, because the set-based, also known as bit-vector based, formulation has a good distributivity property to leverage, while the intra-procedural setting is easier to implement and already widely used.</a:t>
            </a:r>
          </a:p>
          <a:p>
            <a:endParaRPr kumimoji="1" lang="zh-CN" altLang="en-US"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5</a:t>
            </a:fld>
            <a:endParaRPr kumimoji="1" lang="zh-CN" altLang="en-US"/>
          </a:p>
        </p:txBody>
      </p:sp>
    </p:spTree>
    <p:extLst>
      <p:ext uri="{BB962C8B-B14F-4D97-AF65-F5344CB8AC3E}">
        <p14:creationId xmlns:p14="http://schemas.microsoft.com/office/powerpoint/2010/main" val="305863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present our exploration more intuitively, </a:t>
            </a:r>
          </a:p>
          <a:p>
            <a:r>
              <a:rPr lang="en-US" altLang="zh-CN" dirty="0"/>
              <a:t>&gt;</a:t>
            </a:r>
          </a:p>
          <a:p>
            <a:r>
              <a:rPr lang="en-US" altLang="zh-CN" dirty="0"/>
              <a:t>(-) I’ll first introduce a straightforward initial try, then </a:t>
            </a:r>
          </a:p>
          <a:p>
            <a:r>
              <a:rPr lang="en-US" altLang="zh-CN" dirty="0"/>
              <a:t>&gt;</a:t>
            </a:r>
          </a:p>
          <a:p>
            <a:r>
              <a:rPr lang="en-US" altLang="zh-CN" dirty="0"/>
              <a:t>(-) the challenges revealed by this initial design, and finally </a:t>
            </a:r>
          </a:p>
          <a:p>
            <a:r>
              <a:rPr lang="en-US" altLang="zh-CN" dirty="0"/>
              <a:t>&gt;</a:t>
            </a:r>
          </a:p>
          <a:p>
            <a:r>
              <a:rPr lang="en-US" altLang="zh-CN" dirty="0"/>
              <a:t>(-) how we overcome these challenges and achieve our final design.</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6</a:t>
            </a:fld>
            <a:endParaRPr kumimoji="1" lang="zh-CN" altLang="en-US"/>
          </a:p>
        </p:txBody>
      </p:sp>
    </p:spTree>
    <p:extLst>
      <p:ext uri="{BB962C8B-B14F-4D97-AF65-F5344CB8AC3E}">
        <p14:creationId xmlns:p14="http://schemas.microsoft.com/office/powerpoint/2010/main" val="1131433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Let’s start with an initial try.</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7</a:t>
            </a:fld>
            <a:endParaRPr kumimoji="1" lang="zh-CN" altLang="en-US"/>
          </a:p>
        </p:txBody>
      </p:sp>
    </p:spTree>
    <p:extLst>
      <p:ext uri="{BB962C8B-B14F-4D97-AF65-F5344CB8AC3E}">
        <p14:creationId xmlns:p14="http://schemas.microsoft.com/office/powerpoint/2010/main" val="1630570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is a classic worklist algorithm for dataflow analysis that you can find in almost every compiler textbook.</a:t>
            </a:r>
          </a:p>
          <a:p>
            <a:r>
              <a:rPr lang="en-US" altLang="zh-CN" dirty="0"/>
              <a:t>&gt;</a:t>
            </a:r>
          </a:p>
          <a:p>
            <a:r>
              <a:rPr lang="en-US" altLang="zh-CN" dirty="0"/>
              <a:t>It basically computes the fixed point of the transfer functions shown in lines 4 and 5, which compute the dataflow facts, IN and OUT, associated with the program points before and after each CFG node.</a:t>
            </a:r>
          </a:p>
          <a:p>
            <a:r>
              <a:rPr lang="en-US" altLang="zh-CN" dirty="0"/>
              <a:t>&gt;</a:t>
            </a:r>
          </a:p>
          <a:p>
            <a:r>
              <a:rPr lang="en-US" altLang="zh-CN" dirty="0"/>
              <a:t>Our initial try at turning this into a hardware accelerator is very straightforward: (-) simply rewrite the algorithm using an HDL such as Verilog.</a:t>
            </a:r>
          </a:p>
          <a:p>
            <a:r>
              <a:rPr lang="en-US" altLang="zh-CN" dirty="0"/>
              <a:t>&gt;</a:t>
            </a:r>
          </a:p>
          <a:p>
            <a:r>
              <a:rPr lang="en-US" altLang="zh-CN" dirty="0"/>
              <a:t>More specifically, we (-) store the program data required for the analysis in high-speed on-chip memory, which is a BRAM here, and design hardware units (-) that directly correspond to the algorithmic steps on the left.</a:t>
            </a:r>
          </a:p>
          <a:p>
            <a:r>
              <a:rPr lang="en-US" altLang="zh-CN" dirty="0"/>
              <a:t>&gt;</a:t>
            </a:r>
          </a:p>
          <a:p>
            <a:r>
              <a:rPr lang="en-US" altLang="zh-CN" dirty="0"/>
              <a:t>For the sake of time, I’ll skip the details of these units here, as they are actually quite straightforward.</a:t>
            </a:r>
          </a:p>
          <a:p>
            <a:r>
              <a:rPr lang="en-US" altLang="zh-CN" dirty="0"/>
              <a:t>&gt;</a:t>
            </a:r>
          </a:p>
          <a:p>
            <a:r>
              <a:rPr lang="en-US" altLang="zh-CN" dirty="0"/>
              <a:t>This design makes intuitive sense, but when we experimented with it,</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8</a:t>
            </a:fld>
            <a:endParaRPr kumimoji="1" lang="zh-CN" altLang="en-US"/>
          </a:p>
        </p:txBody>
      </p:sp>
    </p:spTree>
    <p:extLst>
      <p:ext uri="{BB962C8B-B14F-4D97-AF65-F5344CB8AC3E}">
        <p14:creationId xmlns:p14="http://schemas.microsoft.com/office/powerpoint/2010/main" val="36190955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observed two challenges.</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9</a:t>
            </a:fld>
            <a:endParaRPr kumimoji="1" lang="zh-CN" altLang="en-US"/>
          </a:p>
        </p:txBody>
      </p:sp>
    </p:spTree>
    <p:extLst>
      <p:ext uri="{BB962C8B-B14F-4D97-AF65-F5344CB8AC3E}">
        <p14:creationId xmlns:p14="http://schemas.microsoft.com/office/powerpoint/2010/main" val="2629113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first challenge is (-) </a:t>
            </a:r>
            <a:r>
              <a:rPr lang="en-US" altLang="zh-CN" b="1" dirty="0"/>
              <a:t>spatial infeasibility</a:t>
            </a:r>
            <a:r>
              <a:rPr lang="en-US" altLang="zh-CN" dirty="0"/>
              <a:t>: the straightforward hardware design fails to analyze large procedures due to limited high-speed on-chip memory.</a:t>
            </a:r>
          </a:p>
          <a:p>
            <a:r>
              <a:rPr lang="en-US" altLang="zh-CN" dirty="0"/>
              <a:t>&gt;</a:t>
            </a:r>
          </a:p>
          <a:p>
            <a:r>
              <a:rPr lang="en-US" altLang="zh-CN" dirty="0"/>
              <a:t>To be specific, (-) let’s look at the internal structure of this BRAM in the initial try.</a:t>
            </a:r>
            <a:br>
              <a:rPr lang="en-US" altLang="zh-CN" dirty="0"/>
            </a:br>
            <a:r>
              <a:rPr lang="en-US" altLang="zh-CN" dirty="0"/>
              <a:t>(-) For each CFG node, we store its associated dataflow fact and other semantic information in the BRAM. These are all bit vectors.</a:t>
            </a:r>
          </a:p>
          <a:p>
            <a:r>
              <a:rPr lang="en-US" altLang="zh-CN" dirty="0"/>
              <a:t>&gt;</a:t>
            </a:r>
          </a:p>
          <a:p>
            <a:r>
              <a:rPr lang="en-US" altLang="zh-CN" dirty="0"/>
              <a:t>For example, if we’re analyzing reaching definitions, each bit in the </a:t>
            </a:r>
            <a:r>
              <a:rPr lang="en-US" altLang="zh-CN" dirty="0" err="1"/>
              <a:t>datafact</a:t>
            </a:r>
            <a:r>
              <a:rPr lang="en-US" altLang="zh-CN" dirty="0"/>
              <a:t> indicates whether a definition is reachable, so we need as many bits as the number of statements; if we’re analyzing live variables, each bit indicates whether a variable is live, so we need as many bits as the number of variables.</a:t>
            </a:r>
          </a:p>
          <a:p>
            <a:r>
              <a:rPr lang="en-US" altLang="zh-CN" dirty="0"/>
              <a:t>&gt;</a:t>
            </a:r>
          </a:p>
          <a:p>
            <a:r>
              <a:rPr lang="en-US" altLang="zh-CN" dirty="0"/>
              <a:t>Therefore, (-) the length of these bit vectors is in proportion to the number of CFG nodes, also the size of the procedure.</a:t>
            </a:r>
          </a:p>
          <a:p>
            <a:r>
              <a:rPr lang="en-US" altLang="zh-CN" dirty="0"/>
              <a:t>In summary, the space complexity of the straightforward design grows (-) quadratically with the procedure size, quickly exhausting the FPGA’s limited high-speed on-chip memory when analyzing large procedures.</a:t>
            </a:r>
          </a:p>
          <a:p>
            <a:r>
              <a:rPr lang="en-US" altLang="zh-CN" dirty="0"/>
              <a:t>&gt;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 The second challenge is </a:t>
            </a:r>
            <a:r>
              <a:rPr lang="en-US" altLang="zh-CN" b="1" dirty="0"/>
              <a:t>temporal inefficiency</a:t>
            </a:r>
            <a:r>
              <a:rPr lang="en-US" altLang="zh-CN" dirty="0"/>
              <a:t>: the straightforward design fails to outperform high-end CPUs because of the FPGA’s lower clock frequency.</a:t>
            </a:r>
            <a:br>
              <a:rPr lang="en-US" altLang="zh-CN" dirty="0"/>
            </a:br>
            <a:r>
              <a:rPr lang="en-US" altLang="zh-CN" dirty="0"/>
              <a:t>The Xilinx FPGA we use for prototyping operates at the megahertz level, while an Intel CPU operates at the gigahertz level.</a:t>
            </a:r>
            <a:br>
              <a:rPr lang="en-US" altLang="zh-CN" dirty="0"/>
            </a:br>
            <a:r>
              <a:rPr lang="en-US" altLang="zh-CN" dirty="0"/>
              <a:t>So, the straightforward design is not enough to make a modest FPGA outperform a commercial CPU.</a:t>
            </a:r>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10</a:t>
            </a:fld>
            <a:endParaRPr kumimoji="1" lang="zh-CN" altLang="en-US"/>
          </a:p>
        </p:txBody>
      </p:sp>
    </p:spTree>
    <p:extLst>
      <p:ext uri="{BB962C8B-B14F-4D97-AF65-F5344CB8AC3E}">
        <p14:creationId xmlns:p14="http://schemas.microsoft.com/office/powerpoint/2010/main" val="38089894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Our final design overcomes these two challenges.</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11</a:t>
            </a:fld>
            <a:endParaRPr kumimoji="1" lang="zh-CN" altLang="en-US"/>
          </a:p>
        </p:txBody>
      </p:sp>
    </p:spTree>
    <p:extLst>
      <p:ext uri="{BB962C8B-B14F-4D97-AF65-F5344CB8AC3E}">
        <p14:creationId xmlns:p14="http://schemas.microsoft.com/office/powerpoint/2010/main" val="4739766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For the spatial infeasibility challenge, we overcome it by leveraging the distributivity of set-based dataflow analysis to divide and conquer the problem.</a:t>
            </a:r>
          </a:p>
          <a:p>
            <a:r>
              <a:rPr lang="en-US" altLang="zh-CN" dirty="0"/>
              <a:t>&gt;</a:t>
            </a:r>
          </a:p>
          <a:p>
            <a:r>
              <a:rPr lang="en-US" altLang="zh-CN" dirty="0"/>
              <a:t>This property, expressed by this formula, ensures that each bit in the resulting bit vector can be computed independently from the corresponding bits in the original bit vectors during the analysis.</a:t>
            </a:r>
          </a:p>
          <a:p>
            <a:r>
              <a:rPr lang="en-US" altLang="zh-CN" dirty="0"/>
              <a:t>This is a standard property of set-based, also known as bit-vector-based, dataflow analysis, so I won’t go into its theoretical details here.</a:t>
            </a:r>
          </a:p>
          <a:p>
            <a:r>
              <a:rPr lang="en-US" altLang="zh-CN" dirty="0"/>
              <a:t>&gt;</a:t>
            </a:r>
          </a:p>
          <a:p>
            <a:r>
              <a:rPr lang="en-US" altLang="zh-CN" dirty="0"/>
              <a:t>With this property, we can choose</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12</a:t>
            </a:fld>
            <a:endParaRPr kumimoji="1" lang="zh-CN" altLang="en-US"/>
          </a:p>
        </p:txBody>
      </p:sp>
    </p:spTree>
    <p:extLst>
      <p:ext uri="{BB962C8B-B14F-4D97-AF65-F5344CB8AC3E}">
        <p14:creationId xmlns:p14="http://schemas.microsoft.com/office/powerpoint/2010/main" val="38458460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fixed number as the subproblem size and iteratively solve each subproblem using only linear space.</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13</a:t>
            </a:fld>
            <a:endParaRPr kumimoji="1" lang="zh-CN" altLang="en-US"/>
          </a:p>
        </p:txBody>
      </p:sp>
    </p:spTree>
    <p:extLst>
      <p:ext uri="{BB962C8B-B14F-4D97-AF65-F5344CB8AC3E}">
        <p14:creationId xmlns:p14="http://schemas.microsoft.com/office/powerpoint/2010/main" val="3905379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fixed number as the subproblem size and iteratively solve each subproblem using only linear space.</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14</a:t>
            </a:fld>
            <a:endParaRPr kumimoji="1" lang="zh-CN" altLang="en-US"/>
          </a:p>
        </p:txBody>
      </p:sp>
    </p:spTree>
    <p:extLst>
      <p:ext uri="{BB962C8B-B14F-4D97-AF65-F5344CB8AC3E}">
        <p14:creationId xmlns:p14="http://schemas.microsoft.com/office/powerpoint/2010/main" val="9281962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fixed number as the subproblem size and iteratively solve each subproblem using only linear space.</a:t>
            </a:r>
          </a:p>
          <a:p>
            <a:r>
              <a:rPr lang="en-US" altLang="zh-CN" dirty="0"/>
              <a:t>&gt;</a:t>
            </a:r>
          </a:p>
          <a:p>
            <a:r>
              <a:rPr lang="en-US" altLang="zh-CN" dirty="0"/>
              <a:t>And of course, there’s no free lunch.</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15</a:t>
            </a:fld>
            <a:endParaRPr kumimoji="1" lang="zh-CN" altLang="en-US"/>
          </a:p>
        </p:txBody>
      </p:sp>
    </p:spTree>
    <p:extLst>
      <p:ext uri="{BB962C8B-B14F-4D97-AF65-F5344CB8AC3E}">
        <p14:creationId xmlns:p14="http://schemas.microsoft.com/office/powerpoint/2010/main" val="3370576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reduction in space comes at the cost of increased time, since we need to iteratively invoke the FPGA accelerator.</a:t>
            </a:r>
          </a:p>
          <a:p>
            <a:r>
              <a:rPr lang="en-US" altLang="zh-CN" dirty="0"/>
              <a:t>&gt;</a:t>
            </a:r>
          </a:p>
          <a:p>
            <a:r>
              <a:rPr lang="en-US" altLang="zh-CN" dirty="0"/>
              <a:t>But at least, we make it spatially feasible through this way.</a:t>
            </a:r>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16</a:t>
            </a:fld>
            <a:endParaRPr kumimoji="1" lang="zh-CN" altLang="en-US"/>
          </a:p>
        </p:txBody>
      </p:sp>
    </p:spTree>
    <p:extLst>
      <p:ext uri="{BB962C8B-B14F-4D97-AF65-F5344CB8AC3E}">
        <p14:creationId xmlns:p14="http://schemas.microsoft.com/office/powerpoint/2010/main" val="32115342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After overcoming the spatial infeasibility, we then improve temporal efficiency via hardware parallelism and arrive at our final design (-) like this.</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17</a:t>
            </a:fld>
            <a:endParaRPr kumimoji="1" lang="zh-CN" altLang="en-US"/>
          </a:p>
        </p:txBody>
      </p:sp>
    </p:spTree>
    <p:extLst>
      <p:ext uri="{BB962C8B-B14F-4D97-AF65-F5344CB8AC3E}">
        <p14:creationId xmlns:p14="http://schemas.microsoft.com/office/powerpoint/2010/main" val="8767774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the leveraged hardware parallelism techniques include</a:t>
            </a:r>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18</a:t>
            </a:fld>
            <a:endParaRPr kumimoji="1" lang="zh-CN" altLang="en-US"/>
          </a:p>
        </p:txBody>
      </p:sp>
    </p:spTree>
    <p:extLst>
      <p:ext uri="{BB962C8B-B14F-4D97-AF65-F5344CB8AC3E}">
        <p14:creationId xmlns:p14="http://schemas.microsoft.com/office/powerpoint/2010/main" val="29916261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pipelining with (-) data forwarding and (-) BRAM partitioning and replication.</a:t>
            </a:r>
          </a:p>
          <a:p>
            <a:r>
              <a:rPr lang="en-US" altLang="zh-CN" dirty="0"/>
              <a:t>&gt;</a:t>
            </a:r>
          </a:p>
          <a:p>
            <a:r>
              <a:rPr lang="en-US" altLang="zh-CN" dirty="0"/>
              <a:t>Due to the time limit, I’ll leave these hardware-specific techniques to the paper. They are actually quite common in hardware design.</a:t>
            </a:r>
          </a:p>
          <a:p>
            <a:r>
              <a:rPr lang="en-US" altLang="zh-CN" dirty="0"/>
              <a:t>&gt;</a:t>
            </a:r>
          </a:p>
          <a:p>
            <a:r>
              <a:rPr lang="en-US" altLang="zh-CN" dirty="0"/>
              <a:t>The main point to take away here is that it is the (-) switching to a new hardware-to-software paradigm that unlocks the potential of hardware-level optimizations for dataflow analysis.</a:t>
            </a:r>
          </a:p>
          <a:p>
            <a:r>
              <a:rPr lang="en-US" altLang="zh-CN" dirty="0"/>
              <a:t>&gt;</a:t>
            </a:r>
          </a:p>
          <a:p>
            <a:r>
              <a:rPr lang="en-US" altLang="zh-CN" dirty="0"/>
              <a:t>Our final design is named (-) </a:t>
            </a:r>
            <a:r>
              <a:rPr lang="en-US" altLang="zh-CN" dirty="0" err="1"/>
              <a:t>FPGAFlow</a:t>
            </a:r>
            <a:r>
              <a:rPr lang="en-US" altLang="zh-CN" dirty="0"/>
              <a:t>.</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19</a:t>
            </a:fld>
            <a:endParaRPr kumimoji="1" lang="zh-CN" altLang="en-US"/>
          </a:p>
        </p:txBody>
      </p:sp>
    </p:spTree>
    <p:extLst>
      <p:ext uri="{BB962C8B-B14F-4D97-AF65-F5344CB8AC3E}">
        <p14:creationId xmlns:p14="http://schemas.microsoft.com/office/powerpoint/2010/main" val="15442943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It is implemented on a Xilinx FPGA with a maximum clock frequency of 55 megahertz.</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20</a:t>
            </a:fld>
            <a:endParaRPr kumimoji="1" lang="zh-CN" altLang="en-US"/>
          </a:p>
        </p:txBody>
      </p:sp>
    </p:spTree>
    <p:extLst>
      <p:ext uri="{BB962C8B-B14F-4D97-AF65-F5344CB8AC3E}">
        <p14:creationId xmlns:p14="http://schemas.microsoft.com/office/powerpoint/2010/main" val="41113867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compare it with a state-of-the-art Java static analyzer, Tai-e, running on a server-grade Intel CPU with a maximum clock frequency of 3 gigahertz, to evaluate the potential of FPGA-accelerated dataflow analysis.</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21</a:t>
            </a:fld>
            <a:endParaRPr kumimoji="1" lang="zh-CN" altLang="en-US"/>
          </a:p>
        </p:txBody>
      </p:sp>
    </p:spTree>
    <p:extLst>
      <p:ext uri="{BB962C8B-B14F-4D97-AF65-F5344CB8AC3E}">
        <p14:creationId xmlns:p14="http://schemas.microsoft.com/office/powerpoint/2010/main" val="9209729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programs under analysis in our evaluation consist of many real-world Java projects, averaging tens of thousands of GitHub stars, and spanning diverse domains such as programming language implementations, distributed middleware, development tools, and business applications.</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22</a:t>
            </a:fld>
            <a:endParaRPr kumimoji="1" lang="zh-CN" altLang="en-US"/>
          </a:p>
        </p:txBody>
      </p:sp>
    </p:spTree>
    <p:extLst>
      <p:ext uri="{BB962C8B-B14F-4D97-AF65-F5344CB8AC3E}">
        <p14:creationId xmlns:p14="http://schemas.microsoft.com/office/powerpoint/2010/main" val="5698762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compare two representative dataflow analyses: live variables and reaching definitions.</a:t>
            </a:r>
          </a:p>
          <a:p>
            <a:r>
              <a:rPr lang="en-US" altLang="zh-CN" dirty="0"/>
              <a:t>&gt;</a:t>
            </a:r>
          </a:p>
          <a:p>
            <a:r>
              <a:rPr lang="en-US" altLang="zh-CN" dirty="0"/>
              <a:t>For correctness, (-) </a:t>
            </a:r>
            <a:r>
              <a:rPr lang="en-US" altLang="zh-CN" dirty="0" err="1"/>
              <a:t>FPGAFlow</a:t>
            </a:r>
            <a:r>
              <a:rPr lang="en-US" altLang="zh-CN" dirty="0"/>
              <a:t> produces exactly the same analysis results as Tai-e for both analyses, on those real-world projects, amounting to 75 billion bits of dataflow facts.</a:t>
            </a:r>
          </a:p>
          <a:p>
            <a:r>
              <a:rPr lang="en-US" altLang="zh-CN" dirty="0"/>
              <a:t>So we’re very confident in the correctness of </a:t>
            </a:r>
            <a:r>
              <a:rPr lang="en-US" altLang="zh-CN" dirty="0" err="1"/>
              <a:t>FPGAFlow</a:t>
            </a:r>
            <a:r>
              <a:rPr lang="en-US" altLang="zh-CN" dirty="0"/>
              <a:t>.</a:t>
            </a:r>
          </a:p>
          <a:p>
            <a:r>
              <a:rPr lang="en-US" altLang="zh-CN" dirty="0"/>
              <a:t>&gt;</a:t>
            </a:r>
          </a:p>
          <a:p>
            <a:r>
              <a:rPr lang="en-US" altLang="zh-CN" dirty="0"/>
              <a:t>For performance, (-) </a:t>
            </a:r>
            <a:r>
              <a:rPr lang="en-US" altLang="zh-CN" dirty="0" err="1"/>
              <a:t>FPGAFlow</a:t>
            </a:r>
            <a:r>
              <a:rPr lang="en-US" altLang="zh-CN" dirty="0"/>
              <a:t> running on a modest FPGA outperforms Tai-e running on a server-grade CPU, achieving an average speedup of 15 times for live variables and 12 times for reaching definitions over those real-world projects.</a:t>
            </a:r>
          </a:p>
          <a:p>
            <a:r>
              <a:rPr lang="en-US" altLang="zh-CN" dirty="0"/>
              <a:t>This showcases the acceleration potential of </a:t>
            </a:r>
            <a:r>
              <a:rPr lang="en-US" altLang="zh-CN" dirty="0" err="1"/>
              <a:t>FPGAFlow</a:t>
            </a:r>
            <a:r>
              <a:rPr lang="en-US" altLang="zh-CN" dirty="0"/>
              <a:t>.</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23</a:t>
            </a:fld>
            <a:endParaRPr kumimoji="1" lang="zh-CN" altLang="en-US"/>
          </a:p>
        </p:txBody>
      </p:sp>
    </p:spTree>
    <p:extLst>
      <p:ext uri="{BB962C8B-B14F-4D97-AF65-F5344CB8AC3E}">
        <p14:creationId xmlns:p14="http://schemas.microsoft.com/office/powerpoint/2010/main" val="39023220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conclusion, this work is about exploration and vision.</a:t>
            </a:r>
          </a:p>
          <a:p>
            <a:r>
              <a:rPr lang="en-US" altLang="zh-CN" dirty="0"/>
              <a:t>It explores (-) the first specialized hardware design for static analysis, starting with FPGA and dataflow analysis.</a:t>
            </a:r>
          </a:p>
          <a:p>
            <a:r>
              <a:rPr lang="en-US" altLang="zh-CN" dirty="0"/>
              <a:t>&gt;</a:t>
            </a:r>
          </a:p>
          <a:p>
            <a:r>
              <a:rPr lang="en-US" altLang="zh-CN" dirty="0"/>
              <a:t>We envision that, in the future, (-) developers could accelerate their static analyses simply by plugging an accelerator card into the host machine.</a:t>
            </a:r>
          </a:p>
          <a:p>
            <a:r>
              <a:rPr lang="en-US" altLang="zh-CN" dirty="0"/>
              <a:t>&gt;</a:t>
            </a:r>
          </a:p>
          <a:p>
            <a:r>
              <a:rPr lang="en-US" altLang="zh-CN" dirty="0"/>
              <a:t>The success of this paradigm has already been demonstrated in many other fields, such as graphics, deep learning, bioinformatics, and so on.</a:t>
            </a:r>
          </a:p>
          <a:p>
            <a:r>
              <a:rPr lang="en-US" altLang="zh-CN" dirty="0"/>
              <a:t>&gt;</a:t>
            </a:r>
          </a:p>
          <a:p>
            <a:r>
              <a:rPr lang="en-US" altLang="zh-CN" dirty="0"/>
              <a:t>We hope that in the future, such a paradigm could also make more sophisticated static analyses, such as context-sensitive analyses, practical for daily use.</a:t>
            </a:r>
          </a:p>
          <a:p>
            <a:endParaRPr lang="en-US" altLang="zh-CN" dirty="0"/>
          </a:p>
        </p:txBody>
      </p:sp>
      <p:sp>
        <p:nvSpPr>
          <p:cNvPr id="4" name="灯片编号占位符 3"/>
          <p:cNvSpPr>
            <a:spLocks noGrp="1"/>
          </p:cNvSpPr>
          <p:nvPr>
            <p:ph type="sldNum" sz="quarter" idx="5"/>
          </p:nvPr>
        </p:nvSpPr>
        <p:spPr/>
        <p:txBody>
          <a:bodyPr/>
          <a:lstStyle/>
          <a:p>
            <a:fld id="{27E0ED5E-026E-BD47-AE1D-857C5CDB3ADE}" type="slidenum">
              <a:rPr kumimoji="1" lang="zh-CN" altLang="en-US" smtClean="0"/>
              <a:t>24</a:t>
            </a:fld>
            <a:endParaRPr kumimoji="1" lang="zh-CN" altLang="en-US"/>
          </a:p>
        </p:txBody>
      </p:sp>
    </p:spTree>
    <p:extLst>
      <p:ext uri="{BB962C8B-B14F-4D97-AF65-F5344CB8AC3E}">
        <p14:creationId xmlns:p14="http://schemas.microsoft.com/office/powerpoint/2010/main" val="1221425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85AF5B-C50A-3E45-B164-04B76331B60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3B56308A-C86E-5642-AA18-A90E45A5468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566D222A-1DF8-E24C-8C61-A5DCE11FCC71}"/>
              </a:ext>
            </a:extLst>
          </p:cNvPr>
          <p:cNvSpPr>
            <a:spLocks noGrp="1"/>
          </p:cNvSpPr>
          <p:nvPr>
            <p:ph type="dt" sz="half" idx="10"/>
          </p:nvPr>
        </p:nvSpPr>
        <p:spPr/>
        <p:txBody>
          <a:bodyPr/>
          <a:lstStyle/>
          <a:p>
            <a:fld id="{BF39161C-CB18-4347-B7D5-4E4088A9D72B}" type="datetime1">
              <a:rPr kumimoji="1" lang="zh-CN" altLang="en-US" smtClean="0"/>
              <a:t>2026/10/6</a:t>
            </a:fld>
            <a:endParaRPr kumimoji="1" lang="zh-CN" altLang="en-US"/>
          </a:p>
        </p:txBody>
      </p:sp>
      <p:sp>
        <p:nvSpPr>
          <p:cNvPr id="5" name="页脚占位符 4">
            <a:extLst>
              <a:ext uri="{FF2B5EF4-FFF2-40B4-BE49-F238E27FC236}">
                <a16:creationId xmlns:a16="http://schemas.microsoft.com/office/drawing/2014/main" id="{8FD7DAC4-2A95-9A46-B9CC-AB618EC9AEA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1F686DF-C613-9C43-82CD-5F64CEE1C75F}"/>
              </a:ext>
            </a:extLst>
          </p:cNvPr>
          <p:cNvSpPr>
            <a:spLocks noGrp="1"/>
          </p:cNvSpPr>
          <p:nvPr>
            <p:ph type="sldNum" sz="quarter" idx="12"/>
          </p:nvPr>
        </p:nvSpPr>
        <p:spPr/>
        <p:txBody>
          <a:bodyPr/>
          <a:lstStyle/>
          <a:p>
            <a:fld id="{978860AA-0FA6-EE41-AD3E-89DCDAAFC63F}" type="slidenum">
              <a:rPr kumimoji="1" lang="zh-CN" altLang="en-US" smtClean="0"/>
              <a:t>‹#›</a:t>
            </a:fld>
            <a:endParaRPr kumimoji="1" lang="zh-CN" altLang="en-US"/>
          </a:p>
        </p:txBody>
      </p:sp>
    </p:spTree>
    <p:extLst>
      <p:ext uri="{BB962C8B-B14F-4D97-AF65-F5344CB8AC3E}">
        <p14:creationId xmlns:p14="http://schemas.microsoft.com/office/powerpoint/2010/main" val="776759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CB4D31-8D5F-1D4C-BBF9-A44DD41D27EA}"/>
              </a:ext>
            </a:extLst>
          </p:cNvPr>
          <p:cNvSpPr>
            <a:spLocks noGrp="1"/>
          </p:cNvSpPr>
          <p:nvPr>
            <p:ph type="title"/>
          </p:nvPr>
        </p:nvSpPr>
        <p:spPr>
          <a:xfrm>
            <a:off x="445168" y="365125"/>
            <a:ext cx="11297653" cy="875213"/>
          </a:xfrm>
          <a:prstGeom prst="rect">
            <a:avLst/>
          </a:prstGeom>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AABC51B-BA3A-0045-AD01-36FDFEA815F7}"/>
              </a:ext>
            </a:extLst>
          </p:cNvPr>
          <p:cNvSpPr>
            <a:spLocks noGrp="1"/>
          </p:cNvSpPr>
          <p:nvPr>
            <p:ph idx="1"/>
          </p:nvPr>
        </p:nvSpPr>
        <p:spPr>
          <a:xfrm>
            <a:off x="445168" y="1419726"/>
            <a:ext cx="11297653" cy="4757237"/>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60706CB-A041-EE4B-A908-EF7165FB14BF}"/>
              </a:ext>
            </a:extLst>
          </p:cNvPr>
          <p:cNvSpPr>
            <a:spLocks noGrp="1"/>
          </p:cNvSpPr>
          <p:nvPr>
            <p:ph type="dt" sz="half" idx="10"/>
          </p:nvPr>
        </p:nvSpPr>
        <p:spPr/>
        <p:txBody>
          <a:bodyPr/>
          <a:lstStyle/>
          <a:p>
            <a:fld id="{D7ADA9BC-F537-A445-9F73-54CF74011B7B}" type="datetime1">
              <a:rPr kumimoji="1" lang="zh-CN" altLang="en-US" smtClean="0"/>
              <a:t>2026/10/6</a:t>
            </a:fld>
            <a:endParaRPr kumimoji="1" lang="zh-CN" altLang="en-US"/>
          </a:p>
        </p:txBody>
      </p:sp>
      <p:sp>
        <p:nvSpPr>
          <p:cNvPr id="5" name="页脚占位符 4">
            <a:extLst>
              <a:ext uri="{FF2B5EF4-FFF2-40B4-BE49-F238E27FC236}">
                <a16:creationId xmlns:a16="http://schemas.microsoft.com/office/drawing/2014/main" id="{20D47BEF-6BCE-244D-AD0D-F33614084D3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2CE0D7B-73F5-5D4E-BBEB-C881B634E3E6}"/>
              </a:ext>
            </a:extLst>
          </p:cNvPr>
          <p:cNvSpPr>
            <a:spLocks noGrp="1"/>
          </p:cNvSpPr>
          <p:nvPr>
            <p:ph type="sldNum" sz="quarter" idx="12"/>
          </p:nvPr>
        </p:nvSpPr>
        <p:spPr/>
        <p:txBody>
          <a:bodyPr/>
          <a:lstStyle/>
          <a:p>
            <a:fld id="{978860AA-0FA6-EE41-AD3E-89DCDAAFC63F}" type="slidenum">
              <a:rPr kumimoji="1" lang="zh-CN" altLang="en-US" smtClean="0"/>
              <a:t>‹#›</a:t>
            </a:fld>
            <a:endParaRPr kumimoji="1" lang="zh-CN" altLang="en-US"/>
          </a:p>
        </p:txBody>
      </p:sp>
    </p:spTree>
    <p:extLst>
      <p:ext uri="{BB962C8B-B14F-4D97-AF65-F5344CB8AC3E}">
        <p14:creationId xmlns:p14="http://schemas.microsoft.com/office/powerpoint/2010/main" val="3487137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0FA431-8DC6-2A40-89E8-7D55F6119B2C}"/>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8034CB06-F2AD-064C-B09E-A0FC75791A14}"/>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7D543DBF-713B-5C4D-A4CE-1DA3FB5A3B40}"/>
              </a:ext>
            </a:extLst>
          </p:cNvPr>
          <p:cNvSpPr>
            <a:spLocks noGrp="1"/>
          </p:cNvSpPr>
          <p:nvPr>
            <p:ph type="dt" sz="half" idx="10"/>
          </p:nvPr>
        </p:nvSpPr>
        <p:spPr/>
        <p:txBody>
          <a:bodyPr/>
          <a:lstStyle/>
          <a:p>
            <a:fld id="{FB003924-AC75-D249-B031-E886AE802FFF}" type="datetime1">
              <a:rPr kumimoji="1" lang="zh-CN" altLang="en-US" smtClean="0"/>
              <a:t>2026/10/6</a:t>
            </a:fld>
            <a:endParaRPr kumimoji="1" lang="zh-CN" altLang="en-US"/>
          </a:p>
        </p:txBody>
      </p:sp>
      <p:sp>
        <p:nvSpPr>
          <p:cNvPr id="5" name="页脚占位符 4">
            <a:extLst>
              <a:ext uri="{FF2B5EF4-FFF2-40B4-BE49-F238E27FC236}">
                <a16:creationId xmlns:a16="http://schemas.microsoft.com/office/drawing/2014/main" id="{EC1E5503-F6CA-E145-8CE6-F3E4199DAF5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71F9F76-2F2D-1F4A-8DA6-AEF82C97780B}"/>
              </a:ext>
            </a:extLst>
          </p:cNvPr>
          <p:cNvSpPr>
            <a:spLocks noGrp="1"/>
          </p:cNvSpPr>
          <p:nvPr>
            <p:ph type="sldNum" sz="quarter" idx="12"/>
          </p:nvPr>
        </p:nvSpPr>
        <p:spPr/>
        <p:txBody>
          <a:bodyPr/>
          <a:lstStyle/>
          <a:p>
            <a:fld id="{978860AA-0FA6-EE41-AD3E-89DCDAAFC63F}" type="slidenum">
              <a:rPr kumimoji="1" lang="zh-CN" altLang="en-US" smtClean="0"/>
              <a:t>‹#›</a:t>
            </a:fld>
            <a:endParaRPr kumimoji="1" lang="zh-CN" altLang="en-US"/>
          </a:p>
        </p:txBody>
      </p:sp>
    </p:spTree>
    <p:extLst>
      <p:ext uri="{BB962C8B-B14F-4D97-AF65-F5344CB8AC3E}">
        <p14:creationId xmlns:p14="http://schemas.microsoft.com/office/powerpoint/2010/main" val="9988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FBE617-D151-6741-B0BE-F6AC33F3109E}"/>
              </a:ext>
            </a:extLst>
          </p:cNvPr>
          <p:cNvSpPr>
            <a:spLocks noGrp="1"/>
          </p:cNvSpPr>
          <p:nvPr>
            <p:ph type="title"/>
          </p:nvPr>
        </p:nvSpPr>
        <p:spPr>
          <a:xfrm>
            <a:off x="445168" y="365126"/>
            <a:ext cx="11297653" cy="693654"/>
          </a:xfrm>
          <a:prstGeom prst="rect">
            <a:avLst/>
          </a:prstGeom>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6DA4A34-4D2C-8F47-BDB3-07960951967B}"/>
              </a:ext>
            </a:extLst>
          </p:cNvPr>
          <p:cNvSpPr>
            <a:spLocks noGrp="1"/>
          </p:cNvSpPr>
          <p:nvPr>
            <p:ph sz="half" idx="1"/>
          </p:nvPr>
        </p:nvSpPr>
        <p:spPr>
          <a:xfrm>
            <a:off x="838200" y="1825625"/>
            <a:ext cx="5181600" cy="435133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C07068B4-EE05-C043-89F7-FFCE75AC9268}"/>
              </a:ext>
            </a:extLst>
          </p:cNvPr>
          <p:cNvSpPr>
            <a:spLocks noGrp="1"/>
          </p:cNvSpPr>
          <p:nvPr>
            <p:ph sz="half" idx="2"/>
          </p:nvPr>
        </p:nvSpPr>
        <p:spPr>
          <a:xfrm>
            <a:off x="6172200" y="1825625"/>
            <a:ext cx="5181600" cy="435133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B946C318-6CCB-BE4F-9DD3-C244AABED3C6}"/>
              </a:ext>
            </a:extLst>
          </p:cNvPr>
          <p:cNvSpPr>
            <a:spLocks noGrp="1"/>
          </p:cNvSpPr>
          <p:nvPr>
            <p:ph type="dt" sz="half" idx="10"/>
          </p:nvPr>
        </p:nvSpPr>
        <p:spPr/>
        <p:txBody>
          <a:bodyPr/>
          <a:lstStyle/>
          <a:p>
            <a:fld id="{861A35E0-1E91-944B-9761-B884668AD774}" type="datetime1">
              <a:rPr kumimoji="1" lang="zh-CN" altLang="en-US" smtClean="0"/>
              <a:t>2026/10/6</a:t>
            </a:fld>
            <a:endParaRPr kumimoji="1" lang="zh-CN" altLang="en-US"/>
          </a:p>
        </p:txBody>
      </p:sp>
      <p:sp>
        <p:nvSpPr>
          <p:cNvPr id="6" name="页脚占位符 5">
            <a:extLst>
              <a:ext uri="{FF2B5EF4-FFF2-40B4-BE49-F238E27FC236}">
                <a16:creationId xmlns:a16="http://schemas.microsoft.com/office/drawing/2014/main" id="{EAD4CA88-021C-0748-BCAE-9AE11ED51523}"/>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888BF57-382A-5546-B131-06E9BA805196}"/>
              </a:ext>
            </a:extLst>
          </p:cNvPr>
          <p:cNvSpPr>
            <a:spLocks noGrp="1"/>
          </p:cNvSpPr>
          <p:nvPr>
            <p:ph type="sldNum" sz="quarter" idx="12"/>
          </p:nvPr>
        </p:nvSpPr>
        <p:spPr/>
        <p:txBody>
          <a:bodyPr/>
          <a:lstStyle/>
          <a:p>
            <a:fld id="{978860AA-0FA6-EE41-AD3E-89DCDAAFC63F}" type="slidenum">
              <a:rPr kumimoji="1" lang="zh-CN" altLang="en-US" smtClean="0"/>
              <a:t>‹#›</a:t>
            </a:fld>
            <a:endParaRPr kumimoji="1" lang="zh-CN" altLang="en-US"/>
          </a:p>
        </p:txBody>
      </p:sp>
    </p:spTree>
    <p:extLst>
      <p:ext uri="{BB962C8B-B14F-4D97-AF65-F5344CB8AC3E}">
        <p14:creationId xmlns:p14="http://schemas.microsoft.com/office/powerpoint/2010/main" val="3131503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D9FFF0-55F0-6D45-B0B7-7D1F6C886ABB}"/>
              </a:ext>
            </a:extLst>
          </p:cNvPr>
          <p:cNvSpPr>
            <a:spLocks noGrp="1"/>
          </p:cNvSpPr>
          <p:nvPr>
            <p:ph type="title"/>
          </p:nvPr>
        </p:nvSpPr>
        <p:spPr>
          <a:xfrm>
            <a:off x="839788" y="365125"/>
            <a:ext cx="10515600" cy="1325563"/>
          </a:xfrm>
          <a:prstGeom prst="rect">
            <a:avLst/>
          </a:prstGeo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3074B1B0-70F1-4540-9220-39ED790C8440}"/>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E0363D6C-FA45-BA4C-B4AE-949C61322FC7}"/>
              </a:ext>
            </a:extLst>
          </p:cNvPr>
          <p:cNvSpPr>
            <a:spLocks noGrp="1"/>
          </p:cNvSpPr>
          <p:nvPr>
            <p:ph sz="half" idx="2"/>
          </p:nvPr>
        </p:nvSpPr>
        <p:spPr>
          <a:xfrm>
            <a:off x="839788" y="2505075"/>
            <a:ext cx="5157787" cy="368458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43AD5E4B-029A-3C44-9021-29235F64448C}"/>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B21AFE6A-D87B-734C-B476-02D40F439422}"/>
              </a:ext>
            </a:extLst>
          </p:cNvPr>
          <p:cNvSpPr>
            <a:spLocks noGrp="1"/>
          </p:cNvSpPr>
          <p:nvPr>
            <p:ph sz="quarter" idx="4"/>
          </p:nvPr>
        </p:nvSpPr>
        <p:spPr>
          <a:xfrm>
            <a:off x="6172200" y="2505075"/>
            <a:ext cx="5183188" cy="368458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8843637D-B020-594E-B60C-A0B56D36A0EA}"/>
              </a:ext>
            </a:extLst>
          </p:cNvPr>
          <p:cNvSpPr>
            <a:spLocks noGrp="1"/>
          </p:cNvSpPr>
          <p:nvPr>
            <p:ph type="dt" sz="half" idx="10"/>
          </p:nvPr>
        </p:nvSpPr>
        <p:spPr/>
        <p:txBody>
          <a:bodyPr/>
          <a:lstStyle/>
          <a:p>
            <a:fld id="{C5C51D86-B08A-6A43-859B-8A8053C43274}" type="datetime1">
              <a:rPr kumimoji="1" lang="zh-CN" altLang="en-US" smtClean="0"/>
              <a:t>2026/10/6</a:t>
            </a:fld>
            <a:endParaRPr kumimoji="1" lang="zh-CN" altLang="en-US"/>
          </a:p>
        </p:txBody>
      </p:sp>
      <p:sp>
        <p:nvSpPr>
          <p:cNvPr id="8" name="页脚占位符 7">
            <a:extLst>
              <a:ext uri="{FF2B5EF4-FFF2-40B4-BE49-F238E27FC236}">
                <a16:creationId xmlns:a16="http://schemas.microsoft.com/office/drawing/2014/main" id="{E94A4016-998D-5F4A-92B1-18FEE86973E4}"/>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6FAE83F7-FEEB-B941-8CAE-8651A7150B31}"/>
              </a:ext>
            </a:extLst>
          </p:cNvPr>
          <p:cNvSpPr>
            <a:spLocks noGrp="1"/>
          </p:cNvSpPr>
          <p:nvPr>
            <p:ph type="sldNum" sz="quarter" idx="12"/>
          </p:nvPr>
        </p:nvSpPr>
        <p:spPr/>
        <p:txBody>
          <a:bodyPr/>
          <a:lstStyle/>
          <a:p>
            <a:fld id="{978860AA-0FA6-EE41-AD3E-89DCDAAFC63F}" type="slidenum">
              <a:rPr kumimoji="1" lang="zh-CN" altLang="en-US" smtClean="0"/>
              <a:t>‹#›</a:t>
            </a:fld>
            <a:endParaRPr kumimoji="1" lang="zh-CN" altLang="en-US"/>
          </a:p>
        </p:txBody>
      </p:sp>
    </p:spTree>
    <p:extLst>
      <p:ext uri="{BB962C8B-B14F-4D97-AF65-F5344CB8AC3E}">
        <p14:creationId xmlns:p14="http://schemas.microsoft.com/office/powerpoint/2010/main" val="928776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CB8967-6D64-ED47-9498-062A339D6810}"/>
              </a:ext>
            </a:extLst>
          </p:cNvPr>
          <p:cNvSpPr>
            <a:spLocks noGrp="1"/>
          </p:cNvSpPr>
          <p:nvPr>
            <p:ph type="title"/>
          </p:nvPr>
        </p:nvSpPr>
        <p:spPr>
          <a:xfrm>
            <a:off x="445168" y="365126"/>
            <a:ext cx="11297653" cy="693654"/>
          </a:xfrm>
          <a:prstGeom prst="rect">
            <a:avLst/>
          </a:prstGeom>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7D4E5A84-325A-C343-9694-B544E9BE5DBA}"/>
              </a:ext>
            </a:extLst>
          </p:cNvPr>
          <p:cNvSpPr>
            <a:spLocks noGrp="1"/>
          </p:cNvSpPr>
          <p:nvPr>
            <p:ph type="dt" sz="half" idx="10"/>
          </p:nvPr>
        </p:nvSpPr>
        <p:spPr/>
        <p:txBody>
          <a:bodyPr/>
          <a:lstStyle/>
          <a:p>
            <a:fld id="{98E1F6B3-DF40-6A40-BA4C-CEA339DF4D25}" type="datetime1">
              <a:rPr kumimoji="1" lang="zh-CN" altLang="en-US" smtClean="0"/>
              <a:t>2026/10/6</a:t>
            </a:fld>
            <a:endParaRPr kumimoji="1" lang="zh-CN" altLang="en-US"/>
          </a:p>
        </p:txBody>
      </p:sp>
      <p:sp>
        <p:nvSpPr>
          <p:cNvPr id="4" name="页脚占位符 3">
            <a:extLst>
              <a:ext uri="{FF2B5EF4-FFF2-40B4-BE49-F238E27FC236}">
                <a16:creationId xmlns:a16="http://schemas.microsoft.com/office/drawing/2014/main" id="{00C531D9-1BD5-D249-827F-17B20EB6ACAD}"/>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ECBF07CF-98BC-F348-BABE-A6DEC1BA2DD3}"/>
              </a:ext>
            </a:extLst>
          </p:cNvPr>
          <p:cNvSpPr>
            <a:spLocks noGrp="1"/>
          </p:cNvSpPr>
          <p:nvPr>
            <p:ph type="sldNum" sz="quarter" idx="12"/>
          </p:nvPr>
        </p:nvSpPr>
        <p:spPr/>
        <p:txBody>
          <a:bodyPr/>
          <a:lstStyle/>
          <a:p>
            <a:fld id="{978860AA-0FA6-EE41-AD3E-89DCDAAFC63F}" type="slidenum">
              <a:rPr kumimoji="1" lang="zh-CN" altLang="en-US" smtClean="0"/>
              <a:t>‹#›</a:t>
            </a:fld>
            <a:endParaRPr kumimoji="1" lang="zh-CN" altLang="en-US"/>
          </a:p>
        </p:txBody>
      </p:sp>
    </p:spTree>
    <p:extLst>
      <p:ext uri="{BB962C8B-B14F-4D97-AF65-F5344CB8AC3E}">
        <p14:creationId xmlns:p14="http://schemas.microsoft.com/office/powerpoint/2010/main" val="2904663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F12CA14-1F63-A440-84D9-709B25A0D1CC}"/>
              </a:ext>
            </a:extLst>
          </p:cNvPr>
          <p:cNvSpPr>
            <a:spLocks noGrp="1"/>
          </p:cNvSpPr>
          <p:nvPr>
            <p:ph type="dt" sz="half" idx="10"/>
          </p:nvPr>
        </p:nvSpPr>
        <p:spPr/>
        <p:txBody>
          <a:bodyPr/>
          <a:lstStyle/>
          <a:p>
            <a:fld id="{D2F410A0-C422-5D4D-94D0-26BD2957B74E}" type="datetime1">
              <a:rPr kumimoji="1" lang="zh-CN" altLang="en-US" smtClean="0"/>
              <a:t>2026/10/6</a:t>
            </a:fld>
            <a:endParaRPr kumimoji="1" lang="zh-CN" altLang="en-US"/>
          </a:p>
        </p:txBody>
      </p:sp>
      <p:sp>
        <p:nvSpPr>
          <p:cNvPr id="3" name="页脚占位符 2">
            <a:extLst>
              <a:ext uri="{FF2B5EF4-FFF2-40B4-BE49-F238E27FC236}">
                <a16:creationId xmlns:a16="http://schemas.microsoft.com/office/drawing/2014/main" id="{6769CE6A-EB9F-5848-8B63-47F68BD904C9}"/>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DEE4EC09-C89A-0A45-A4D4-0470CB446CBD}"/>
              </a:ext>
            </a:extLst>
          </p:cNvPr>
          <p:cNvSpPr>
            <a:spLocks noGrp="1"/>
          </p:cNvSpPr>
          <p:nvPr>
            <p:ph type="sldNum" sz="quarter" idx="12"/>
          </p:nvPr>
        </p:nvSpPr>
        <p:spPr/>
        <p:txBody>
          <a:bodyPr/>
          <a:lstStyle/>
          <a:p>
            <a:fld id="{978860AA-0FA6-EE41-AD3E-89DCDAAFC63F}" type="slidenum">
              <a:rPr kumimoji="1" lang="zh-CN" altLang="en-US" smtClean="0"/>
              <a:t>‹#›</a:t>
            </a:fld>
            <a:endParaRPr kumimoji="1" lang="zh-CN" altLang="en-US"/>
          </a:p>
        </p:txBody>
      </p:sp>
    </p:spTree>
    <p:extLst>
      <p:ext uri="{BB962C8B-B14F-4D97-AF65-F5344CB8AC3E}">
        <p14:creationId xmlns:p14="http://schemas.microsoft.com/office/powerpoint/2010/main" val="4235639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749246-775D-F64C-9455-B39CEFB2971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8D208A99-DE14-EA45-92F2-20FCF3C5B283}"/>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1A390470-CCFE-F14C-8773-3397C9725FF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18C2EBDC-1383-9C48-95BA-8C3880F2F09C}"/>
              </a:ext>
            </a:extLst>
          </p:cNvPr>
          <p:cNvSpPr>
            <a:spLocks noGrp="1"/>
          </p:cNvSpPr>
          <p:nvPr>
            <p:ph type="dt" sz="half" idx="10"/>
          </p:nvPr>
        </p:nvSpPr>
        <p:spPr/>
        <p:txBody>
          <a:bodyPr/>
          <a:lstStyle/>
          <a:p>
            <a:fld id="{BBED56D1-34F0-E640-AD43-947DFDB00305}" type="datetime1">
              <a:rPr kumimoji="1" lang="zh-CN" altLang="en-US" smtClean="0"/>
              <a:t>2026/10/6</a:t>
            </a:fld>
            <a:endParaRPr kumimoji="1" lang="zh-CN" altLang="en-US"/>
          </a:p>
        </p:txBody>
      </p:sp>
      <p:sp>
        <p:nvSpPr>
          <p:cNvPr id="6" name="页脚占位符 5">
            <a:extLst>
              <a:ext uri="{FF2B5EF4-FFF2-40B4-BE49-F238E27FC236}">
                <a16:creationId xmlns:a16="http://schemas.microsoft.com/office/drawing/2014/main" id="{F3A06653-F2F1-684B-BFEB-F56AB1301D18}"/>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1813792-063C-FF48-B887-0F071EAD31BE}"/>
              </a:ext>
            </a:extLst>
          </p:cNvPr>
          <p:cNvSpPr>
            <a:spLocks noGrp="1"/>
          </p:cNvSpPr>
          <p:nvPr>
            <p:ph type="sldNum" sz="quarter" idx="12"/>
          </p:nvPr>
        </p:nvSpPr>
        <p:spPr/>
        <p:txBody>
          <a:bodyPr/>
          <a:lstStyle/>
          <a:p>
            <a:fld id="{978860AA-0FA6-EE41-AD3E-89DCDAAFC63F}" type="slidenum">
              <a:rPr kumimoji="1" lang="zh-CN" altLang="en-US" smtClean="0"/>
              <a:t>‹#›</a:t>
            </a:fld>
            <a:endParaRPr kumimoji="1" lang="zh-CN" altLang="en-US"/>
          </a:p>
        </p:txBody>
      </p:sp>
    </p:spTree>
    <p:extLst>
      <p:ext uri="{BB962C8B-B14F-4D97-AF65-F5344CB8AC3E}">
        <p14:creationId xmlns:p14="http://schemas.microsoft.com/office/powerpoint/2010/main" val="3834772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36BA62-EFFC-6640-89AC-FA697DF924E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18A03C11-E4C1-FA4E-816D-ACE6ED7C0F06}"/>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2CB509C7-3A2C-B74B-A266-31338EFEC6B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7F88D68-3E5D-764A-A715-854BADC3DAFE}"/>
              </a:ext>
            </a:extLst>
          </p:cNvPr>
          <p:cNvSpPr>
            <a:spLocks noGrp="1"/>
          </p:cNvSpPr>
          <p:nvPr>
            <p:ph type="dt" sz="half" idx="10"/>
          </p:nvPr>
        </p:nvSpPr>
        <p:spPr/>
        <p:txBody>
          <a:bodyPr/>
          <a:lstStyle/>
          <a:p>
            <a:fld id="{031757D8-3F3F-E444-A2A7-2767B7A34AB3}" type="datetime1">
              <a:rPr kumimoji="1" lang="zh-CN" altLang="en-US" smtClean="0"/>
              <a:t>2026/10/6</a:t>
            </a:fld>
            <a:endParaRPr kumimoji="1" lang="zh-CN" altLang="en-US"/>
          </a:p>
        </p:txBody>
      </p:sp>
      <p:sp>
        <p:nvSpPr>
          <p:cNvPr id="6" name="页脚占位符 5">
            <a:extLst>
              <a:ext uri="{FF2B5EF4-FFF2-40B4-BE49-F238E27FC236}">
                <a16:creationId xmlns:a16="http://schemas.microsoft.com/office/drawing/2014/main" id="{648EC523-C7EB-F54F-8288-B661FE0F5C3B}"/>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A3651E3-F27D-5148-B61E-103ED5613D17}"/>
              </a:ext>
            </a:extLst>
          </p:cNvPr>
          <p:cNvSpPr>
            <a:spLocks noGrp="1"/>
          </p:cNvSpPr>
          <p:nvPr>
            <p:ph type="sldNum" sz="quarter" idx="12"/>
          </p:nvPr>
        </p:nvSpPr>
        <p:spPr/>
        <p:txBody>
          <a:bodyPr/>
          <a:lstStyle/>
          <a:p>
            <a:fld id="{978860AA-0FA6-EE41-AD3E-89DCDAAFC63F}" type="slidenum">
              <a:rPr kumimoji="1" lang="zh-CN" altLang="en-US" smtClean="0"/>
              <a:t>‹#›</a:t>
            </a:fld>
            <a:endParaRPr kumimoji="1" lang="zh-CN" altLang="en-US"/>
          </a:p>
        </p:txBody>
      </p:sp>
    </p:spTree>
    <p:extLst>
      <p:ext uri="{BB962C8B-B14F-4D97-AF65-F5344CB8AC3E}">
        <p14:creationId xmlns:p14="http://schemas.microsoft.com/office/powerpoint/2010/main" val="2608120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FE5F54-01D1-9F4A-8D46-C645E295EA42}"/>
              </a:ext>
            </a:extLst>
          </p:cNvPr>
          <p:cNvSpPr>
            <a:spLocks noGrp="1"/>
          </p:cNvSpPr>
          <p:nvPr>
            <p:ph type="title"/>
          </p:nvPr>
        </p:nvSpPr>
        <p:spPr>
          <a:xfrm>
            <a:off x="445168" y="365126"/>
            <a:ext cx="11297653" cy="693654"/>
          </a:xfrm>
          <a:prstGeom prst="rect">
            <a:avLst/>
          </a:prstGeom>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BD860D96-18ED-3A4F-BC94-0DFB7BD275BE}"/>
              </a:ext>
            </a:extLst>
          </p:cNvPr>
          <p:cNvSpPr>
            <a:spLocks noGrp="1"/>
          </p:cNvSpPr>
          <p:nvPr>
            <p:ph type="body" orient="vert" idx="1"/>
          </p:nvPr>
        </p:nvSpPr>
        <p:spPr>
          <a:xfrm>
            <a:off x="445168" y="1359568"/>
            <a:ext cx="11297653" cy="4996782"/>
          </a:xfrm>
          <a:prstGeom prst="rect">
            <a:avLst/>
          </a:prstGeo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B6B5434-406A-C840-9EF3-C8FCBC6DB9DC}"/>
              </a:ext>
            </a:extLst>
          </p:cNvPr>
          <p:cNvSpPr>
            <a:spLocks noGrp="1"/>
          </p:cNvSpPr>
          <p:nvPr>
            <p:ph type="dt" sz="half" idx="10"/>
          </p:nvPr>
        </p:nvSpPr>
        <p:spPr/>
        <p:txBody>
          <a:bodyPr/>
          <a:lstStyle/>
          <a:p>
            <a:fld id="{539CDEF9-8BE2-2644-B93C-9F1D6011B6FE}" type="datetime1">
              <a:rPr kumimoji="1" lang="zh-CN" altLang="en-US" smtClean="0"/>
              <a:t>2026/10/6</a:t>
            </a:fld>
            <a:endParaRPr kumimoji="1" lang="zh-CN" altLang="en-US"/>
          </a:p>
        </p:txBody>
      </p:sp>
      <p:sp>
        <p:nvSpPr>
          <p:cNvPr id="5" name="页脚占位符 4">
            <a:extLst>
              <a:ext uri="{FF2B5EF4-FFF2-40B4-BE49-F238E27FC236}">
                <a16:creationId xmlns:a16="http://schemas.microsoft.com/office/drawing/2014/main" id="{BDC8AD4D-A1B7-A64B-B92E-87757F11728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28184CF-82EC-2E45-8585-713A04463359}"/>
              </a:ext>
            </a:extLst>
          </p:cNvPr>
          <p:cNvSpPr>
            <a:spLocks noGrp="1"/>
          </p:cNvSpPr>
          <p:nvPr>
            <p:ph type="sldNum" sz="quarter" idx="12"/>
          </p:nvPr>
        </p:nvSpPr>
        <p:spPr/>
        <p:txBody>
          <a:bodyPr/>
          <a:lstStyle/>
          <a:p>
            <a:fld id="{978860AA-0FA6-EE41-AD3E-89DCDAAFC63F}" type="slidenum">
              <a:rPr kumimoji="1" lang="zh-CN" altLang="en-US" smtClean="0"/>
              <a:t>‹#›</a:t>
            </a:fld>
            <a:endParaRPr kumimoji="1" lang="zh-CN" altLang="en-US"/>
          </a:p>
        </p:txBody>
      </p:sp>
    </p:spTree>
    <p:extLst>
      <p:ext uri="{BB962C8B-B14F-4D97-AF65-F5344CB8AC3E}">
        <p14:creationId xmlns:p14="http://schemas.microsoft.com/office/powerpoint/2010/main" val="2837233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EABC6C3-8F03-B24F-A85A-555556F5C808}"/>
              </a:ext>
            </a:extLst>
          </p:cNvPr>
          <p:cNvSpPr>
            <a:spLocks noGrp="1"/>
          </p:cNvSpPr>
          <p:nvPr>
            <p:ph type="title" orient="vert"/>
          </p:nvPr>
        </p:nvSpPr>
        <p:spPr>
          <a:xfrm>
            <a:off x="8724900" y="365125"/>
            <a:ext cx="2628900" cy="5811838"/>
          </a:xfrm>
          <a:prstGeom prst="rect">
            <a:avLst/>
          </a:prstGeo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4D918B3-2C52-2843-8803-13958CE95073}"/>
              </a:ext>
            </a:extLst>
          </p:cNvPr>
          <p:cNvSpPr>
            <a:spLocks noGrp="1"/>
          </p:cNvSpPr>
          <p:nvPr>
            <p:ph type="body" orient="vert" idx="1"/>
          </p:nvPr>
        </p:nvSpPr>
        <p:spPr>
          <a:xfrm>
            <a:off x="838200" y="365125"/>
            <a:ext cx="7734300" cy="5811838"/>
          </a:xfrm>
          <a:prstGeom prst="rect">
            <a:avLst/>
          </a:prstGeo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A9200E5-E507-AC4F-A127-BFB7DCC68A7E}"/>
              </a:ext>
            </a:extLst>
          </p:cNvPr>
          <p:cNvSpPr>
            <a:spLocks noGrp="1"/>
          </p:cNvSpPr>
          <p:nvPr>
            <p:ph type="dt" sz="half" idx="10"/>
          </p:nvPr>
        </p:nvSpPr>
        <p:spPr/>
        <p:txBody>
          <a:bodyPr/>
          <a:lstStyle/>
          <a:p>
            <a:fld id="{15504B88-BCAA-454F-9231-EC0BBE492642}" type="datetime1">
              <a:rPr kumimoji="1" lang="zh-CN" altLang="en-US" smtClean="0"/>
              <a:t>2026/10/6</a:t>
            </a:fld>
            <a:endParaRPr kumimoji="1" lang="zh-CN" altLang="en-US"/>
          </a:p>
        </p:txBody>
      </p:sp>
      <p:sp>
        <p:nvSpPr>
          <p:cNvPr id="5" name="页脚占位符 4">
            <a:extLst>
              <a:ext uri="{FF2B5EF4-FFF2-40B4-BE49-F238E27FC236}">
                <a16:creationId xmlns:a16="http://schemas.microsoft.com/office/drawing/2014/main" id="{BAD91BEE-C481-514F-AF8D-342E496546D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3FD2512-C8D2-084C-96A1-946DBA977F82}"/>
              </a:ext>
            </a:extLst>
          </p:cNvPr>
          <p:cNvSpPr>
            <a:spLocks noGrp="1"/>
          </p:cNvSpPr>
          <p:nvPr>
            <p:ph type="sldNum" sz="quarter" idx="12"/>
          </p:nvPr>
        </p:nvSpPr>
        <p:spPr/>
        <p:txBody>
          <a:bodyPr/>
          <a:lstStyle/>
          <a:p>
            <a:fld id="{978860AA-0FA6-EE41-AD3E-89DCDAAFC63F}" type="slidenum">
              <a:rPr kumimoji="1" lang="zh-CN" altLang="en-US" smtClean="0"/>
              <a:t>‹#›</a:t>
            </a:fld>
            <a:endParaRPr kumimoji="1" lang="zh-CN" altLang="en-US"/>
          </a:p>
        </p:txBody>
      </p:sp>
    </p:spTree>
    <p:extLst>
      <p:ext uri="{BB962C8B-B14F-4D97-AF65-F5344CB8AC3E}">
        <p14:creationId xmlns:p14="http://schemas.microsoft.com/office/powerpoint/2010/main" val="3161638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EA27E88-4B9F-A540-A9BD-E6F9DE6FB95C}"/>
              </a:ext>
            </a:extLst>
          </p:cNvPr>
          <p:cNvSpPr>
            <a:spLocks noGrp="1"/>
          </p:cNvSpPr>
          <p:nvPr>
            <p:ph type="title"/>
          </p:nvPr>
        </p:nvSpPr>
        <p:spPr>
          <a:xfrm>
            <a:off x="445168" y="365126"/>
            <a:ext cx="11297653" cy="875212"/>
          </a:xfrm>
          <a:prstGeom prst="rect">
            <a:avLst/>
          </a:prstGeom>
        </p:spPr>
        <p:txBody>
          <a:bodyPr vert="horz" lIns="9000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5B99DAE6-4216-1449-8CA8-8704685E366A}"/>
              </a:ext>
            </a:extLst>
          </p:cNvPr>
          <p:cNvSpPr>
            <a:spLocks noGrp="1"/>
          </p:cNvSpPr>
          <p:nvPr>
            <p:ph type="body" idx="1"/>
          </p:nvPr>
        </p:nvSpPr>
        <p:spPr>
          <a:xfrm>
            <a:off x="445168" y="1419726"/>
            <a:ext cx="11297653" cy="493662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B730167A-D7AE-9448-8105-88C04EAA2A0F}"/>
              </a:ext>
            </a:extLst>
          </p:cNvPr>
          <p:cNvSpPr>
            <a:spLocks noGrp="1"/>
          </p:cNvSpPr>
          <p:nvPr>
            <p:ph type="dt" sz="half" idx="2"/>
          </p:nvPr>
        </p:nvSpPr>
        <p:spPr>
          <a:xfrm>
            <a:off x="445168" y="6356350"/>
            <a:ext cx="3136232"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30F766-44D3-B243-BB29-431AF8B8F891}" type="datetime1">
              <a:rPr kumimoji="1" lang="zh-CN" altLang="en-US" smtClean="0"/>
              <a:t>2026/10/6</a:t>
            </a:fld>
            <a:endParaRPr kumimoji="1" lang="zh-CN" altLang="en-US"/>
          </a:p>
        </p:txBody>
      </p:sp>
      <p:sp>
        <p:nvSpPr>
          <p:cNvPr id="5" name="页脚占位符 4">
            <a:extLst>
              <a:ext uri="{FF2B5EF4-FFF2-40B4-BE49-F238E27FC236}">
                <a16:creationId xmlns:a16="http://schemas.microsoft.com/office/drawing/2014/main" id="{27A02942-9116-B44D-A994-324803AC18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B42D8D7C-EBAA-7A4B-9E01-C9464CE6BEAB}"/>
              </a:ext>
            </a:extLst>
          </p:cNvPr>
          <p:cNvSpPr>
            <a:spLocks noGrp="1"/>
          </p:cNvSpPr>
          <p:nvPr>
            <p:ph type="sldNum" sz="quarter" idx="4"/>
          </p:nvPr>
        </p:nvSpPr>
        <p:spPr>
          <a:xfrm>
            <a:off x="8610600" y="6356350"/>
            <a:ext cx="313222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8860AA-0FA6-EE41-AD3E-89DCDAAFC63F}" type="slidenum">
              <a:rPr kumimoji="1" lang="zh-CN" altLang="en-US" smtClean="0"/>
              <a:t>‹#›</a:t>
            </a:fld>
            <a:endParaRPr kumimoji="1" lang="zh-CN" altLang="en-US"/>
          </a:p>
        </p:txBody>
      </p:sp>
    </p:spTree>
    <p:extLst>
      <p:ext uri="{BB962C8B-B14F-4D97-AF65-F5344CB8AC3E}">
        <p14:creationId xmlns:p14="http://schemas.microsoft.com/office/powerpoint/2010/main" val="33446233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bg2">
              <a:lumMod val="1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6.jpe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6.jpe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0.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6.jpe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6.jpe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7.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8.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117" Type="http://schemas.openxmlformats.org/officeDocument/2006/relationships/tags" Target="../tags/tag117.xml"/><Relationship Id="rId21" Type="http://schemas.openxmlformats.org/officeDocument/2006/relationships/tags" Target="../tags/tag21.xml"/><Relationship Id="rId42" Type="http://schemas.openxmlformats.org/officeDocument/2006/relationships/tags" Target="../tags/tag42.xml"/><Relationship Id="rId47" Type="http://schemas.openxmlformats.org/officeDocument/2006/relationships/tags" Target="../tags/tag47.xml"/><Relationship Id="rId63" Type="http://schemas.openxmlformats.org/officeDocument/2006/relationships/tags" Target="../tags/tag63.xml"/><Relationship Id="rId68" Type="http://schemas.openxmlformats.org/officeDocument/2006/relationships/tags" Target="../tags/tag68.xml"/><Relationship Id="rId84" Type="http://schemas.openxmlformats.org/officeDocument/2006/relationships/tags" Target="../tags/tag84.xml"/><Relationship Id="rId89" Type="http://schemas.openxmlformats.org/officeDocument/2006/relationships/tags" Target="../tags/tag89.xml"/><Relationship Id="rId112" Type="http://schemas.openxmlformats.org/officeDocument/2006/relationships/tags" Target="../tags/tag112.xml"/><Relationship Id="rId16" Type="http://schemas.openxmlformats.org/officeDocument/2006/relationships/tags" Target="../tags/tag16.xml"/><Relationship Id="rId107" Type="http://schemas.openxmlformats.org/officeDocument/2006/relationships/tags" Target="../tags/tag107.xml"/><Relationship Id="rId11" Type="http://schemas.openxmlformats.org/officeDocument/2006/relationships/tags" Target="../tags/tag11.xml"/><Relationship Id="rId32" Type="http://schemas.openxmlformats.org/officeDocument/2006/relationships/tags" Target="../tags/tag32.xml"/><Relationship Id="rId37" Type="http://schemas.openxmlformats.org/officeDocument/2006/relationships/tags" Target="../tags/tag37.xml"/><Relationship Id="rId53" Type="http://schemas.openxmlformats.org/officeDocument/2006/relationships/tags" Target="../tags/tag53.xml"/><Relationship Id="rId58" Type="http://schemas.openxmlformats.org/officeDocument/2006/relationships/tags" Target="../tags/tag58.xml"/><Relationship Id="rId74" Type="http://schemas.openxmlformats.org/officeDocument/2006/relationships/tags" Target="../tags/tag74.xml"/><Relationship Id="rId79" Type="http://schemas.openxmlformats.org/officeDocument/2006/relationships/tags" Target="../tags/tag79.xml"/><Relationship Id="rId102" Type="http://schemas.openxmlformats.org/officeDocument/2006/relationships/tags" Target="../tags/tag102.xml"/><Relationship Id="rId123" Type="http://schemas.openxmlformats.org/officeDocument/2006/relationships/image" Target="../media/image36.png"/><Relationship Id="rId128" Type="http://schemas.openxmlformats.org/officeDocument/2006/relationships/image" Target="../media/image41.png"/><Relationship Id="rId5" Type="http://schemas.openxmlformats.org/officeDocument/2006/relationships/tags" Target="../tags/tag5.xml"/><Relationship Id="rId90" Type="http://schemas.openxmlformats.org/officeDocument/2006/relationships/tags" Target="../tags/tag90.xml"/><Relationship Id="rId95" Type="http://schemas.openxmlformats.org/officeDocument/2006/relationships/tags" Target="../tags/tag95.xml"/><Relationship Id="rId22" Type="http://schemas.openxmlformats.org/officeDocument/2006/relationships/tags" Target="../tags/tag22.xml"/><Relationship Id="rId27" Type="http://schemas.openxmlformats.org/officeDocument/2006/relationships/tags" Target="../tags/tag27.xml"/><Relationship Id="rId43" Type="http://schemas.openxmlformats.org/officeDocument/2006/relationships/tags" Target="../tags/tag43.xml"/><Relationship Id="rId48" Type="http://schemas.openxmlformats.org/officeDocument/2006/relationships/tags" Target="../tags/tag48.xml"/><Relationship Id="rId64" Type="http://schemas.openxmlformats.org/officeDocument/2006/relationships/tags" Target="../tags/tag64.xml"/><Relationship Id="rId69" Type="http://schemas.openxmlformats.org/officeDocument/2006/relationships/tags" Target="../tags/tag69.xml"/><Relationship Id="rId113" Type="http://schemas.openxmlformats.org/officeDocument/2006/relationships/tags" Target="../tags/tag113.xml"/><Relationship Id="rId118" Type="http://schemas.openxmlformats.org/officeDocument/2006/relationships/tags" Target="../tags/tag118.xml"/><Relationship Id="rId80" Type="http://schemas.openxmlformats.org/officeDocument/2006/relationships/tags" Target="../tags/tag80.xml"/><Relationship Id="rId85" Type="http://schemas.openxmlformats.org/officeDocument/2006/relationships/tags" Target="../tags/tag85.xml"/><Relationship Id="rId12" Type="http://schemas.openxmlformats.org/officeDocument/2006/relationships/tags" Target="../tags/tag12.xml"/><Relationship Id="rId17" Type="http://schemas.openxmlformats.org/officeDocument/2006/relationships/tags" Target="../tags/tag17.xml"/><Relationship Id="rId33" Type="http://schemas.openxmlformats.org/officeDocument/2006/relationships/tags" Target="../tags/tag33.xml"/><Relationship Id="rId38" Type="http://schemas.openxmlformats.org/officeDocument/2006/relationships/tags" Target="../tags/tag38.xml"/><Relationship Id="rId59" Type="http://schemas.openxmlformats.org/officeDocument/2006/relationships/tags" Target="../tags/tag59.xml"/><Relationship Id="rId103" Type="http://schemas.openxmlformats.org/officeDocument/2006/relationships/tags" Target="../tags/tag103.xml"/><Relationship Id="rId108" Type="http://schemas.openxmlformats.org/officeDocument/2006/relationships/tags" Target="../tags/tag108.xml"/><Relationship Id="rId124" Type="http://schemas.openxmlformats.org/officeDocument/2006/relationships/image" Target="../media/image37.png"/><Relationship Id="rId129" Type="http://schemas.openxmlformats.org/officeDocument/2006/relationships/image" Target="../media/image42.svg"/><Relationship Id="rId54" Type="http://schemas.openxmlformats.org/officeDocument/2006/relationships/tags" Target="../tags/tag54.xml"/><Relationship Id="rId70" Type="http://schemas.openxmlformats.org/officeDocument/2006/relationships/tags" Target="../tags/tag70.xml"/><Relationship Id="rId75" Type="http://schemas.openxmlformats.org/officeDocument/2006/relationships/tags" Target="../tags/tag75.xml"/><Relationship Id="rId91" Type="http://schemas.openxmlformats.org/officeDocument/2006/relationships/tags" Target="../tags/tag91.xml"/><Relationship Id="rId96" Type="http://schemas.openxmlformats.org/officeDocument/2006/relationships/tags" Target="../tags/tag96.xml"/><Relationship Id="rId1" Type="http://schemas.openxmlformats.org/officeDocument/2006/relationships/tags" Target="../tags/tag1.xml"/><Relationship Id="rId6" Type="http://schemas.openxmlformats.org/officeDocument/2006/relationships/tags" Target="../tags/tag6.xml"/><Relationship Id="rId23" Type="http://schemas.openxmlformats.org/officeDocument/2006/relationships/tags" Target="../tags/tag23.xml"/><Relationship Id="rId28" Type="http://schemas.openxmlformats.org/officeDocument/2006/relationships/tags" Target="../tags/tag28.xml"/><Relationship Id="rId49" Type="http://schemas.openxmlformats.org/officeDocument/2006/relationships/tags" Target="../tags/tag49.xml"/><Relationship Id="rId114" Type="http://schemas.openxmlformats.org/officeDocument/2006/relationships/tags" Target="../tags/tag114.xml"/><Relationship Id="rId119" Type="http://schemas.openxmlformats.org/officeDocument/2006/relationships/tags" Target="../tags/tag119.xml"/><Relationship Id="rId44" Type="http://schemas.openxmlformats.org/officeDocument/2006/relationships/tags" Target="../tags/tag44.xml"/><Relationship Id="rId60" Type="http://schemas.openxmlformats.org/officeDocument/2006/relationships/tags" Target="../tags/tag60.xml"/><Relationship Id="rId65" Type="http://schemas.openxmlformats.org/officeDocument/2006/relationships/tags" Target="../tags/tag65.xml"/><Relationship Id="rId81" Type="http://schemas.openxmlformats.org/officeDocument/2006/relationships/tags" Target="../tags/tag81.xml"/><Relationship Id="rId86" Type="http://schemas.openxmlformats.org/officeDocument/2006/relationships/tags" Target="../tags/tag86.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109" Type="http://schemas.openxmlformats.org/officeDocument/2006/relationships/tags" Target="../tags/tag10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tags" Target="../tags/tag76.xml"/><Relationship Id="rId97" Type="http://schemas.openxmlformats.org/officeDocument/2006/relationships/tags" Target="../tags/tag97.xml"/><Relationship Id="rId104" Type="http://schemas.openxmlformats.org/officeDocument/2006/relationships/tags" Target="../tags/tag104.xml"/><Relationship Id="rId120" Type="http://schemas.openxmlformats.org/officeDocument/2006/relationships/tags" Target="../tags/tag120.xml"/><Relationship Id="rId125" Type="http://schemas.openxmlformats.org/officeDocument/2006/relationships/image" Target="../media/image38.png"/><Relationship Id="rId7" Type="http://schemas.openxmlformats.org/officeDocument/2006/relationships/tags" Target="../tags/tag7.xml"/><Relationship Id="rId71" Type="http://schemas.openxmlformats.org/officeDocument/2006/relationships/tags" Target="../tags/tag71.xml"/><Relationship Id="rId92" Type="http://schemas.openxmlformats.org/officeDocument/2006/relationships/tags" Target="../tags/tag92.xml"/><Relationship Id="rId2" Type="http://schemas.openxmlformats.org/officeDocument/2006/relationships/tags" Target="../tags/tag2.xml"/><Relationship Id="rId29" Type="http://schemas.openxmlformats.org/officeDocument/2006/relationships/tags" Target="../tags/tag29.xml"/><Relationship Id="rId24" Type="http://schemas.openxmlformats.org/officeDocument/2006/relationships/tags" Target="../tags/tag24.xml"/><Relationship Id="rId40" Type="http://schemas.openxmlformats.org/officeDocument/2006/relationships/tags" Target="../tags/tag40.xml"/><Relationship Id="rId45" Type="http://schemas.openxmlformats.org/officeDocument/2006/relationships/tags" Target="../tags/tag45.xml"/><Relationship Id="rId66" Type="http://schemas.openxmlformats.org/officeDocument/2006/relationships/tags" Target="../tags/tag66.xml"/><Relationship Id="rId87" Type="http://schemas.openxmlformats.org/officeDocument/2006/relationships/tags" Target="../tags/tag87.xml"/><Relationship Id="rId110" Type="http://schemas.openxmlformats.org/officeDocument/2006/relationships/tags" Target="../tags/tag110.xml"/><Relationship Id="rId115" Type="http://schemas.openxmlformats.org/officeDocument/2006/relationships/tags" Target="../tags/tag115.xml"/><Relationship Id="rId61" Type="http://schemas.openxmlformats.org/officeDocument/2006/relationships/tags" Target="../tags/tag61.xml"/><Relationship Id="rId82" Type="http://schemas.openxmlformats.org/officeDocument/2006/relationships/tags" Target="../tags/tag82.xml"/><Relationship Id="rId19" Type="http://schemas.openxmlformats.org/officeDocument/2006/relationships/tags" Target="../tags/tag19.xml"/><Relationship Id="rId14" Type="http://schemas.openxmlformats.org/officeDocument/2006/relationships/tags" Target="../tags/tag14.xml"/><Relationship Id="rId30" Type="http://schemas.openxmlformats.org/officeDocument/2006/relationships/tags" Target="../tags/tag30.xml"/><Relationship Id="rId35" Type="http://schemas.openxmlformats.org/officeDocument/2006/relationships/tags" Target="../tags/tag35.xml"/><Relationship Id="rId56" Type="http://schemas.openxmlformats.org/officeDocument/2006/relationships/tags" Target="../tags/tag56.xml"/><Relationship Id="rId77" Type="http://schemas.openxmlformats.org/officeDocument/2006/relationships/tags" Target="../tags/tag77.xml"/><Relationship Id="rId100" Type="http://schemas.openxmlformats.org/officeDocument/2006/relationships/tags" Target="../tags/tag100.xml"/><Relationship Id="rId105" Type="http://schemas.openxmlformats.org/officeDocument/2006/relationships/tags" Target="../tags/tag105.xml"/><Relationship Id="rId126" Type="http://schemas.openxmlformats.org/officeDocument/2006/relationships/image" Target="../media/image39.png"/><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93" Type="http://schemas.openxmlformats.org/officeDocument/2006/relationships/tags" Target="../tags/tag93.xml"/><Relationship Id="rId98" Type="http://schemas.openxmlformats.org/officeDocument/2006/relationships/tags" Target="../tags/tag98.xml"/><Relationship Id="rId121" Type="http://schemas.openxmlformats.org/officeDocument/2006/relationships/slideLayout" Target="../slideLayouts/slideLayout2.xml"/><Relationship Id="rId3" Type="http://schemas.openxmlformats.org/officeDocument/2006/relationships/tags" Target="../tags/tag3.xml"/><Relationship Id="rId25" Type="http://schemas.openxmlformats.org/officeDocument/2006/relationships/tags" Target="../tags/tag25.xml"/><Relationship Id="rId46" Type="http://schemas.openxmlformats.org/officeDocument/2006/relationships/tags" Target="../tags/tag46.xml"/><Relationship Id="rId67" Type="http://schemas.openxmlformats.org/officeDocument/2006/relationships/tags" Target="../tags/tag67.xml"/><Relationship Id="rId116" Type="http://schemas.openxmlformats.org/officeDocument/2006/relationships/tags" Target="../tags/tag116.xml"/><Relationship Id="rId20" Type="http://schemas.openxmlformats.org/officeDocument/2006/relationships/tags" Target="../tags/tag20.xml"/><Relationship Id="rId41" Type="http://schemas.openxmlformats.org/officeDocument/2006/relationships/tags" Target="../tags/tag41.xml"/><Relationship Id="rId62" Type="http://schemas.openxmlformats.org/officeDocument/2006/relationships/tags" Target="../tags/tag62.xml"/><Relationship Id="rId83" Type="http://schemas.openxmlformats.org/officeDocument/2006/relationships/tags" Target="../tags/tag83.xml"/><Relationship Id="rId88" Type="http://schemas.openxmlformats.org/officeDocument/2006/relationships/tags" Target="../tags/tag88.xml"/><Relationship Id="rId111" Type="http://schemas.openxmlformats.org/officeDocument/2006/relationships/tags" Target="../tags/tag111.xml"/><Relationship Id="rId15" Type="http://schemas.openxmlformats.org/officeDocument/2006/relationships/tags" Target="../tags/tag15.xml"/><Relationship Id="rId36" Type="http://schemas.openxmlformats.org/officeDocument/2006/relationships/tags" Target="../tags/tag36.xml"/><Relationship Id="rId57" Type="http://schemas.openxmlformats.org/officeDocument/2006/relationships/tags" Target="../tags/tag57.xml"/><Relationship Id="rId106" Type="http://schemas.openxmlformats.org/officeDocument/2006/relationships/tags" Target="../tags/tag106.xml"/><Relationship Id="rId127" Type="http://schemas.openxmlformats.org/officeDocument/2006/relationships/image" Target="../media/image40.png"/><Relationship Id="rId10" Type="http://schemas.openxmlformats.org/officeDocument/2006/relationships/tags" Target="../tags/tag10.xml"/><Relationship Id="rId31" Type="http://schemas.openxmlformats.org/officeDocument/2006/relationships/tags" Target="../tags/tag31.xml"/><Relationship Id="rId52" Type="http://schemas.openxmlformats.org/officeDocument/2006/relationships/tags" Target="../tags/tag52.xml"/><Relationship Id="rId73" Type="http://schemas.openxmlformats.org/officeDocument/2006/relationships/tags" Target="../tags/tag73.xml"/><Relationship Id="rId78" Type="http://schemas.openxmlformats.org/officeDocument/2006/relationships/tags" Target="../tags/tag78.xml"/><Relationship Id="rId94" Type="http://schemas.openxmlformats.org/officeDocument/2006/relationships/tags" Target="../tags/tag94.xml"/><Relationship Id="rId99" Type="http://schemas.openxmlformats.org/officeDocument/2006/relationships/tags" Target="../tags/tag99.xml"/><Relationship Id="rId101" Type="http://schemas.openxmlformats.org/officeDocument/2006/relationships/tags" Target="../tags/tag101.xml"/><Relationship Id="rId122" Type="http://schemas.openxmlformats.org/officeDocument/2006/relationships/notesSlide" Target="../notesSlides/notesSlide18.xml"/><Relationship Id="rId4" Type="http://schemas.openxmlformats.org/officeDocument/2006/relationships/tags" Target="../tags/tag4.xml"/><Relationship Id="rId9" Type="http://schemas.openxmlformats.org/officeDocument/2006/relationships/tags" Target="../tags/tag9.xml"/><Relationship Id="rId26" Type="http://schemas.openxmlformats.org/officeDocument/2006/relationships/tags" Target="../tags/tag26.xml"/></Relationships>
</file>

<file path=ppt/slides/_rels/slide19.xml.rels><?xml version="1.0" encoding="UTF-8" standalone="yes"?>
<Relationships xmlns="http://schemas.openxmlformats.org/package/2006/relationships"><Relationship Id="rId117" Type="http://schemas.openxmlformats.org/officeDocument/2006/relationships/tags" Target="../tags/tag237.xml"/><Relationship Id="rId21" Type="http://schemas.openxmlformats.org/officeDocument/2006/relationships/tags" Target="../tags/tag141.xml"/><Relationship Id="rId42" Type="http://schemas.openxmlformats.org/officeDocument/2006/relationships/tags" Target="../tags/tag162.xml"/><Relationship Id="rId47" Type="http://schemas.openxmlformats.org/officeDocument/2006/relationships/tags" Target="../tags/tag167.xml"/><Relationship Id="rId63" Type="http://schemas.openxmlformats.org/officeDocument/2006/relationships/tags" Target="../tags/tag183.xml"/><Relationship Id="rId68" Type="http://schemas.openxmlformats.org/officeDocument/2006/relationships/tags" Target="../tags/tag188.xml"/><Relationship Id="rId84" Type="http://schemas.openxmlformats.org/officeDocument/2006/relationships/tags" Target="../tags/tag204.xml"/><Relationship Id="rId89" Type="http://schemas.openxmlformats.org/officeDocument/2006/relationships/tags" Target="../tags/tag209.xml"/><Relationship Id="rId112" Type="http://schemas.openxmlformats.org/officeDocument/2006/relationships/tags" Target="../tags/tag232.xml"/><Relationship Id="rId16" Type="http://schemas.openxmlformats.org/officeDocument/2006/relationships/tags" Target="../tags/tag136.xml"/><Relationship Id="rId107" Type="http://schemas.openxmlformats.org/officeDocument/2006/relationships/tags" Target="../tags/tag227.xml"/><Relationship Id="rId11" Type="http://schemas.openxmlformats.org/officeDocument/2006/relationships/tags" Target="../tags/tag131.xml"/><Relationship Id="rId32" Type="http://schemas.openxmlformats.org/officeDocument/2006/relationships/tags" Target="../tags/tag152.xml"/><Relationship Id="rId37" Type="http://schemas.openxmlformats.org/officeDocument/2006/relationships/tags" Target="../tags/tag157.xml"/><Relationship Id="rId53" Type="http://schemas.openxmlformats.org/officeDocument/2006/relationships/tags" Target="../tags/tag173.xml"/><Relationship Id="rId58" Type="http://schemas.openxmlformats.org/officeDocument/2006/relationships/tags" Target="../tags/tag178.xml"/><Relationship Id="rId74" Type="http://schemas.openxmlformats.org/officeDocument/2006/relationships/tags" Target="../tags/tag194.xml"/><Relationship Id="rId79" Type="http://schemas.openxmlformats.org/officeDocument/2006/relationships/tags" Target="../tags/tag199.xml"/><Relationship Id="rId102" Type="http://schemas.openxmlformats.org/officeDocument/2006/relationships/tags" Target="../tags/tag222.xml"/><Relationship Id="rId123" Type="http://schemas.openxmlformats.org/officeDocument/2006/relationships/image" Target="../media/image36.png"/><Relationship Id="rId128" Type="http://schemas.openxmlformats.org/officeDocument/2006/relationships/image" Target="../media/image41.png"/><Relationship Id="rId5" Type="http://schemas.openxmlformats.org/officeDocument/2006/relationships/tags" Target="../tags/tag125.xml"/><Relationship Id="rId90" Type="http://schemas.openxmlformats.org/officeDocument/2006/relationships/tags" Target="../tags/tag210.xml"/><Relationship Id="rId95" Type="http://schemas.openxmlformats.org/officeDocument/2006/relationships/tags" Target="../tags/tag215.xml"/><Relationship Id="rId22" Type="http://schemas.openxmlformats.org/officeDocument/2006/relationships/tags" Target="../tags/tag142.xml"/><Relationship Id="rId27" Type="http://schemas.openxmlformats.org/officeDocument/2006/relationships/tags" Target="../tags/tag147.xml"/><Relationship Id="rId43" Type="http://schemas.openxmlformats.org/officeDocument/2006/relationships/tags" Target="../tags/tag163.xml"/><Relationship Id="rId48" Type="http://schemas.openxmlformats.org/officeDocument/2006/relationships/tags" Target="../tags/tag168.xml"/><Relationship Id="rId64" Type="http://schemas.openxmlformats.org/officeDocument/2006/relationships/tags" Target="../tags/tag184.xml"/><Relationship Id="rId69" Type="http://schemas.openxmlformats.org/officeDocument/2006/relationships/tags" Target="../tags/tag189.xml"/><Relationship Id="rId113" Type="http://schemas.openxmlformats.org/officeDocument/2006/relationships/tags" Target="../tags/tag233.xml"/><Relationship Id="rId118" Type="http://schemas.openxmlformats.org/officeDocument/2006/relationships/tags" Target="../tags/tag238.xml"/><Relationship Id="rId80" Type="http://schemas.openxmlformats.org/officeDocument/2006/relationships/tags" Target="../tags/tag200.xml"/><Relationship Id="rId85" Type="http://schemas.openxmlformats.org/officeDocument/2006/relationships/tags" Target="../tags/tag205.xml"/><Relationship Id="rId12" Type="http://schemas.openxmlformats.org/officeDocument/2006/relationships/tags" Target="../tags/tag132.xml"/><Relationship Id="rId17" Type="http://schemas.openxmlformats.org/officeDocument/2006/relationships/tags" Target="../tags/tag137.xml"/><Relationship Id="rId33" Type="http://schemas.openxmlformats.org/officeDocument/2006/relationships/tags" Target="../tags/tag153.xml"/><Relationship Id="rId38" Type="http://schemas.openxmlformats.org/officeDocument/2006/relationships/tags" Target="../tags/tag158.xml"/><Relationship Id="rId59" Type="http://schemas.openxmlformats.org/officeDocument/2006/relationships/tags" Target="../tags/tag179.xml"/><Relationship Id="rId103" Type="http://schemas.openxmlformats.org/officeDocument/2006/relationships/tags" Target="../tags/tag223.xml"/><Relationship Id="rId108" Type="http://schemas.openxmlformats.org/officeDocument/2006/relationships/tags" Target="../tags/tag228.xml"/><Relationship Id="rId124" Type="http://schemas.openxmlformats.org/officeDocument/2006/relationships/image" Target="../media/image37.png"/><Relationship Id="rId129" Type="http://schemas.openxmlformats.org/officeDocument/2006/relationships/image" Target="../media/image42.svg"/><Relationship Id="rId54" Type="http://schemas.openxmlformats.org/officeDocument/2006/relationships/tags" Target="../tags/tag174.xml"/><Relationship Id="rId70" Type="http://schemas.openxmlformats.org/officeDocument/2006/relationships/tags" Target="../tags/tag190.xml"/><Relationship Id="rId75" Type="http://schemas.openxmlformats.org/officeDocument/2006/relationships/tags" Target="../tags/tag195.xml"/><Relationship Id="rId91" Type="http://schemas.openxmlformats.org/officeDocument/2006/relationships/tags" Target="../tags/tag211.xml"/><Relationship Id="rId96" Type="http://schemas.openxmlformats.org/officeDocument/2006/relationships/tags" Target="../tags/tag216.xml"/><Relationship Id="rId1" Type="http://schemas.openxmlformats.org/officeDocument/2006/relationships/tags" Target="../tags/tag121.xml"/><Relationship Id="rId6" Type="http://schemas.openxmlformats.org/officeDocument/2006/relationships/tags" Target="../tags/tag126.xml"/><Relationship Id="rId23" Type="http://schemas.openxmlformats.org/officeDocument/2006/relationships/tags" Target="../tags/tag143.xml"/><Relationship Id="rId28" Type="http://schemas.openxmlformats.org/officeDocument/2006/relationships/tags" Target="../tags/tag148.xml"/><Relationship Id="rId49" Type="http://schemas.openxmlformats.org/officeDocument/2006/relationships/tags" Target="../tags/tag169.xml"/><Relationship Id="rId114" Type="http://schemas.openxmlformats.org/officeDocument/2006/relationships/tags" Target="../tags/tag234.xml"/><Relationship Id="rId119" Type="http://schemas.openxmlformats.org/officeDocument/2006/relationships/tags" Target="../tags/tag239.xml"/><Relationship Id="rId44" Type="http://schemas.openxmlformats.org/officeDocument/2006/relationships/tags" Target="../tags/tag164.xml"/><Relationship Id="rId60" Type="http://schemas.openxmlformats.org/officeDocument/2006/relationships/tags" Target="../tags/tag180.xml"/><Relationship Id="rId65" Type="http://schemas.openxmlformats.org/officeDocument/2006/relationships/tags" Target="../tags/tag185.xml"/><Relationship Id="rId81" Type="http://schemas.openxmlformats.org/officeDocument/2006/relationships/tags" Target="../tags/tag201.xml"/><Relationship Id="rId86" Type="http://schemas.openxmlformats.org/officeDocument/2006/relationships/tags" Target="../tags/tag206.xml"/><Relationship Id="rId13" Type="http://schemas.openxmlformats.org/officeDocument/2006/relationships/tags" Target="../tags/tag133.xml"/><Relationship Id="rId18" Type="http://schemas.openxmlformats.org/officeDocument/2006/relationships/tags" Target="../tags/tag138.xml"/><Relationship Id="rId39" Type="http://schemas.openxmlformats.org/officeDocument/2006/relationships/tags" Target="../tags/tag159.xml"/><Relationship Id="rId109" Type="http://schemas.openxmlformats.org/officeDocument/2006/relationships/tags" Target="../tags/tag229.xml"/><Relationship Id="rId34" Type="http://schemas.openxmlformats.org/officeDocument/2006/relationships/tags" Target="../tags/tag154.xml"/><Relationship Id="rId50" Type="http://schemas.openxmlformats.org/officeDocument/2006/relationships/tags" Target="../tags/tag170.xml"/><Relationship Id="rId55" Type="http://schemas.openxmlformats.org/officeDocument/2006/relationships/tags" Target="../tags/tag175.xml"/><Relationship Id="rId76" Type="http://schemas.openxmlformats.org/officeDocument/2006/relationships/tags" Target="../tags/tag196.xml"/><Relationship Id="rId97" Type="http://schemas.openxmlformats.org/officeDocument/2006/relationships/tags" Target="../tags/tag217.xml"/><Relationship Id="rId104" Type="http://schemas.openxmlformats.org/officeDocument/2006/relationships/tags" Target="../tags/tag224.xml"/><Relationship Id="rId120" Type="http://schemas.openxmlformats.org/officeDocument/2006/relationships/tags" Target="../tags/tag240.xml"/><Relationship Id="rId125" Type="http://schemas.openxmlformats.org/officeDocument/2006/relationships/image" Target="../media/image38.png"/><Relationship Id="rId7" Type="http://schemas.openxmlformats.org/officeDocument/2006/relationships/tags" Target="../tags/tag127.xml"/><Relationship Id="rId71" Type="http://schemas.openxmlformats.org/officeDocument/2006/relationships/tags" Target="../tags/tag191.xml"/><Relationship Id="rId92" Type="http://schemas.openxmlformats.org/officeDocument/2006/relationships/tags" Target="../tags/tag212.xml"/><Relationship Id="rId2" Type="http://schemas.openxmlformats.org/officeDocument/2006/relationships/tags" Target="../tags/tag122.xml"/><Relationship Id="rId29" Type="http://schemas.openxmlformats.org/officeDocument/2006/relationships/tags" Target="../tags/tag149.xml"/><Relationship Id="rId24" Type="http://schemas.openxmlformats.org/officeDocument/2006/relationships/tags" Target="../tags/tag144.xml"/><Relationship Id="rId40" Type="http://schemas.openxmlformats.org/officeDocument/2006/relationships/tags" Target="../tags/tag160.xml"/><Relationship Id="rId45" Type="http://schemas.openxmlformats.org/officeDocument/2006/relationships/tags" Target="../tags/tag165.xml"/><Relationship Id="rId66" Type="http://schemas.openxmlformats.org/officeDocument/2006/relationships/tags" Target="../tags/tag186.xml"/><Relationship Id="rId87" Type="http://schemas.openxmlformats.org/officeDocument/2006/relationships/tags" Target="../tags/tag207.xml"/><Relationship Id="rId110" Type="http://schemas.openxmlformats.org/officeDocument/2006/relationships/tags" Target="../tags/tag230.xml"/><Relationship Id="rId115" Type="http://schemas.openxmlformats.org/officeDocument/2006/relationships/tags" Target="../tags/tag235.xml"/><Relationship Id="rId61" Type="http://schemas.openxmlformats.org/officeDocument/2006/relationships/tags" Target="../tags/tag181.xml"/><Relationship Id="rId82" Type="http://schemas.openxmlformats.org/officeDocument/2006/relationships/tags" Target="../tags/tag202.xml"/><Relationship Id="rId19" Type="http://schemas.openxmlformats.org/officeDocument/2006/relationships/tags" Target="../tags/tag139.xml"/><Relationship Id="rId14" Type="http://schemas.openxmlformats.org/officeDocument/2006/relationships/tags" Target="../tags/tag134.xml"/><Relationship Id="rId30" Type="http://schemas.openxmlformats.org/officeDocument/2006/relationships/tags" Target="../tags/tag150.xml"/><Relationship Id="rId35" Type="http://schemas.openxmlformats.org/officeDocument/2006/relationships/tags" Target="../tags/tag155.xml"/><Relationship Id="rId56" Type="http://schemas.openxmlformats.org/officeDocument/2006/relationships/tags" Target="../tags/tag176.xml"/><Relationship Id="rId77" Type="http://schemas.openxmlformats.org/officeDocument/2006/relationships/tags" Target="../tags/tag197.xml"/><Relationship Id="rId100" Type="http://schemas.openxmlformats.org/officeDocument/2006/relationships/tags" Target="../tags/tag220.xml"/><Relationship Id="rId105" Type="http://schemas.openxmlformats.org/officeDocument/2006/relationships/tags" Target="../tags/tag225.xml"/><Relationship Id="rId126" Type="http://schemas.openxmlformats.org/officeDocument/2006/relationships/image" Target="../media/image39.png"/><Relationship Id="rId8" Type="http://schemas.openxmlformats.org/officeDocument/2006/relationships/tags" Target="../tags/tag128.xml"/><Relationship Id="rId51" Type="http://schemas.openxmlformats.org/officeDocument/2006/relationships/tags" Target="../tags/tag171.xml"/><Relationship Id="rId72" Type="http://schemas.openxmlformats.org/officeDocument/2006/relationships/tags" Target="../tags/tag192.xml"/><Relationship Id="rId93" Type="http://schemas.openxmlformats.org/officeDocument/2006/relationships/tags" Target="../tags/tag213.xml"/><Relationship Id="rId98" Type="http://schemas.openxmlformats.org/officeDocument/2006/relationships/tags" Target="../tags/tag218.xml"/><Relationship Id="rId121" Type="http://schemas.openxmlformats.org/officeDocument/2006/relationships/slideLayout" Target="../slideLayouts/slideLayout2.xml"/><Relationship Id="rId3" Type="http://schemas.openxmlformats.org/officeDocument/2006/relationships/tags" Target="../tags/tag123.xml"/><Relationship Id="rId25" Type="http://schemas.openxmlformats.org/officeDocument/2006/relationships/tags" Target="../tags/tag145.xml"/><Relationship Id="rId46" Type="http://schemas.openxmlformats.org/officeDocument/2006/relationships/tags" Target="../tags/tag166.xml"/><Relationship Id="rId67" Type="http://schemas.openxmlformats.org/officeDocument/2006/relationships/tags" Target="../tags/tag187.xml"/><Relationship Id="rId116" Type="http://schemas.openxmlformats.org/officeDocument/2006/relationships/tags" Target="../tags/tag236.xml"/><Relationship Id="rId20" Type="http://schemas.openxmlformats.org/officeDocument/2006/relationships/tags" Target="../tags/tag140.xml"/><Relationship Id="rId41" Type="http://schemas.openxmlformats.org/officeDocument/2006/relationships/tags" Target="../tags/tag161.xml"/><Relationship Id="rId62" Type="http://schemas.openxmlformats.org/officeDocument/2006/relationships/tags" Target="../tags/tag182.xml"/><Relationship Id="rId83" Type="http://schemas.openxmlformats.org/officeDocument/2006/relationships/tags" Target="../tags/tag203.xml"/><Relationship Id="rId88" Type="http://schemas.openxmlformats.org/officeDocument/2006/relationships/tags" Target="../tags/tag208.xml"/><Relationship Id="rId111" Type="http://schemas.openxmlformats.org/officeDocument/2006/relationships/tags" Target="../tags/tag231.xml"/><Relationship Id="rId15" Type="http://schemas.openxmlformats.org/officeDocument/2006/relationships/tags" Target="../tags/tag135.xml"/><Relationship Id="rId36" Type="http://schemas.openxmlformats.org/officeDocument/2006/relationships/tags" Target="../tags/tag156.xml"/><Relationship Id="rId57" Type="http://schemas.openxmlformats.org/officeDocument/2006/relationships/tags" Target="../tags/tag177.xml"/><Relationship Id="rId106" Type="http://schemas.openxmlformats.org/officeDocument/2006/relationships/tags" Target="../tags/tag226.xml"/><Relationship Id="rId127" Type="http://schemas.openxmlformats.org/officeDocument/2006/relationships/image" Target="../media/image40.png"/><Relationship Id="rId10" Type="http://schemas.openxmlformats.org/officeDocument/2006/relationships/tags" Target="../tags/tag130.xml"/><Relationship Id="rId31" Type="http://schemas.openxmlformats.org/officeDocument/2006/relationships/tags" Target="../tags/tag151.xml"/><Relationship Id="rId52" Type="http://schemas.openxmlformats.org/officeDocument/2006/relationships/tags" Target="../tags/tag172.xml"/><Relationship Id="rId73" Type="http://schemas.openxmlformats.org/officeDocument/2006/relationships/tags" Target="../tags/tag193.xml"/><Relationship Id="rId78" Type="http://schemas.openxmlformats.org/officeDocument/2006/relationships/tags" Target="../tags/tag198.xml"/><Relationship Id="rId94" Type="http://schemas.openxmlformats.org/officeDocument/2006/relationships/tags" Target="../tags/tag214.xml"/><Relationship Id="rId99" Type="http://schemas.openxmlformats.org/officeDocument/2006/relationships/tags" Target="../tags/tag219.xml"/><Relationship Id="rId101" Type="http://schemas.openxmlformats.org/officeDocument/2006/relationships/tags" Target="../tags/tag221.xml"/><Relationship Id="rId122" Type="http://schemas.openxmlformats.org/officeDocument/2006/relationships/notesSlide" Target="../notesSlides/notesSlide19.xml"/><Relationship Id="rId4" Type="http://schemas.openxmlformats.org/officeDocument/2006/relationships/tags" Target="../tags/tag124.xml"/><Relationship Id="rId9" Type="http://schemas.openxmlformats.org/officeDocument/2006/relationships/tags" Target="../tags/tag129.xml"/><Relationship Id="rId26" Type="http://schemas.openxmlformats.org/officeDocument/2006/relationships/tags" Target="../tags/tag146.xml"/></Relationships>
</file>

<file path=ppt/slides/_rels/slide2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jpeg"/><Relationship Id="rId3" Type="http://schemas.openxmlformats.org/officeDocument/2006/relationships/image" Target="../media/image44.png"/><Relationship Id="rId7" Type="http://schemas.openxmlformats.org/officeDocument/2006/relationships/image" Target="../media/image48.jpeg"/><Relationship Id="rId12" Type="http://schemas.openxmlformats.org/officeDocument/2006/relationships/image" Target="../media/image53.jpe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7.jpeg"/><Relationship Id="rId11" Type="http://schemas.openxmlformats.org/officeDocument/2006/relationships/image" Target="../media/image52.png"/><Relationship Id="rId5" Type="http://schemas.openxmlformats.org/officeDocument/2006/relationships/image" Target="../media/image46.png"/><Relationship Id="rId15" Type="http://schemas.openxmlformats.org/officeDocument/2006/relationships/image" Target="../media/image56.png"/><Relationship Id="rId10" Type="http://schemas.openxmlformats.org/officeDocument/2006/relationships/image" Target="../media/image51.jpeg"/><Relationship Id="rId4" Type="http://schemas.openxmlformats.org/officeDocument/2006/relationships/image" Target="../media/image45.png"/><Relationship Id="rId9" Type="http://schemas.openxmlformats.org/officeDocument/2006/relationships/image" Target="../media/image50.png"/><Relationship Id="rId14" Type="http://schemas.openxmlformats.org/officeDocument/2006/relationships/image" Target="../media/image55.tif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F59BB9-3EF0-B241-8B8E-3CFEF0F9D779}"/>
              </a:ext>
            </a:extLst>
          </p:cNvPr>
          <p:cNvSpPr>
            <a:spLocks noGrp="1"/>
          </p:cNvSpPr>
          <p:nvPr>
            <p:ph type="ctrTitle"/>
          </p:nvPr>
        </p:nvSpPr>
        <p:spPr>
          <a:xfrm>
            <a:off x="1524000" y="1535106"/>
            <a:ext cx="9144000" cy="2062339"/>
          </a:xfrm>
        </p:spPr>
        <p:txBody>
          <a:bodyPr anchor="ctr">
            <a:noAutofit/>
          </a:bodyPr>
          <a:lstStyle/>
          <a:p>
            <a:pPr>
              <a:lnSpc>
                <a:spcPct val="150000"/>
              </a:lnSpc>
            </a:pPr>
            <a:r>
              <a:rPr kumimoji="1" lang="en-US" altLang="zh-CN" sz="4400" dirty="0">
                <a:solidFill>
                  <a:schemeClr val="bg2">
                    <a:lumMod val="10000"/>
                  </a:schemeClr>
                </a:solidFill>
              </a:rPr>
              <a:t>When </a:t>
            </a:r>
            <a:r>
              <a:rPr kumimoji="1" lang="en-US" altLang="zh-CN" sz="4400" b="1" dirty="0">
                <a:solidFill>
                  <a:schemeClr val="accent1">
                    <a:lumMod val="75000"/>
                  </a:schemeClr>
                </a:solidFill>
              </a:rPr>
              <a:t>FPGA</a:t>
            </a:r>
            <a:r>
              <a:rPr kumimoji="1" lang="en-US" altLang="zh-CN" sz="4400" dirty="0"/>
              <a:t> </a:t>
            </a:r>
            <a:r>
              <a:rPr kumimoji="1" lang="en-US" altLang="zh-CN" sz="4400" dirty="0">
                <a:solidFill>
                  <a:schemeClr val="bg2">
                    <a:lumMod val="10000"/>
                  </a:schemeClr>
                </a:solidFill>
              </a:rPr>
              <a:t>Meets </a:t>
            </a:r>
            <a:r>
              <a:rPr kumimoji="1" lang="en-US" altLang="zh-CN" sz="4400" b="1" dirty="0">
                <a:solidFill>
                  <a:schemeClr val="accent6">
                    <a:lumMod val="75000"/>
                  </a:schemeClr>
                </a:solidFill>
              </a:rPr>
              <a:t>Dataflow Analysis</a:t>
            </a:r>
            <a:br>
              <a:rPr kumimoji="1" lang="en-US" altLang="zh-CN" sz="4000" dirty="0"/>
            </a:br>
            <a:r>
              <a:rPr kumimoji="1" lang="en-US" altLang="zh-CN" sz="2800" b="0" i="1" u="none" strike="noStrike" kern="1200" cap="none" spc="0" normalizeH="0" baseline="0" noProof="0" dirty="0">
                <a:ln>
                  <a:noFill/>
                </a:ln>
                <a:solidFill>
                  <a:schemeClr val="bg2">
                    <a:lumMod val="10000"/>
                  </a:schemeClr>
                </a:solidFill>
                <a:effectLst/>
                <a:uLnTx/>
                <a:uFillTx/>
                <a:latin typeface="Candara" panose="020E0502030303020204"/>
                <a:ea typeface="LINUX BIOLINUM T" panose="02000503000000000000" pitchFamily="2" charset="0"/>
                <a:cs typeface="LINUX BIOLINUM T" panose="02000503000000000000" pitchFamily="2" charset="0"/>
              </a:rPr>
              <a:t>(An Explorative Step)</a:t>
            </a:r>
            <a:endParaRPr kumimoji="1" lang="zh-CN" altLang="en-US" sz="4000" i="1" dirty="0">
              <a:solidFill>
                <a:schemeClr val="bg2">
                  <a:lumMod val="10000"/>
                </a:schemeClr>
              </a:solidFill>
              <a:cs typeface="LINUX BIOLINUM T" panose="02000503000000000000" pitchFamily="2" charset="0"/>
            </a:endParaRPr>
          </a:p>
        </p:txBody>
      </p:sp>
      <p:sp>
        <p:nvSpPr>
          <p:cNvPr id="3" name="副标题 2">
            <a:extLst>
              <a:ext uri="{FF2B5EF4-FFF2-40B4-BE49-F238E27FC236}">
                <a16:creationId xmlns:a16="http://schemas.microsoft.com/office/drawing/2014/main" id="{4B65B87F-CF9B-9545-877F-FB580DD5924B}"/>
              </a:ext>
            </a:extLst>
          </p:cNvPr>
          <p:cNvSpPr>
            <a:spLocks noGrp="1"/>
          </p:cNvSpPr>
          <p:nvPr>
            <p:ph type="subTitle" idx="1"/>
          </p:nvPr>
        </p:nvSpPr>
        <p:spPr>
          <a:xfrm>
            <a:off x="1524000" y="3818876"/>
            <a:ext cx="9144000" cy="1114341"/>
          </a:xfrm>
        </p:spPr>
        <p:txBody>
          <a:bodyPr anchor="ctr">
            <a:normAutofit/>
          </a:bodyPr>
          <a:lstStyle/>
          <a:p>
            <a:r>
              <a:rPr kumimoji="1" lang="en-US" altLang="zh-CN" dirty="0">
                <a:solidFill>
                  <a:schemeClr val="tx1">
                    <a:lumMod val="65000"/>
                    <a:lumOff val="35000"/>
                  </a:schemeClr>
                </a:solidFill>
                <a:latin typeface="Arial" panose="020B0604020202020204" pitchFamily="34" charset="0"/>
                <a:cs typeface="Arial" panose="020B0604020202020204" pitchFamily="34" charset="0"/>
              </a:rPr>
              <a:t>Fang Wei, </a:t>
            </a:r>
            <a:r>
              <a:rPr kumimoji="1" lang="en-US" altLang="zh-CN" dirty="0" err="1">
                <a:solidFill>
                  <a:schemeClr val="tx1">
                    <a:lumMod val="65000"/>
                    <a:lumOff val="35000"/>
                  </a:schemeClr>
                </a:solidFill>
                <a:latin typeface="Arial" panose="020B0604020202020204" pitchFamily="34" charset="0"/>
                <a:cs typeface="Arial" panose="020B0604020202020204" pitchFamily="34" charset="0"/>
              </a:rPr>
              <a:t>Qinlin</a:t>
            </a:r>
            <a:r>
              <a:rPr kumimoji="1" lang="en-US" altLang="zh-CN" dirty="0">
                <a:solidFill>
                  <a:schemeClr val="tx1">
                    <a:lumMod val="65000"/>
                    <a:lumOff val="35000"/>
                  </a:schemeClr>
                </a:solidFill>
                <a:latin typeface="Arial" panose="020B0604020202020204" pitchFamily="34" charset="0"/>
                <a:cs typeface="Arial" panose="020B0604020202020204" pitchFamily="34" charset="0"/>
              </a:rPr>
              <a:t> Chen, </a:t>
            </a:r>
            <a:r>
              <a:rPr kumimoji="1" lang="en-US" altLang="zh-CN" dirty="0" err="1">
                <a:solidFill>
                  <a:schemeClr val="tx1">
                    <a:lumMod val="65000"/>
                    <a:lumOff val="35000"/>
                  </a:schemeClr>
                </a:solidFill>
                <a:latin typeface="Arial" panose="020B0604020202020204" pitchFamily="34" charset="0"/>
                <a:cs typeface="Arial" panose="020B0604020202020204" pitchFamily="34" charset="0"/>
              </a:rPr>
              <a:t>Nairen</a:t>
            </a:r>
            <a:r>
              <a:rPr kumimoji="1" lang="en-US" altLang="zh-CN" dirty="0">
                <a:solidFill>
                  <a:schemeClr val="tx1">
                    <a:lumMod val="65000"/>
                    <a:lumOff val="35000"/>
                  </a:schemeClr>
                </a:solidFill>
                <a:latin typeface="Arial" panose="020B0604020202020204" pitchFamily="34" charset="0"/>
                <a:cs typeface="Arial" panose="020B0604020202020204" pitchFamily="34" charset="0"/>
              </a:rPr>
              <a:t> Zhang, </a:t>
            </a:r>
            <a:r>
              <a:rPr kumimoji="1" lang="en-US" altLang="zh-CN" b="1" dirty="0" err="1">
                <a:solidFill>
                  <a:schemeClr val="bg2">
                    <a:lumMod val="25000"/>
                  </a:schemeClr>
                </a:solidFill>
                <a:latin typeface="Arial" panose="020B0604020202020204" pitchFamily="34" charset="0"/>
                <a:cs typeface="Arial" panose="020B0604020202020204" pitchFamily="34" charset="0"/>
              </a:rPr>
              <a:t>Jiacai</a:t>
            </a:r>
            <a:r>
              <a:rPr kumimoji="1" lang="en-US" altLang="zh-CN" b="1" dirty="0">
                <a:solidFill>
                  <a:schemeClr val="bg2">
                    <a:lumMod val="25000"/>
                  </a:schemeClr>
                </a:solidFill>
                <a:latin typeface="Arial" panose="020B0604020202020204" pitchFamily="34" charset="0"/>
                <a:cs typeface="Arial" panose="020B0604020202020204" pitchFamily="34" charset="0"/>
              </a:rPr>
              <a:t> Cui</a:t>
            </a:r>
            <a:r>
              <a:rPr kumimoji="1" lang="en-US" altLang="zh-CN" dirty="0">
                <a:solidFill>
                  <a:schemeClr val="bg2">
                    <a:lumMod val="25000"/>
                  </a:schemeClr>
                </a:solidFill>
                <a:latin typeface="Arial" panose="020B0604020202020204" pitchFamily="34" charset="0"/>
                <a:cs typeface="Arial" panose="020B0604020202020204" pitchFamily="34" charset="0"/>
              </a:rPr>
              <a:t>,</a:t>
            </a:r>
          </a:p>
          <a:p>
            <a:r>
              <a:rPr kumimoji="1" lang="en-US" altLang="zh-CN" dirty="0">
                <a:solidFill>
                  <a:schemeClr val="tx1">
                    <a:lumMod val="65000"/>
                    <a:lumOff val="35000"/>
                  </a:schemeClr>
                </a:solidFill>
                <a:latin typeface="Arial" panose="020B0604020202020204" pitchFamily="34" charset="0"/>
                <a:cs typeface="Arial" panose="020B0604020202020204" pitchFamily="34" charset="0"/>
              </a:rPr>
              <a:t>Tian Tan*, </a:t>
            </a:r>
            <a:r>
              <a:rPr kumimoji="1" lang="en-US" altLang="zh-CN" dirty="0" err="1">
                <a:solidFill>
                  <a:schemeClr val="tx1">
                    <a:lumMod val="65000"/>
                    <a:lumOff val="35000"/>
                  </a:schemeClr>
                </a:solidFill>
                <a:latin typeface="Arial" panose="020B0604020202020204" pitchFamily="34" charset="0"/>
                <a:cs typeface="Arial" panose="020B0604020202020204" pitchFamily="34" charset="0"/>
              </a:rPr>
              <a:t>Zhiqiang</a:t>
            </a:r>
            <a:r>
              <a:rPr kumimoji="1" lang="en-US" altLang="zh-CN" dirty="0">
                <a:solidFill>
                  <a:schemeClr val="tx1">
                    <a:lumMod val="65000"/>
                    <a:lumOff val="35000"/>
                  </a:schemeClr>
                </a:solidFill>
                <a:latin typeface="Arial" panose="020B0604020202020204" pitchFamily="34" charset="0"/>
                <a:cs typeface="Arial" panose="020B0604020202020204" pitchFamily="34" charset="0"/>
              </a:rPr>
              <a:t> </a:t>
            </a:r>
            <a:r>
              <a:rPr kumimoji="1" lang="en-US" altLang="zh-CN" dirty="0" err="1">
                <a:solidFill>
                  <a:schemeClr val="tx1">
                    <a:lumMod val="65000"/>
                    <a:lumOff val="35000"/>
                  </a:schemeClr>
                </a:solidFill>
                <a:latin typeface="Arial" panose="020B0604020202020204" pitchFamily="34" charset="0"/>
                <a:cs typeface="Arial" panose="020B0604020202020204" pitchFamily="34" charset="0"/>
              </a:rPr>
              <a:t>Zuo</a:t>
            </a:r>
            <a:r>
              <a:rPr kumimoji="1" lang="en-US" altLang="zh-CN" dirty="0">
                <a:solidFill>
                  <a:schemeClr val="tx1">
                    <a:lumMod val="65000"/>
                    <a:lumOff val="35000"/>
                  </a:schemeClr>
                </a:solidFill>
                <a:latin typeface="Arial" panose="020B0604020202020204" pitchFamily="34" charset="0"/>
                <a:cs typeface="Arial" panose="020B0604020202020204" pitchFamily="34" charset="0"/>
              </a:rPr>
              <a:t>, and Yue Li*</a:t>
            </a:r>
            <a:endParaRPr kumimoji="1" lang="zh-CN" altLang="en-US" dirty="0">
              <a:solidFill>
                <a:schemeClr val="tx1">
                  <a:lumMod val="65000"/>
                  <a:lumOff val="35000"/>
                </a:schemeClr>
              </a:solidFill>
              <a:latin typeface="Arial" panose="020B0604020202020204" pitchFamily="34" charset="0"/>
              <a:cs typeface="Arial" panose="020B0604020202020204" pitchFamily="34" charset="0"/>
            </a:endParaRPr>
          </a:p>
        </p:txBody>
      </p:sp>
      <p:grpSp>
        <p:nvGrpSpPr>
          <p:cNvPr id="7" name="组合 6">
            <a:extLst>
              <a:ext uri="{FF2B5EF4-FFF2-40B4-BE49-F238E27FC236}">
                <a16:creationId xmlns:a16="http://schemas.microsoft.com/office/drawing/2014/main" id="{42403D66-7260-6D4B-B2FD-F39946F9B618}"/>
              </a:ext>
            </a:extLst>
          </p:cNvPr>
          <p:cNvGrpSpPr>
            <a:grpSpLocks noChangeAspect="1"/>
          </p:cNvGrpSpPr>
          <p:nvPr/>
        </p:nvGrpSpPr>
        <p:grpSpPr>
          <a:xfrm>
            <a:off x="2162493" y="5154648"/>
            <a:ext cx="7867013" cy="786983"/>
            <a:chOff x="1990620" y="5056511"/>
            <a:chExt cx="8543488" cy="854654"/>
          </a:xfrm>
        </p:grpSpPr>
        <p:pic>
          <p:nvPicPr>
            <p:cNvPr id="8" name="图形 7">
              <a:extLst>
                <a:ext uri="{FF2B5EF4-FFF2-40B4-BE49-F238E27FC236}">
                  <a16:creationId xmlns:a16="http://schemas.microsoft.com/office/drawing/2014/main" id="{38DD13A6-6D6F-6945-BDC4-CF8600BDEE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90620" y="5145464"/>
              <a:ext cx="2251321" cy="676749"/>
            </a:xfrm>
            <a:prstGeom prst="rect">
              <a:avLst/>
            </a:prstGeom>
          </p:spPr>
        </p:pic>
        <p:pic>
          <p:nvPicPr>
            <p:cNvPr id="9" name="Picture 6" descr="Site Logo">
              <a:extLst>
                <a:ext uri="{FF2B5EF4-FFF2-40B4-BE49-F238E27FC236}">
                  <a16:creationId xmlns:a16="http://schemas.microsoft.com/office/drawing/2014/main" id="{E0E40B89-BA33-BC4F-A885-D0759FD997BA}"/>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338250" y="5058819"/>
              <a:ext cx="1363680" cy="850039"/>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组合 9">
              <a:extLst>
                <a:ext uri="{FF2B5EF4-FFF2-40B4-BE49-F238E27FC236}">
                  <a16:creationId xmlns:a16="http://schemas.microsoft.com/office/drawing/2014/main" id="{587851D7-FEB4-D149-8F02-C6B0446029CE}"/>
                </a:ext>
              </a:extLst>
            </p:cNvPr>
            <p:cNvGrpSpPr/>
            <p:nvPr/>
          </p:nvGrpSpPr>
          <p:grpSpPr>
            <a:xfrm>
              <a:off x="7798244" y="5056511"/>
              <a:ext cx="2735864" cy="854654"/>
              <a:chOff x="7798244" y="5056511"/>
              <a:chExt cx="2735864" cy="854654"/>
            </a:xfrm>
          </p:grpSpPr>
          <p:pic>
            <p:nvPicPr>
              <p:cNvPr id="11" name="图片 10">
                <a:extLst>
                  <a:ext uri="{FF2B5EF4-FFF2-40B4-BE49-F238E27FC236}">
                    <a16:creationId xmlns:a16="http://schemas.microsoft.com/office/drawing/2014/main" id="{DCD360EB-571A-1C48-BA06-20D3F897C349}"/>
                  </a:ext>
                </a:extLst>
              </p:cNvPr>
              <p:cNvPicPr>
                <a:picLocks noChangeAspect="1"/>
              </p:cNvPicPr>
              <p:nvPr/>
            </p:nvPicPr>
            <p:blipFill rotWithShape="1">
              <a:blip r:embed="rId6">
                <a:clrChange>
                  <a:clrFrom>
                    <a:srgbClr val="FFFFFF"/>
                  </a:clrFrom>
                  <a:clrTo>
                    <a:srgbClr val="FFFFFF">
                      <a:alpha val="0"/>
                    </a:srgbClr>
                  </a:clrTo>
                </a:clrChange>
              </a:blip>
              <a:srcRect l="24074"/>
              <a:stretch/>
            </p:blipFill>
            <p:spPr>
              <a:xfrm>
                <a:off x="8503208" y="5058819"/>
                <a:ext cx="2030900" cy="850037"/>
              </a:xfrm>
              <a:prstGeom prst="rect">
                <a:avLst/>
              </a:prstGeom>
            </p:spPr>
          </p:pic>
          <p:pic>
            <p:nvPicPr>
              <p:cNvPr id="12" name="图片 11">
                <a:extLst>
                  <a:ext uri="{FF2B5EF4-FFF2-40B4-BE49-F238E27FC236}">
                    <a16:creationId xmlns:a16="http://schemas.microsoft.com/office/drawing/2014/main" id="{0C888D8F-79E8-8B4A-B10F-2E3258D530DF}"/>
                  </a:ext>
                </a:extLst>
              </p:cNvPr>
              <p:cNvPicPr>
                <a:picLocks noChangeAspect="1"/>
              </p:cNvPicPr>
              <p:nvPr/>
            </p:nvPicPr>
            <p:blipFill rotWithShape="1">
              <a:blip r:embed="rId6">
                <a:clrChange>
                  <a:clrFrom>
                    <a:srgbClr val="FFFFFF"/>
                  </a:clrFrom>
                  <a:clrTo>
                    <a:srgbClr val="FFFFFF">
                      <a:alpha val="0"/>
                    </a:srgbClr>
                  </a:clrTo>
                </a:clrChange>
              </a:blip>
              <a:srcRect r="80324" b="13944"/>
              <a:stretch/>
            </p:blipFill>
            <p:spPr>
              <a:xfrm>
                <a:off x="7798244" y="5056511"/>
                <a:ext cx="614894" cy="854654"/>
              </a:xfrm>
              <a:prstGeom prst="rect">
                <a:avLst/>
              </a:prstGeom>
            </p:spPr>
          </p:pic>
        </p:grpSp>
      </p:grpSp>
      <p:pic>
        <p:nvPicPr>
          <p:cNvPr id="19" name="图片 18">
            <a:extLst>
              <a:ext uri="{FF2B5EF4-FFF2-40B4-BE49-F238E27FC236}">
                <a16:creationId xmlns:a16="http://schemas.microsoft.com/office/drawing/2014/main" id="{6286AC41-6F30-B54F-842C-9A89FA2E6DEC}"/>
              </a:ext>
            </a:extLst>
          </p:cNvPr>
          <p:cNvPicPr>
            <a:picLocks noChangeAspect="1"/>
          </p:cNvPicPr>
          <p:nvPr/>
        </p:nvPicPr>
        <p:blipFill>
          <a:blip r:embed="rId7"/>
          <a:stretch>
            <a:fillRect/>
          </a:stretch>
        </p:blipFill>
        <p:spPr>
          <a:xfrm>
            <a:off x="10334255" y="179053"/>
            <a:ext cx="1756611" cy="1474781"/>
          </a:xfrm>
          <a:prstGeom prst="rect">
            <a:avLst/>
          </a:prstGeom>
        </p:spPr>
      </p:pic>
      <p:pic>
        <p:nvPicPr>
          <p:cNvPr id="21" name="图片 20">
            <a:extLst>
              <a:ext uri="{FF2B5EF4-FFF2-40B4-BE49-F238E27FC236}">
                <a16:creationId xmlns:a16="http://schemas.microsoft.com/office/drawing/2014/main" id="{65B32E67-935B-EF4F-BF15-CAEC0B1D6D61}"/>
              </a:ext>
            </a:extLst>
          </p:cNvPr>
          <p:cNvPicPr>
            <a:picLocks noChangeAspect="1"/>
          </p:cNvPicPr>
          <p:nvPr/>
        </p:nvPicPr>
        <p:blipFill>
          <a:blip r:embed="rId8"/>
          <a:stretch>
            <a:fillRect/>
          </a:stretch>
        </p:blipFill>
        <p:spPr>
          <a:xfrm>
            <a:off x="121682" y="118893"/>
            <a:ext cx="1756611" cy="13174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747596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矩形 56">
            <a:extLst>
              <a:ext uri="{FF2B5EF4-FFF2-40B4-BE49-F238E27FC236}">
                <a16:creationId xmlns:a16="http://schemas.microsoft.com/office/drawing/2014/main" id="{88CCED12-B7AC-8142-A1FF-B45A32B704B5}"/>
              </a:ext>
            </a:extLst>
          </p:cNvPr>
          <p:cNvSpPr/>
          <p:nvPr/>
        </p:nvSpPr>
        <p:spPr>
          <a:xfrm>
            <a:off x="9386372" y="365126"/>
            <a:ext cx="2356450" cy="5231444"/>
          </a:xfrm>
          <a:prstGeom prst="rect">
            <a:avLst/>
          </a:prstGeom>
          <a:solidFill>
            <a:schemeClr val="accent3">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标题 3">
            <a:extLst>
              <a:ext uri="{FF2B5EF4-FFF2-40B4-BE49-F238E27FC236}">
                <a16:creationId xmlns:a16="http://schemas.microsoft.com/office/drawing/2014/main" id="{727EF7F0-A320-7849-93AE-227BC4BC300D}"/>
              </a:ext>
            </a:extLst>
          </p:cNvPr>
          <p:cNvSpPr>
            <a:spLocks noGrp="1"/>
          </p:cNvSpPr>
          <p:nvPr>
            <p:ph type="title"/>
          </p:nvPr>
        </p:nvSpPr>
        <p:spPr/>
        <p:txBody>
          <a:bodyPr>
            <a:noAutofit/>
          </a:bodyPr>
          <a:lstStyle/>
          <a:p>
            <a:r>
              <a:rPr lang="en-US" altLang="zh-CN" dirty="0">
                <a:solidFill>
                  <a:schemeClr val="accent6">
                    <a:lumMod val="75000"/>
                  </a:schemeClr>
                </a:solidFill>
              </a:rPr>
              <a:t>Dataflow Analysis</a:t>
            </a:r>
            <a:endParaRPr lang="zh-CN" altLang="en-US" dirty="0">
              <a:solidFill>
                <a:schemeClr val="accent6">
                  <a:lumMod val="75000"/>
                </a:schemeClr>
              </a:solidFill>
            </a:endParaRPr>
          </a:p>
        </p:txBody>
      </p:sp>
      <p:sp>
        <p:nvSpPr>
          <p:cNvPr id="7" name="内容占位符 6">
            <a:extLst>
              <a:ext uri="{FF2B5EF4-FFF2-40B4-BE49-F238E27FC236}">
                <a16:creationId xmlns:a16="http://schemas.microsoft.com/office/drawing/2014/main" id="{C5B55BF5-6EE5-D64F-A225-D6CF9AAE380F}"/>
              </a:ext>
            </a:extLst>
          </p:cNvPr>
          <p:cNvSpPr>
            <a:spLocks noGrp="1"/>
          </p:cNvSpPr>
          <p:nvPr>
            <p:ph idx="1"/>
          </p:nvPr>
        </p:nvSpPr>
        <p:spPr/>
        <p:txBody>
          <a:bodyPr>
            <a:noAutofit/>
          </a:bodyPr>
          <a:lstStyle/>
          <a:p>
            <a:pPr>
              <a:lnSpc>
                <a:spcPct val="125000"/>
              </a:lnSpc>
            </a:pPr>
            <a:r>
              <a:rPr lang="en-US" altLang="zh-CN" dirty="0"/>
              <a:t>Concept</a:t>
            </a:r>
          </a:p>
          <a:p>
            <a:pPr marL="457200" lvl="1" indent="0">
              <a:lnSpc>
                <a:spcPct val="125000"/>
              </a:lnSpc>
              <a:buNone/>
            </a:pPr>
            <a:r>
              <a:rPr lang="en-US" altLang="zh-CN" dirty="0"/>
              <a:t>Propagates information along a program’s </a:t>
            </a:r>
            <a:r>
              <a:rPr lang="en-US" altLang="zh-CN" i="1" dirty="0"/>
              <a:t>control-flow graph</a:t>
            </a:r>
          </a:p>
          <a:p>
            <a:pPr marL="457200" lvl="1" indent="0">
              <a:lnSpc>
                <a:spcPct val="125000"/>
              </a:lnSpc>
              <a:buNone/>
            </a:pPr>
            <a:r>
              <a:rPr lang="en-US" altLang="zh-CN" dirty="0"/>
              <a:t>to determine </a:t>
            </a:r>
            <a:r>
              <a:rPr lang="en-US" altLang="zh-CN" dirty="0">
                <a:solidFill>
                  <a:schemeClr val="accent6">
                    <a:lumMod val="75000"/>
                  </a:schemeClr>
                </a:solidFill>
              </a:rPr>
              <a:t>the data fact </a:t>
            </a:r>
            <a:r>
              <a:rPr lang="en-US" altLang="zh-CN" dirty="0"/>
              <a:t>at each </a:t>
            </a:r>
            <a:r>
              <a:rPr lang="en-US" altLang="zh-CN" dirty="0">
                <a:solidFill>
                  <a:schemeClr val="accent1">
                    <a:lumMod val="75000"/>
                  </a:schemeClr>
                </a:solidFill>
              </a:rPr>
              <a:t>program point</a:t>
            </a:r>
            <a:r>
              <a:rPr lang="en-US" altLang="zh-CN" dirty="0"/>
              <a:t>.</a:t>
            </a:r>
          </a:p>
          <a:p>
            <a:pPr marL="457200" lvl="1" indent="0">
              <a:lnSpc>
                <a:spcPct val="125000"/>
              </a:lnSpc>
              <a:buNone/>
            </a:pPr>
            <a:endParaRPr lang="en-US" altLang="zh-CN" dirty="0"/>
          </a:p>
          <a:p>
            <a:pPr>
              <a:lnSpc>
                <a:spcPct val="125000"/>
              </a:lnSpc>
            </a:pPr>
            <a:r>
              <a:rPr lang="en-US" altLang="zh-CN" dirty="0"/>
              <a:t>Importance</a:t>
            </a:r>
          </a:p>
          <a:p>
            <a:pPr marL="457200" lvl="1" indent="0">
              <a:lnSpc>
                <a:spcPct val="125000"/>
              </a:lnSpc>
              <a:buNone/>
            </a:pPr>
            <a:r>
              <a:rPr lang="en-US" altLang="zh-CN" dirty="0">
                <a:solidFill>
                  <a:srgbClr val="C00000"/>
                </a:solidFill>
              </a:rPr>
              <a:t>Fundamental</a:t>
            </a:r>
            <a:r>
              <a:rPr lang="en-US" altLang="zh-CN" dirty="0"/>
              <a:t> in revealing general-purpose program information</a:t>
            </a:r>
          </a:p>
          <a:p>
            <a:pPr marL="914400" lvl="2" indent="0">
              <a:lnSpc>
                <a:spcPct val="125000"/>
              </a:lnSpc>
              <a:buNone/>
            </a:pPr>
            <a:r>
              <a:rPr lang="en-US" altLang="zh-CN" i="1" dirty="0">
                <a:latin typeface="Arial" panose="020B0604020202020204" pitchFamily="34" charset="0"/>
                <a:cs typeface="Arial" panose="020B0604020202020204" pitchFamily="34" charset="0"/>
              </a:rPr>
              <a:t>e.g., </a:t>
            </a:r>
            <a:r>
              <a:rPr lang="en-US" altLang="zh-CN" i="1" dirty="0">
                <a:solidFill>
                  <a:schemeClr val="accent6">
                    <a:lumMod val="75000"/>
                  </a:schemeClr>
                </a:solidFill>
                <a:latin typeface="Arial" panose="020B0604020202020204" pitchFamily="34" charset="0"/>
                <a:cs typeface="Arial" panose="020B0604020202020204" pitchFamily="34" charset="0"/>
              </a:rPr>
              <a:t>live variables</a:t>
            </a:r>
            <a:r>
              <a:rPr lang="en-US" altLang="zh-CN" i="1" dirty="0">
                <a:latin typeface="Arial" panose="020B0604020202020204" pitchFamily="34" charset="0"/>
                <a:cs typeface="Arial" panose="020B0604020202020204" pitchFamily="34" charset="0"/>
              </a:rPr>
              <a:t>, reaching definitions, available expressions, etc.</a:t>
            </a:r>
          </a:p>
          <a:p>
            <a:pPr marL="457200" lvl="1" indent="0">
              <a:lnSpc>
                <a:spcPct val="125000"/>
              </a:lnSpc>
              <a:buNone/>
            </a:pPr>
            <a:r>
              <a:rPr lang="en-US" altLang="zh-CN" dirty="0">
                <a:solidFill>
                  <a:srgbClr val="C00000"/>
                </a:solidFill>
              </a:rPr>
              <a:t>Useful</a:t>
            </a:r>
            <a:r>
              <a:rPr lang="en-US" altLang="zh-CN" dirty="0"/>
              <a:t> for many software engineering tasks</a:t>
            </a:r>
          </a:p>
          <a:p>
            <a:pPr marL="914400" lvl="2" indent="0">
              <a:lnSpc>
                <a:spcPct val="125000"/>
              </a:lnSpc>
              <a:buNone/>
            </a:pPr>
            <a:r>
              <a:rPr lang="en-US" altLang="zh-CN" i="1" dirty="0">
                <a:latin typeface="Arial" panose="020B0604020202020204" pitchFamily="34" charset="0"/>
                <a:cs typeface="Arial" panose="020B0604020202020204" pitchFamily="34" charset="0"/>
              </a:rPr>
              <a:t>e.g., bug detection, security analysis, code optimization, program understanding, etc.</a:t>
            </a:r>
            <a:endParaRPr lang="zh-CN" altLang="en-US" i="1" dirty="0">
              <a:latin typeface="Arial" panose="020B0604020202020204" pitchFamily="34" charset="0"/>
              <a:cs typeface="Arial" panose="020B0604020202020204" pitchFamily="34" charset="0"/>
            </a:endParaRPr>
          </a:p>
        </p:txBody>
      </p:sp>
      <p:sp>
        <p:nvSpPr>
          <p:cNvPr id="32" name="灯片编号占位符 31">
            <a:extLst>
              <a:ext uri="{FF2B5EF4-FFF2-40B4-BE49-F238E27FC236}">
                <a16:creationId xmlns:a16="http://schemas.microsoft.com/office/drawing/2014/main" id="{DFACE585-3DEA-CD46-9EC3-EEA6186F8032}"/>
              </a:ext>
            </a:extLst>
          </p:cNvPr>
          <p:cNvSpPr>
            <a:spLocks noGrp="1"/>
          </p:cNvSpPr>
          <p:nvPr>
            <p:ph type="sldNum" sz="quarter" idx="12"/>
          </p:nvPr>
        </p:nvSpPr>
        <p:spPr/>
        <p:txBody>
          <a:bodyPr/>
          <a:lstStyle/>
          <a:p>
            <a:fld id="{978860AA-0FA6-EE41-AD3E-89DCDAAFC63F}" type="slidenum">
              <a:rPr kumimoji="1" lang="zh-CN" altLang="en-US" smtClean="0"/>
              <a:t>2</a:t>
            </a:fld>
            <a:endParaRPr kumimoji="1" lang="zh-CN" altLang="en-US"/>
          </a:p>
        </p:txBody>
      </p:sp>
      <p:sp>
        <p:nvSpPr>
          <p:cNvPr id="8" name="矩形 7">
            <a:extLst>
              <a:ext uri="{FF2B5EF4-FFF2-40B4-BE49-F238E27FC236}">
                <a16:creationId xmlns:a16="http://schemas.microsoft.com/office/drawing/2014/main" id="{0869D440-A775-AE4D-A877-33DDAEBD630B}"/>
              </a:ext>
            </a:extLst>
          </p:cNvPr>
          <p:cNvSpPr/>
          <p:nvPr/>
        </p:nvSpPr>
        <p:spPr>
          <a:xfrm>
            <a:off x="9810553" y="1387767"/>
            <a:ext cx="1528013" cy="283541"/>
          </a:xfrm>
          <a:prstGeom prst="rect">
            <a:avLst/>
          </a:prstGeom>
          <a:ln w="12700">
            <a:prstDash val="sysDash"/>
            <a:extLst>
              <a:ext uri="{C807C97D-BFC1-408E-A445-0C87EB9F89A2}">
                <ask:lineSketchStyleProps xmlns:ask="http://schemas.microsoft.com/office/drawing/2018/sketchyshapes" sd="1959150775">
                  <a:custGeom>
                    <a:avLst/>
                    <a:gdLst>
                      <a:gd name="connsiteX0" fmla="*/ 0 w 1528013"/>
                      <a:gd name="connsiteY0" fmla="*/ 0 h 283541"/>
                      <a:gd name="connsiteX1" fmla="*/ 463497 w 1528013"/>
                      <a:gd name="connsiteY1" fmla="*/ 0 h 283541"/>
                      <a:gd name="connsiteX2" fmla="*/ 957555 w 1528013"/>
                      <a:gd name="connsiteY2" fmla="*/ 0 h 283541"/>
                      <a:gd name="connsiteX3" fmla="*/ 1528013 w 1528013"/>
                      <a:gd name="connsiteY3" fmla="*/ 0 h 283541"/>
                      <a:gd name="connsiteX4" fmla="*/ 1528013 w 1528013"/>
                      <a:gd name="connsiteY4" fmla="*/ 283541 h 283541"/>
                      <a:gd name="connsiteX5" fmla="*/ 988115 w 1528013"/>
                      <a:gd name="connsiteY5" fmla="*/ 283541 h 283541"/>
                      <a:gd name="connsiteX6" fmla="*/ 524618 w 1528013"/>
                      <a:gd name="connsiteY6" fmla="*/ 283541 h 283541"/>
                      <a:gd name="connsiteX7" fmla="*/ 0 w 1528013"/>
                      <a:gd name="connsiteY7" fmla="*/ 283541 h 283541"/>
                      <a:gd name="connsiteX8" fmla="*/ 0 w 1528013"/>
                      <a:gd name="connsiteY8" fmla="*/ 0 h 28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8013" h="283541" fill="none" extrusionOk="0">
                        <a:moveTo>
                          <a:pt x="0" y="0"/>
                        </a:moveTo>
                        <a:cubicBezTo>
                          <a:pt x="177811" y="-1380"/>
                          <a:pt x="248574" y="1346"/>
                          <a:pt x="463497" y="0"/>
                        </a:cubicBezTo>
                        <a:cubicBezTo>
                          <a:pt x="678420" y="-1346"/>
                          <a:pt x="803388" y="18131"/>
                          <a:pt x="957555" y="0"/>
                        </a:cubicBezTo>
                        <a:cubicBezTo>
                          <a:pt x="1111722" y="-18131"/>
                          <a:pt x="1338130" y="27964"/>
                          <a:pt x="1528013" y="0"/>
                        </a:cubicBezTo>
                        <a:cubicBezTo>
                          <a:pt x="1515745" y="114691"/>
                          <a:pt x="1532528" y="153233"/>
                          <a:pt x="1528013" y="283541"/>
                        </a:cubicBezTo>
                        <a:cubicBezTo>
                          <a:pt x="1263097" y="276793"/>
                          <a:pt x="1242797" y="284077"/>
                          <a:pt x="988115" y="283541"/>
                        </a:cubicBezTo>
                        <a:cubicBezTo>
                          <a:pt x="733433" y="283005"/>
                          <a:pt x="639536" y="274552"/>
                          <a:pt x="524618" y="283541"/>
                        </a:cubicBezTo>
                        <a:cubicBezTo>
                          <a:pt x="409700" y="292530"/>
                          <a:pt x="196051" y="259298"/>
                          <a:pt x="0" y="283541"/>
                        </a:cubicBezTo>
                        <a:cubicBezTo>
                          <a:pt x="-3629" y="196888"/>
                          <a:pt x="4924" y="139845"/>
                          <a:pt x="0" y="0"/>
                        </a:cubicBezTo>
                        <a:close/>
                      </a:path>
                      <a:path w="1528013" h="283541" stroke="0" extrusionOk="0">
                        <a:moveTo>
                          <a:pt x="0" y="0"/>
                        </a:moveTo>
                        <a:cubicBezTo>
                          <a:pt x="140185" y="-7960"/>
                          <a:pt x="338392" y="7523"/>
                          <a:pt x="478777" y="0"/>
                        </a:cubicBezTo>
                        <a:cubicBezTo>
                          <a:pt x="619162" y="-7523"/>
                          <a:pt x="907421" y="21457"/>
                          <a:pt x="1018675" y="0"/>
                        </a:cubicBezTo>
                        <a:cubicBezTo>
                          <a:pt x="1129929" y="-21457"/>
                          <a:pt x="1425055" y="12211"/>
                          <a:pt x="1528013" y="0"/>
                        </a:cubicBezTo>
                        <a:cubicBezTo>
                          <a:pt x="1516906" y="83344"/>
                          <a:pt x="1527947" y="216138"/>
                          <a:pt x="1528013" y="283541"/>
                        </a:cubicBezTo>
                        <a:cubicBezTo>
                          <a:pt x="1300033" y="303452"/>
                          <a:pt x="1204640" y="306479"/>
                          <a:pt x="1064516" y="283541"/>
                        </a:cubicBezTo>
                        <a:cubicBezTo>
                          <a:pt x="924392" y="260603"/>
                          <a:pt x="748734" y="278559"/>
                          <a:pt x="524618" y="283541"/>
                        </a:cubicBezTo>
                        <a:cubicBezTo>
                          <a:pt x="300502" y="288523"/>
                          <a:pt x="251373" y="259279"/>
                          <a:pt x="0" y="283541"/>
                        </a:cubicBezTo>
                        <a:cubicBezTo>
                          <a:pt x="-13846" y="189976"/>
                          <a:pt x="-11912" y="110997"/>
                          <a:pt x="0" y="0"/>
                        </a:cubicBezTo>
                        <a:close/>
                      </a:path>
                    </a:pathLst>
                  </a:custGeom>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en-US" altLang="zh-CN" dirty="0">
                <a:solidFill>
                  <a:schemeClr val="bg2">
                    <a:lumMod val="25000"/>
                  </a:schemeClr>
                </a:solidFill>
                <a:latin typeface="Consolas" panose="020B0609020204030204" pitchFamily="49" charset="0"/>
                <a:cs typeface="Consolas" panose="020B0609020204030204" pitchFamily="49" charset="0"/>
              </a:rPr>
              <a:t>a := 0</a:t>
            </a:r>
            <a:endParaRPr kumimoji="1" lang="zh-CN" altLang="en-US" dirty="0">
              <a:solidFill>
                <a:schemeClr val="bg2">
                  <a:lumMod val="25000"/>
                </a:schemeClr>
              </a:solidFill>
              <a:latin typeface="Consolas" panose="020B0609020204030204" pitchFamily="49" charset="0"/>
              <a:cs typeface="Consolas" panose="020B0609020204030204" pitchFamily="49" charset="0"/>
            </a:endParaRPr>
          </a:p>
        </p:txBody>
      </p:sp>
      <p:sp>
        <p:nvSpPr>
          <p:cNvPr id="9" name="矩形 8">
            <a:extLst>
              <a:ext uri="{FF2B5EF4-FFF2-40B4-BE49-F238E27FC236}">
                <a16:creationId xmlns:a16="http://schemas.microsoft.com/office/drawing/2014/main" id="{EBC6F57A-239C-FF4A-8690-3070453FF99F}"/>
              </a:ext>
            </a:extLst>
          </p:cNvPr>
          <p:cNvSpPr/>
          <p:nvPr/>
        </p:nvSpPr>
        <p:spPr>
          <a:xfrm>
            <a:off x="9819576" y="2094496"/>
            <a:ext cx="1509966" cy="283541"/>
          </a:xfrm>
          <a:prstGeom prst="rect">
            <a:avLst/>
          </a:prstGeom>
          <a:ln w="12700">
            <a:prstDash val="sysDash"/>
            <a:extLst>
              <a:ext uri="{C807C97D-BFC1-408E-A445-0C87EB9F89A2}">
                <ask:lineSketchStyleProps xmlns:ask="http://schemas.microsoft.com/office/drawing/2018/sketchyshapes" sd="1616222566">
                  <a:custGeom>
                    <a:avLst/>
                    <a:gdLst>
                      <a:gd name="connsiteX0" fmla="*/ 0 w 1509966"/>
                      <a:gd name="connsiteY0" fmla="*/ 0 h 283541"/>
                      <a:gd name="connsiteX1" fmla="*/ 488222 w 1509966"/>
                      <a:gd name="connsiteY1" fmla="*/ 0 h 283541"/>
                      <a:gd name="connsiteX2" fmla="*/ 961345 w 1509966"/>
                      <a:gd name="connsiteY2" fmla="*/ 0 h 283541"/>
                      <a:gd name="connsiteX3" fmla="*/ 1509966 w 1509966"/>
                      <a:gd name="connsiteY3" fmla="*/ 0 h 283541"/>
                      <a:gd name="connsiteX4" fmla="*/ 1509966 w 1509966"/>
                      <a:gd name="connsiteY4" fmla="*/ 283541 h 283541"/>
                      <a:gd name="connsiteX5" fmla="*/ 1051943 w 1509966"/>
                      <a:gd name="connsiteY5" fmla="*/ 283541 h 283541"/>
                      <a:gd name="connsiteX6" fmla="*/ 518422 w 1509966"/>
                      <a:gd name="connsiteY6" fmla="*/ 283541 h 283541"/>
                      <a:gd name="connsiteX7" fmla="*/ 0 w 1509966"/>
                      <a:gd name="connsiteY7" fmla="*/ 283541 h 283541"/>
                      <a:gd name="connsiteX8" fmla="*/ 0 w 1509966"/>
                      <a:gd name="connsiteY8" fmla="*/ 0 h 28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9966" h="283541" fill="none" extrusionOk="0">
                        <a:moveTo>
                          <a:pt x="0" y="0"/>
                        </a:moveTo>
                        <a:cubicBezTo>
                          <a:pt x="125280" y="2422"/>
                          <a:pt x="346631" y="8235"/>
                          <a:pt x="488222" y="0"/>
                        </a:cubicBezTo>
                        <a:cubicBezTo>
                          <a:pt x="629813" y="-8235"/>
                          <a:pt x="780805" y="9752"/>
                          <a:pt x="961345" y="0"/>
                        </a:cubicBezTo>
                        <a:cubicBezTo>
                          <a:pt x="1141885" y="-9752"/>
                          <a:pt x="1275283" y="-13015"/>
                          <a:pt x="1509966" y="0"/>
                        </a:cubicBezTo>
                        <a:cubicBezTo>
                          <a:pt x="1522202" y="138901"/>
                          <a:pt x="1506747" y="191137"/>
                          <a:pt x="1509966" y="283541"/>
                        </a:cubicBezTo>
                        <a:cubicBezTo>
                          <a:pt x="1384877" y="266516"/>
                          <a:pt x="1150583" y="269071"/>
                          <a:pt x="1051943" y="283541"/>
                        </a:cubicBezTo>
                        <a:cubicBezTo>
                          <a:pt x="953303" y="298011"/>
                          <a:pt x="682616" y="273979"/>
                          <a:pt x="518422" y="283541"/>
                        </a:cubicBezTo>
                        <a:cubicBezTo>
                          <a:pt x="354228" y="293103"/>
                          <a:pt x="153234" y="268864"/>
                          <a:pt x="0" y="283541"/>
                        </a:cubicBezTo>
                        <a:cubicBezTo>
                          <a:pt x="347" y="174609"/>
                          <a:pt x="12872" y="91745"/>
                          <a:pt x="0" y="0"/>
                        </a:cubicBezTo>
                        <a:close/>
                      </a:path>
                      <a:path w="1509966" h="283541" stroke="0" extrusionOk="0">
                        <a:moveTo>
                          <a:pt x="0" y="0"/>
                        </a:moveTo>
                        <a:cubicBezTo>
                          <a:pt x="226635" y="13825"/>
                          <a:pt x="342072" y="-341"/>
                          <a:pt x="473123" y="0"/>
                        </a:cubicBezTo>
                        <a:cubicBezTo>
                          <a:pt x="604174" y="341"/>
                          <a:pt x="762181" y="19175"/>
                          <a:pt x="991544" y="0"/>
                        </a:cubicBezTo>
                        <a:cubicBezTo>
                          <a:pt x="1220907" y="-19175"/>
                          <a:pt x="1275191" y="-18279"/>
                          <a:pt x="1509966" y="0"/>
                        </a:cubicBezTo>
                        <a:cubicBezTo>
                          <a:pt x="1504117" y="111061"/>
                          <a:pt x="1510304" y="175988"/>
                          <a:pt x="1509966" y="283541"/>
                        </a:cubicBezTo>
                        <a:cubicBezTo>
                          <a:pt x="1376291" y="291842"/>
                          <a:pt x="1224922" y="272672"/>
                          <a:pt x="1021744" y="283541"/>
                        </a:cubicBezTo>
                        <a:cubicBezTo>
                          <a:pt x="818566" y="294410"/>
                          <a:pt x="715829" y="264113"/>
                          <a:pt x="563721" y="283541"/>
                        </a:cubicBezTo>
                        <a:cubicBezTo>
                          <a:pt x="411613" y="302969"/>
                          <a:pt x="268501" y="276233"/>
                          <a:pt x="0" y="283541"/>
                        </a:cubicBezTo>
                        <a:cubicBezTo>
                          <a:pt x="4786" y="187036"/>
                          <a:pt x="-10748" y="84091"/>
                          <a:pt x="0" y="0"/>
                        </a:cubicBezTo>
                        <a:close/>
                      </a:path>
                    </a:pathLst>
                  </a:custGeom>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en-US" altLang="zh-CN" dirty="0">
                <a:solidFill>
                  <a:schemeClr val="bg2">
                    <a:lumMod val="25000"/>
                  </a:schemeClr>
                </a:solidFill>
                <a:latin typeface="Consolas" panose="020B0609020204030204" pitchFamily="49" charset="0"/>
                <a:cs typeface="Consolas" panose="020B0609020204030204" pitchFamily="49" charset="0"/>
              </a:rPr>
              <a:t>b := 1</a:t>
            </a:r>
            <a:endParaRPr kumimoji="1" lang="zh-CN" altLang="en-US" dirty="0">
              <a:solidFill>
                <a:schemeClr val="bg2">
                  <a:lumMod val="25000"/>
                </a:schemeClr>
              </a:solidFill>
              <a:latin typeface="Consolas" panose="020B0609020204030204" pitchFamily="49" charset="0"/>
              <a:cs typeface="Consolas" panose="020B0609020204030204" pitchFamily="49" charset="0"/>
            </a:endParaRPr>
          </a:p>
        </p:txBody>
      </p:sp>
      <p:sp>
        <p:nvSpPr>
          <p:cNvPr id="10" name="椭圆 9">
            <a:extLst>
              <a:ext uri="{FF2B5EF4-FFF2-40B4-BE49-F238E27FC236}">
                <a16:creationId xmlns:a16="http://schemas.microsoft.com/office/drawing/2014/main" id="{A2CCBF32-CACE-3540-A15E-5A97E5B109D8}"/>
              </a:ext>
            </a:extLst>
          </p:cNvPr>
          <p:cNvSpPr/>
          <p:nvPr/>
        </p:nvSpPr>
        <p:spPr>
          <a:xfrm>
            <a:off x="10087280" y="681037"/>
            <a:ext cx="974558" cy="283542"/>
          </a:xfrm>
          <a:prstGeom prst="ellipse">
            <a:avLst/>
          </a:prstGeom>
          <a:ln w="12700">
            <a:prstDash val="sysDash"/>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en-US" altLang="zh-CN" dirty="0">
                <a:solidFill>
                  <a:schemeClr val="bg2">
                    <a:lumMod val="25000"/>
                  </a:schemeClr>
                </a:solidFill>
                <a:latin typeface="Consolas" panose="020B0609020204030204" pitchFamily="49" charset="0"/>
                <a:cs typeface="Consolas" panose="020B0609020204030204" pitchFamily="49" charset="0"/>
              </a:rPr>
              <a:t>entry</a:t>
            </a:r>
            <a:endParaRPr kumimoji="1" lang="zh-CN" altLang="en-US" dirty="0">
              <a:solidFill>
                <a:schemeClr val="bg2">
                  <a:lumMod val="25000"/>
                </a:schemeClr>
              </a:solidFill>
              <a:latin typeface="Consolas" panose="020B0609020204030204" pitchFamily="49" charset="0"/>
              <a:cs typeface="Consolas" panose="020B0609020204030204" pitchFamily="49" charset="0"/>
            </a:endParaRPr>
          </a:p>
        </p:txBody>
      </p:sp>
      <p:sp>
        <p:nvSpPr>
          <p:cNvPr id="11" name="矩形 10">
            <a:extLst>
              <a:ext uri="{FF2B5EF4-FFF2-40B4-BE49-F238E27FC236}">
                <a16:creationId xmlns:a16="http://schemas.microsoft.com/office/drawing/2014/main" id="{69010938-77C9-8C49-814A-81448E001024}"/>
              </a:ext>
            </a:extLst>
          </p:cNvPr>
          <p:cNvSpPr/>
          <p:nvPr/>
        </p:nvSpPr>
        <p:spPr>
          <a:xfrm>
            <a:off x="9819576" y="2801225"/>
            <a:ext cx="1509966" cy="283541"/>
          </a:xfrm>
          <a:prstGeom prst="rect">
            <a:avLst/>
          </a:prstGeom>
          <a:ln w="12700">
            <a:prstDash val="sysDash"/>
            <a:extLst>
              <a:ext uri="{C807C97D-BFC1-408E-A445-0C87EB9F89A2}">
                <ask:lineSketchStyleProps xmlns:ask="http://schemas.microsoft.com/office/drawing/2018/sketchyshapes" sd="245396394">
                  <a:custGeom>
                    <a:avLst/>
                    <a:gdLst>
                      <a:gd name="connsiteX0" fmla="*/ 0 w 1509966"/>
                      <a:gd name="connsiteY0" fmla="*/ 0 h 283541"/>
                      <a:gd name="connsiteX1" fmla="*/ 458023 w 1509966"/>
                      <a:gd name="connsiteY1" fmla="*/ 0 h 283541"/>
                      <a:gd name="connsiteX2" fmla="*/ 991544 w 1509966"/>
                      <a:gd name="connsiteY2" fmla="*/ 0 h 283541"/>
                      <a:gd name="connsiteX3" fmla="*/ 1509966 w 1509966"/>
                      <a:gd name="connsiteY3" fmla="*/ 0 h 283541"/>
                      <a:gd name="connsiteX4" fmla="*/ 1509966 w 1509966"/>
                      <a:gd name="connsiteY4" fmla="*/ 283541 h 283541"/>
                      <a:gd name="connsiteX5" fmla="*/ 1051943 w 1509966"/>
                      <a:gd name="connsiteY5" fmla="*/ 283541 h 283541"/>
                      <a:gd name="connsiteX6" fmla="*/ 563721 w 1509966"/>
                      <a:gd name="connsiteY6" fmla="*/ 283541 h 283541"/>
                      <a:gd name="connsiteX7" fmla="*/ 0 w 1509966"/>
                      <a:gd name="connsiteY7" fmla="*/ 283541 h 283541"/>
                      <a:gd name="connsiteX8" fmla="*/ 0 w 1509966"/>
                      <a:gd name="connsiteY8" fmla="*/ 0 h 28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9966" h="283541" fill="none" extrusionOk="0">
                        <a:moveTo>
                          <a:pt x="0" y="0"/>
                        </a:moveTo>
                        <a:cubicBezTo>
                          <a:pt x="141024" y="1624"/>
                          <a:pt x="292500" y="-14273"/>
                          <a:pt x="458023" y="0"/>
                        </a:cubicBezTo>
                        <a:cubicBezTo>
                          <a:pt x="623546" y="14273"/>
                          <a:pt x="778202" y="-3080"/>
                          <a:pt x="991544" y="0"/>
                        </a:cubicBezTo>
                        <a:cubicBezTo>
                          <a:pt x="1204886" y="3080"/>
                          <a:pt x="1288561" y="-23391"/>
                          <a:pt x="1509966" y="0"/>
                        </a:cubicBezTo>
                        <a:cubicBezTo>
                          <a:pt x="1520118" y="102774"/>
                          <a:pt x="1500965" y="207326"/>
                          <a:pt x="1509966" y="283541"/>
                        </a:cubicBezTo>
                        <a:cubicBezTo>
                          <a:pt x="1317336" y="295501"/>
                          <a:pt x="1183302" y="293991"/>
                          <a:pt x="1051943" y="283541"/>
                        </a:cubicBezTo>
                        <a:cubicBezTo>
                          <a:pt x="920584" y="273091"/>
                          <a:pt x="790721" y="299189"/>
                          <a:pt x="563721" y="283541"/>
                        </a:cubicBezTo>
                        <a:cubicBezTo>
                          <a:pt x="336721" y="267893"/>
                          <a:pt x="229126" y="274331"/>
                          <a:pt x="0" y="283541"/>
                        </a:cubicBezTo>
                        <a:cubicBezTo>
                          <a:pt x="-6270" y="153826"/>
                          <a:pt x="-3432" y="125863"/>
                          <a:pt x="0" y="0"/>
                        </a:cubicBezTo>
                        <a:close/>
                      </a:path>
                      <a:path w="1509966" h="283541" stroke="0" extrusionOk="0">
                        <a:moveTo>
                          <a:pt x="0" y="0"/>
                        </a:moveTo>
                        <a:cubicBezTo>
                          <a:pt x="194169" y="19892"/>
                          <a:pt x="395755" y="-1852"/>
                          <a:pt x="503322" y="0"/>
                        </a:cubicBezTo>
                        <a:cubicBezTo>
                          <a:pt x="610889" y="1852"/>
                          <a:pt x="863028" y="-14030"/>
                          <a:pt x="976445" y="0"/>
                        </a:cubicBezTo>
                        <a:cubicBezTo>
                          <a:pt x="1089862" y="14030"/>
                          <a:pt x="1394047" y="-656"/>
                          <a:pt x="1509966" y="0"/>
                        </a:cubicBezTo>
                        <a:cubicBezTo>
                          <a:pt x="1522896" y="135834"/>
                          <a:pt x="1507263" y="183992"/>
                          <a:pt x="1509966" y="283541"/>
                        </a:cubicBezTo>
                        <a:cubicBezTo>
                          <a:pt x="1337356" y="273666"/>
                          <a:pt x="1225715" y="299556"/>
                          <a:pt x="1021744" y="283541"/>
                        </a:cubicBezTo>
                        <a:cubicBezTo>
                          <a:pt x="817773" y="267526"/>
                          <a:pt x="685385" y="275242"/>
                          <a:pt x="548621" y="283541"/>
                        </a:cubicBezTo>
                        <a:cubicBezTo>
                          <a:pt x="411857" y="291840"/>
                          <a:pt x="210967" y="306894"/>
                          <a:pt x="0" y="283541"/>
                        </a:cubicBezTo>
                        <a:cubicBezTo>
                          <a:pt x="-1327" y="182921"/>
                          <a:pt x="5070" y="90878"/>
                          <a:pt x="0" y="0"/>
                        </a:cubicBezTo>
                        <a:close/>
                      </a:path>
                    </a:pathLst>
                  </a:custGeom>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en-US" altLang="zh-CN" dirty="0">
                <a:solidFill>
                  <a:schemeClr val="bg2">
                    <a:lumMod val="25000"/>
                  </a:schemeClr>
                </a:solidFill>
                <a:latin typeface="Consolas" panose="020B0609020204030204" pitchFamily="49" charset="0"/>
                <a:cs typeface="Consolas" panose="020B0609020204030204" pitchFamily="49" charset="0"/>
              </a:rPr>
              <a:t>c := a + b</a:t>
            </a:r>
            <a:endParaRPr kumimoji="1" lang="zh-CN" altLang="en-US" dirty="0">
              <a:solidFill>
                <a:schemeClr val="bg2">
                  <a:lumMod val="25000"/>
                </a:schemeClr>
              </a:solidFill>
              <a:latin typeface="Consolas" panose="020B0609020204030204" pitchFamily="49" charset="0"/>
              <a:cs typeface="Consolas" panose="020B0609020204030204" pitchFamily="49" charset="0"/>
            </a:endParaRPr>
          </a:p>
        </p:txBody>
      </p:sp>
      <p:sp>
        <p:nvSpPr>
          <p:cNvPr id="12" name="矩形 11">
            <a:extLst>
              <a:ext uri="{FF2B5EF4-FFF2-40B4-BE49-F238E27FC236}">
                <a16:creationId xmlns:a16="http://schemas.microsoft.com/office/drawing/2014/main" id="{FA7E52B2-763B-3F4E-8B81-D5D44079215D}"/>
              </a:ext>
            </a:extLst>
          </p:cNvPr>
          <p:cNvSpPr/>
          <p:nvPr/>
        </p:nvSpPr>
        <p:spPr>
          <a:xfrm>
            <a:off x="9819576" y="3507954"/>
            <a:ext cx="1509966" cy="283541"/>
          </a:xfrm>
          <a:prstGeom prst="rect">
            <a:avLst/>
          </a:prstGeom>
          <a:ln w="12700">
            <a:prstDash val="sysDash"/>
            <a:extLst>
              <a:ext uri="{C807C97D-BFC1-408E-A445-0C87EB9F89A2}">
                <ask:lineSketchStyleProps xmlns:ask="http://schemas.microsoft.com/office/drawing/2018/sketchyshapes" sd="3080209244">
                  <a:custGeom>
                    <a:avLst/>
                    <a:gdLst>
                      <a:gd name="connsiteX0" fmla="*/ 0 w 1509966"/>
                      <a:gd name="connsiteY0" fmla="*/ 0 h 283541"/>
                      <a:gd name="connsiteX1" fmla="*/ 503322 w 1509966"/>
                      <a:gd name="connsiteY1" fmla="*/ 0 h 283541"/>
                      <a:gd name="connsiteX2" fmla="*/ 1036843 w 1509966"/>
                      <a:gd name="connsiteY2" fmla="*/ 0 h 283541"/>
                      <a:gd name="connsiteX3" fmla="*/ 1509966 w 1509966"/>
                      <a:gd name="connsiteY3" fmla="*/ 0 h 283541"/>
                      <a:gd name="connsiteX4" fmla="*/ 1509966 w 1509966"/>
                      <a:gd name="connsiteY4" fmla="*/ 283541 h 283541"/>
                      <a:gd name="connsiteX5" fmla="*/ 1036843 w 1509966"/>
                      <a:gd name="connsiteY5" fmla="*/ 283541 h 283541"/>
                      <a:gd name="connsiteX6" fmla="*/ 503322 w 1509966"/>
                      <a:gd name="connsiteY6" fmla="*/ 283541 h 283541"/>
                      <a:gd name="connsiteX7" fmla="*/ 0 w 1509966"/>
                      <a:gd name="connsiteY7" fmla="*/ 283541 h 283541"/>
                      <a:gd name="connsiteX8" fmla="*/ 0 w 1509966"/>
                      <a:gd name="connsiteY8" fmla="*/ 0 h 28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9966" h="283541" fill="none" extrusionOk="0">
                        <a:moveTo>
                          <a:pt x="0" y="0"/>
                        </a:moveTo>
                        <a:cubicBezTo>
                          <a:pt x="215173" y="-194"/>
                          <a:pt x="376329" y="19392"/>
                          <a:pt x="503322" y="0"/>
                        </a:cubicBezTo>
                        <a:cubicBezTo>
                          <a:pt x="630315" y="-19392"/>
                          <a:pt x="885595" y="-11733"/>
                          <a:pt x="1036843" y="0"/>
                        </a:cubicBezTo>
                        <a:cubicBezTo>
                          <a:pt x="1188091" y="11733"/>
                          <a:pt x="1378174" y="17125"/>
                          <a:pt x="1509966" y="0"/>
                        </a:cubicBezTo>
                        <a:cubicBezTo>
                          <a:pt x="1501998" y="140287"/>
                          <a:pt x="1496982" y="199548"/>
                          <a:pt x="1509966" y="283541"/>
                        </a:cubicBezTo>
                        <a:cubicBezTo>
                          <a:pt x="1294561" y="270013"/>
                          <a:pt x="1266083" y="292519"/>
                          <a:pt x="1036843" y="283541"/>
                        </a:cubicBezTo>
                        <a:cubicBezTo>
                          <a:pt x="807603" y="274563"/>
                          <a:pt x="718302" y="298702"/>
                          <a:pt x="503322" y="283541"/>
                        </a:cubicBezTo>
                        <a:cubicBezTo>
                          <a:pt x="288342" y="268380"/>
                          <a:pt x="202924" y="288103"/>
                          <a:pt x="0" y="283541"/>
                        </a:cubicBezTo>
                        <a:cubicBezTo>
                          <a:pt x="-1312" y="169281"/>
                          <a:pt x="12916" y="108305"/>
                          <a:pt x="0" y="0"/>
                        </a:cubicBezTo>
                        <a:close/>
                      </a:path>
                      <a:path w="1509966" h="283541" stroke="0" extrusionOk="0">
                        <a:moveTo>
                          <a:pt x="0" y="0"/>
                        </a:moveTo>
                        <a:cubicBezTo>
                          <a:pt x="222212" y="-14870"/>
                          <a:pt x="280841" y="-16673"/>
                          <a:pt x="473123" y="0"/>
                        </a:cubicBezTo>
                        <a:cubicBezTo>
                          <a:pt x="665405" y="16673"/>
                          <a:pt x="888795" y="24291"/>
                          <a:pt x="1006644" y="0"/>
                        </a:cubicBezTo>
                        <a:cubicBezTo>
                          <a:pt x="1124493" y="-24291"/>
                          <a:pt x="1290651" y="6645"/>
                          <a:pt x="1509966" y="0"/>
                        </a:cubicBezTo>
                        <a:cubicBezTo>
                          <a:pt x="1496337" y="107951"/>
                          <a:pt x="1496391" y="197197"/>
                          <a:pt x="1509966" y="283541"/>
                        </a:cubicBezTo>
                        <a:cubicBezTo>
                          <a:pt x="1352917" y="283470"/>
                          <a:pt x="1263313" y="290853"/>
                          <a:pt x="1021744" y="283541"/>
                        </a:cubicBezTo>
                        <a:cubicBezTo>
                          <a:pt x="780175" y="276229"/>
                          <a:pt x="673535" y="276571"/>
                          <a:pt x="503322" y="283541"/>
                        </a:cubicBezTo>
                        <a:cubicBezTo>
                          <a:pt x="333109" y="290511"/>
                          <a:pt x="126248" y="297049"/>
                          <a:pt x="0" y="283541"/>
                        </a:cubicBezTo>
                        <a:cubicBezTo>
                          <a:pt x="-10115" y="215770"/>
                          <a:pt x="-7853" y="78116"/>
                          <a:pt x="0" y="0"/>
                        </a:cubicBezTo>
                        <a:close/>
                      </a:path>
                    </a:pathLst>
                  </a:custGeom>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en-US" altLang="zh-CN" dirty="0">
                <a:solidFill>
                  <a:schemeClr val="bg2">
                    <a:lumMod val="25000"/>
                  </a:schemeClr>
                </a:solidFill>
                <a:latin typeface="Consolas" panose="020B0609020204030204" pitchFamily="49" charset="0"/>
                <a:cs typeface="Consolas" panose="020B0609020204030204" pitchFamily="49" charset="0"/>
              </a:rPr>
              <a:t>a := 2</a:t>
            </a:r>
            <a:endParaRPr kumimoji="1" lang="zh-CN" altLang="en-US" dirty="0">
              <a:solidFill>
                <a:schemeClr val="bg2">
                  <a:lumMod val="25000"/>
                </a:schemeClr>
              </a:solidFill>
              <a:latin typeface="Consolas" panose="020B0609020204030204" pitchFamily="49" charset="0"/>
              <a:cs typeface="Consolas" panose="020B0609020204030204" pitchFamily="49" charset="0"/>
            </a:endParaRPr>
          </a:p>
        </p:txBody>
      </p:sp>
      <p:sp>
        <p:nvSpPr>
          <p:cNvPr id="13" name="矩形 12">
            <a:extLst>
              <a:ext uri="{FF2B5EF4-FFF2-40B4-BE49-F238E27FC236}">
                <a16:creationId xmlns:a16="http://schemas.microsoft.com/office/drawing/2014/main" id="{1EDA574F-C8A0-BF4E-9A79-15A177CA6F0A}"/>
              </a:ext>
            </a:extLst>
          </p:cNvPr>
          <p:cNvSpPr/>
          <p:nvPr/>
        </p:nvSpPr>
        <p:spPr>
          <a:xfrm>
            <a:off x="9819576" y="4214683"/>
            <a:ext cx="1509966" cy="283541"/>
          </a:xfrm>
          <a:prstGeom prst="rect">
            <a:avLst/>
          </a:prstGeom>
          <a:ln w="12700">
            <a:prstDash val="sysDash"/>
            <a:extLst>
              <a:ext uri="{C807C97D-BFC1-408E-A445-0C87EB9F89A2}">
                <ask:lineSketchStyleProps xmlns:ask="http://schemas.microsoft.com/office/drawing/2018/sketchyshapes" sd="3572659312">
                  <a:custGeom>
                    <a:avLst/>
                    <a:gdLst>
                      <a:gd name="connsiteX0" fmla="*/ 0 w 1509966"/>
                      <a:gd name="connsiteY0" fmla="*/ 0 h 283541"/>
                      <a:gd name="connsiteX1" fmla="*/ 503322 w 1509966"/>
                      <a:gd name="connsiteY1" fmla="*/ 0 h 283541"/>
                      <a:gd name="connsiteX2" fmla="*/ 991544 w 1509966"/>
                      <a:gd name="connsiteY2" fmla="*/ 0 h 283541"/>
                      <a:gd name="connsiteX3" fmla="*/ 1509966 w 1509966"/>
                      <a:gd name="connsiteY3" fmla="*/ 0 h 283541"/>
                      <a:gd name="connsiteX4" fmla="*/ 1509966 w 1509966"/>
                      <a:gd name="connsiteY4" fmla="*/ 283541 h 283541"/>
                      <a:gd name="connsiteX5" fmla="*/ 1036843 w 1509966"/>
                      <a:gd name="connsiteY5" fmla="*/ 283541 h 283541"/>
                      <a:gd name="connsiteX6" fmla="*/ 563721 w 1509966"/>
                      <a:gd name="connsiteY6" fmla="*/ 283541 h 283541"/>
                      <a:gd name="connsiteX7" fmla="*/ 0 w 1509966"/>
                      <a:gd name="connsiteY7" fmla="*/ 283541 h 283541"/>
                      <a:gd name="connsiteX8" fmla="*/ 0 w 1509966"/>
                      <a:gd name="connsiteY8" fmla="*/ 0 h 28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9966" h="283541" fill="none" extrusionOk="0">
                        <a:moveTo>
                          <a:pt x="0" y="0"/>
                        </a:moveTo>
                        <a:cubicBezTo>
                          <a:pt x="217750" y="19259"/>
                          <a:pt x="307475" y="19692"/>
                          <a:pt x="503322" y="0"/>
                        </a:cubicBezTo>
                        <a:cubicBezTo>
                          <a:pt x="699169" y="-19692"/>
                          <a:pt x="836685" y="-6181"/>
                          <a:pt x="991544" y="0"/>
                        </a:cubicBezTo>
                        <a:cubicBezTo>
                          <a:pt x="1146403" y="6181"/>
                          <a:pt x="1337220" y="20719"/>
                          <a:pt x="1509966" y="0"/>
                        </a:cubicBezTo>
                        <a:cubicBezTo>
                          <a:pt x="1508504" y="99399"/>
                          <a:pt x="1498567" y="143427"/>
                          <a:pt x="1509966" y="283541"/>
                        </a:cubicBezTo>
                        <a:cubicBezTo>
                          <a:pt x="1400820" y="263751"/>
                          <a:pt x="1245932" y="289389"/>
                          <a:pt x="1036843" y="283541"/>
                        </a:cubicBezTo>
                        <a:cubicBezTo>
                          <a:pt x="827754" y="277693"/>
                          <a:pt x="705193" y="295107"/>
                          <a:pt x="563721" y="283541"/>
                        </a:cubicBezTo>
                        <a:cubicBezTo>
                          <a:pt x="422249" y="271975"/>
                          <a:pt x="225924" y="268318"/>
                          <a:pt x="0" y="283541"/>
                        </a:cubicBezTo>
                        <a:cubicBezTo>
                          <a:pt x="1398" y="172398"/>
                          <a:pt x="10438" y="77688"/>
                          <a:pt x="0" y="0"/>
                        </a:cubicBezTo>
                        <a:close/>
                      </a:path>
                      <a:path w="1509966" h="283541" stroke="0" extrusionOk="0">
                        <a:moveTo>
                          <a:pt x="0" y="0"/>
                        </a:moveTo>
                        <a:cubicBezTo>
                          <a:pt x="163858" y="2541"/>
                          <a:pt x="340955" y="-6597"/>
                          <a:pt x="518422" y="0"/>
                        </a:cubicBezTo>
                        <a:cubicBezTo>
                          <a:pt x="695889" y="6597"/>
                          <a:pt x="845418" y="-12245"/>
                          <a:pt x="1021744" y="0"/>
                        </a:cubicBezTo>
                        <a:cubicBezTo>
                          <a:pt x="1198070" y="12245"/>
                          <a:pt x="1385756" y="20301"/>
                          <a:pt x="1509966" y="0"/>
                        </a:cubicBezTo>
                        <a:cubicBezTo>
                          <a:pt x="1509574" y="135219"/>
                          <a:pt x="1504578" y="226493"/>
                          <a:pt x="1509966" y="283541"/>
                        </a:cubicBezTo>
                        <a:cubicBezTo>
                          <a:pt x="1319176" y="288878"/>
                          <a:pt x="1148882" y="299385"/>
                          <a:pt x="1036843" y="283541"/>
                        </a:cubicBezTo>
                        <a:cubicBezTo>
                          <a:pt x="924804" y="267697"/>
                          <a:pt x="728037" y="307348"/>
                          <a:pt x="533521" y="283541"/>
                        </a:cubicBezTo>
                        <a:cubicBezTo>
                          <a:pt x="339005" y="259734"/>
                          <a:pt x="189848" y="286868"/>
                          <a:pt x="0" y="283541"/>
                        </a:cubicBezTo>
                        <a:cubicBezTo>
                          <a:pt x="-3006" y="158762"/>
                          <a:pt x="2335" y="106308"/>
                          <a:pt x="0" y="0"/>
                        </a:cubicBezTo>
                        <a:close/>
                      </a:path>
                    </a:pathLst>
                  </a:custGeom>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en-US" altLang="zh-CN" dirty="0">
                <a:solidFill>
                  <a:schemeClr val="bg2">
                    <a:lumMod val="25000"/>
                  </a:schemeClr>
                </a:solidFill>
                <a:latin typeface="Consolas" panose="020B0609020204030204" pitchFamily="49" charset="0"/>
                <a:cs typeface="Consolas" panose="020B0609020204030204" pitchFamily="49" charset="0"/>
              </a:rPr>
              <a:t>d := c + a</a:t>
            </a:r>
            <a:endParaRPr kumimoji="1" lang="zh-CN" altLang="en-US" dirty="0">
              <a:solidFill>
                <a:schemeClr val="bg2">
                  <a:lumMod val="25000"/>
                </a:schemeClr>
              </a:solidFill>
              <a:latin typeface="Consolas" panose="020B0609020204030204" pitchFamily="49" charset="0"/>
              <a:cs typeface="Consolas" panose="020B0609020204030204" pitchFamily="49" charset="0"/>
            </a:endParaRPr>
          </a:p>
        </p:txBody>
      </p:sp>
      <p:sp>
        <p:nvSpPr>
          <p:cNvPr id="14" name="椭圆 13">
            <a:extLst>
              <a:ext uri="{FF2B5EF4-FFF2-40B4-BE49-F238E27FC236}">
                <a16:creationId xmlns:a16="http://schemas.microsoft.com/office/drawing/2014/main" id="{E862E899-E6C9-BA43-BEC4-FD53EB662948}"/>
              </a:ext>
            </a:extLst>
          </p:cNvPr>
          <p:cNvSpPr/>
          <p:nvPr/>
        </p:nvSpPr>
        <p:spPr>
          <a:xfrm>
            <a:off x="10087280" y="4921415"/>
            <a:ext cx="974558" cy="283542"/>
          </a:xfrm>
          <a:prstGeom prst="ellipse">
            <a:avLst/>
          </a:prstGeom>
          <a:ln w="12700">
            <a:prstDash val="sysDash"/>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en-US" altLang="zh-CN" dirty="0">
                <a:solidFill>
                  <a:schemeClr val="bg2">
                    <a:lumMod val="25000"/>
                  </a:schemeClr>
                </a:solidFill>
                <a:latin typeface="Consolas" panose="020B0609020204030204" pitchFamily="49" charset="0"/>
                <a:cs typeface="Consolas" panose="020B0609020204030204" pitchFamily="49" charset="0"/>
              </a:rPr>
              <a:t>exit</a:t>
            </a:r>
            <a:endParaRPr kumimoji="1" lang="zh-CN" altLang="en-US" dirty="0">
              <a:solidFill>
                <a:schemeClr val="bg2">
                  <a:lumMod val="25000"/>
                </a:schemeClr>
              </a:solidFill>
              <a:latin typeface="Consolas" panose="020B0609020204030204" pitchFamily="49" charset="0"/>
              <a:cs typeface="Consolas" panose="020B0609020204030204" pitchFamily="49" charset="0"/>
            </a:endParaRPr>
          </a:p>
        </p:txBody>
      </p:sp>
      <p:cxnSp>
        <p:nvCxnSpPr>
          <p:cNvPr id="16" name="直线箭头连接符 15">
            <a:extLst>
              <a:ext uri="{FF2B5EF4-FFF2-40B4-BE49-F238E27FC236}">
                <a16:creationId xmlns:a16="http://schemas.microsoft.com/office/drawing/2014/main" id="{C207B8CC-D04C-0B4A-BCFC-4F4265550A45}"/>
              </a:ext>
            </a:extLst>
          </p:cNvPr>
          <p:cNvCxnSpPr>
            <a:cxnSpLocks/>
            <a:stCxn id="10" idx="4"/>
            <a:endCxn id="8" idx="0"/>
          </p:cNvCxnSpPr>
          <p:nvPr/>
        </p:nvCxnSpPr>
        <p:spPr>
          <a:xfrm>
            <a:off x="10574559" y="964579"/>
            <a:ext cx="1" cy="423188"/>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17" name="直线箭头连接符 16">
            <a:extLst>
              <a:ext uri="{FF2B5EF4-FFF2-40B4-BE49-F238E27FC236}">
                <a16:creationId xmlns:a16="http://schemas.microsoft.com/office/drawing/2014/main" id="{9B77EE92-39FF-384B-A386-766CAAA43080}"/>
              </a:ext>
            </a:extLst>
          </p:cNvPr>
          <p:cNvCxnSpPr>
            <a:cxnSpLocks/>
            <a:stCxn id="8" idx="2"/>
            <a:endCxn id="9" idx="0"/>
          </p:cNvCxnSpPr>
          <p:nvPr/>
        </p:nvCxnSpPr>
        <p:spPr>
          <a:xfrm flipH="1">
            <a:off x="10574559" y="1671308"/>
            <a:ext cx="1" cy="423188"/>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20" name="直线箭头连接符 19">
            <a:extLst>
              <a:ext uri="{FF2B5EF4-FFF2-40B4-BE49-F238E27FC236}">
                <a16:creationId xmlns:a16="http://schemas.microsoft.com/office/drawing/2014/main" id="{7EB8A31F-1519-4240-B70B-4B8459006EE3}"/>
              </a:ext>
            </a:extLst>
          </p:cNvPr>
          <p:cNvCxnSpPr>
            <a:cxnSpLocks/>
            <a:stCxn id="9" idx="2"/>
            <a:endCxn id="11" idx="0"/>
          </p:cNvCxnSpPr>
          <p:nvPr/>
        </p:nvCxnSpPr>
        <p:spPr>
          <a:xfrm>
            <a:off x="10574559" y="2378037"/>
            <a:ext cx="0" cy="423188"/>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23" name="直线箭头连接符 22">
            <a:extLst>
              <a:ext uri="{FF2B5EF4-FFF2-40B4-BE49-F238E27FC236}">
                <a16:creationId xmlns:a16="http://schemas.microsoft.com/office/drawing/2014/main" id="{EB63E2F5-A2B2-964D-837F-EE26D6E97A29}"/>
              </a:ext>
            </a:extLst>
          </p:cNvPr>
          <p:cNvCxnSpPr>
            <a:cxnSpLocks/>
            <a:stCxn id="11" idx="2"/>
            <a:endCxn id="12" idx="0"/>
          </p:cNvCxnSpPr>
          <p:nvPr/>
        </p:nvCxnSpPr>
        <p:spPr>
          <a:xfrm>
            <a:off x="10574559" y="3084766"/>
            <a:ext cx="0" cy="423188"/>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26" name="直线箭头连接符 25">
            <a:extLst>
              <a:ext uri="{FF2B5EF4-FFF2-40B4-BE49-F238E27FC236}">
                <a16:creationId xmlns:a16="http://schemas.microsoft.com/office/drawing/2014/main" id="{1EF83616-6E3B-3248-965F-2D4CFC54816D}"/>
              </a:ext>
            </a:extLst>
          </p:cNvPr>
          <p:cNvCxnSpPr>
            <a:cxnSpLocks/>
            <a:stCxn id="12" idx="2"/>
            <a:endCxn id="13" idx="0"/>
          </p:cNvCxnSpPr>
          <p:nvPr/>
        </p:nvCxnSpPr>
        <p:spPr>
          <a:xfrm>
            <a:off x="10574559" y="3791495"/>
            <a:ext cx="0" cy="423188"/>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29" name="直线箭头连接符 28">
            <a:extLst>
              <a:ext uri="{FF2B5EF4-FFF2-40B4-BE49-F238E27FC236}">
                <a16:creationId xmlns:a16="http://schemas.microsoft.com/office/drawing/2014/main" id="{752E3CCC-5443-FC48-BACC-A45B8B5B65CA}"/>
              </a:ext>
            </a:extLst>
          </p:cNvPr>
          <p:cNvCxnSpPr>
            <a:cxnSpLocks/>
            <a:stCxn id="13" idx="2"/>
            <a:endCxn id="14" idx="0"/>
          </p:cNvCxnSpPr>
          <p:nvPr/>
        </p:nvCxnSpPr>
        <p:spPr>
          <a:xfrm>
            <a:off x="10574559" y="4498224"/>
            <a:ext cx="0" cy="423191"/>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sp>
        <p:nvSpPr>
          <p:cNvPr id="33" name="椭圆 32">
            <a:extLst>
              <a:ext uri="{FF2B5EF4-FFF2-40B4-BE49-F238E27FC236}">
                <a16:creationId xmlns:a16="http://schemas.microsoft.com/office/drawing/2014/main" id="{FE4F37B2-8870-3C46-9CA5-E16C1917B0A3}"/>
              </a:ext>
            </a:extLst>
          </p:cNvPr>
          <p:cNvSpPr/>
          <p:nvPr/>
        </p:nvSpPr>
        <p:spPr>
          <a:xfrm>
            <a:off x="10507514" y="1107664"/>
            <a:ext cx="134090" cy="137018"/>
          </a:xfrm>
          <a:prstGeom prst="ellipse">
            <a:avLst/>
          </a:prstGeom>
          <a:solidFill>
            <a:schemeClr val="accent5"/>
          </a:solid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6">
                  <a:lumMod val="75000"/>
                </a:schemeClr>
              </a:solidFill>
            </a:endParaRPr>
          </a:p>
        </p:txBody>
      </p:sp>
      <p:sp>
        <p:nvSpPr>
          <p:cNvPr id="46" name="椭圆 45">
            <a:extLst>
              <a:ext uri="{FF2B5EF4-FFF2-40B4-BE49-F238E27FC236}">
                <a16:creationId xmlns:a16="http://schemas.microsoft.com/office/drawing/2014/main" id="{4AF76339-903D-B349-91F8-38404D03D7B4}"/>
              </a:ext>
            </a:extLst>
          </p:cNvPr>
          <p:cNvSpPr/>
          <p:nvPr/>
        </p:nvSpPr>
        <p:spPr>
          <a:xfrm>
            <a:off x="10507514" y="1814393"/>
            <a:ext cx="134090" cy="137018"/>
          </a:xfrm>
          <a:prstGeom prst="ellipse">
            <a:avLst/>
          </a:prstGeom>
          <a:solidFill>
            <a:schemeClr val="accent5"/>
          </a:solid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6">
                  <a:lumMod val="75000"/>
                </a:schemeClr>
              </a:solidFill>
            </a:endParaRPr>
          </a:p>
        </p:txBody>
      </p:sp>
      <p:sp>
        <p:nvSpPr>
          <p:cNvPr id="47" name="椭圆 46">
            <a:extLst>
              <a:ext uri="{FF2B5EF4-FFF2-40B4-BE49-F238E27FC236}">
                <a16:creationId xmlns:a16="http://schemas.microsoft.com/office/drawing/2014/main" id="{EE2E2E3D-89FA-CB4D-8536-337F29A41B97}"/>
              </a:ext>
            </a:extLst>
          </p:cNvPr>
          <p:cNvSpPr/>
          <p:nvPr/>
        </p:nvSpPr>
        <p:spPr>
          <a:xfrm>
            <a:off x="10507514" y="2521122"/>
            <a:ext cx="134090" cy="137018"/>
          </a:xfrm>
          <a:prstGeom prst="ellipse">
            <a:avLst/>
          </a:prstGeom>
          <a:solidFill>
            <a:schemeClr val="accent5"/>
          </a:solid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6">
                  <a:lumMod val="75000"/>
                </a:schemeClr>
              </a:solidFill>
            </a:endParaRPr>
          </a:p>
        </p:txBody>
      </p:sp>
      <p:sp>
        <p:nvSpPr>
          <p:cNvPr id="48" name="椭圆 47">
            <a:extLst>
              <a:ext uri="{FF2B5EF4-FFF2-40B4-BE49-F238E27FC236}">
                <a16:creationId xmlns:a16="http://schemas.microsoft.com/office/drawing/2014/main" id="{8EBD760C-9C87-9C47-A82D-E40B3ED138D0}"/>
              </a:ext>
            </a:extLst>
          </p:cNvPr>
          <p:cNvSpPr/>
          <p:nvPr/>
        </p:nvSpPr>
        <p:spPr>
          <a:xfrm>
            <a:off x="10507514" y="3227851"/>
            <a:ext cx="134090" cy="137018"/>
          </a:xfrm>
          <a:prstGeom prst="ellipse">
            <a:avLst/>
          </a:prstGeom>
          <a:solidFill>
            <a:schemeClr val="accent5"/>
          </a:solid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6">
                  <a:lumMod val="75000"/>
                </a:schemeClr>
              </a:solidFill>
            </a:endParaRPr>
          </a:p>
        </p:txBody>
      </p:sp>
      <p:sp>
        <p:nvSpPr>
          <p:cNvPr id="49" name="椭圆 48">
            <a:extLst>
              <a:ext uri="{FF2B5EF4-FFF2-40B4-BE49-F238E27FC236}">
                <a16:creationId xmlns:a16="http://schemas.microsoft.com/office/drawing/2014/main" id="{C3DDA9C8-CCE9-4D4D-876D-B66CD9C81912}"/>
              </a:ext>
            </a:extLst>
          </p:cNvPr>
          <p:cNvSpPr/>
          <p:nvPr/>
        </p:nvSpPr>
        <p:spPr>
          <a:xfrm>
            <a:off x="10507514" y="3934580"/>
            <a:ext cx="134090" cy="137018"/>
          </a:xfrm>
          <a:prstGeom prst="ellipse">
            <a:avLst/>
          </a:prstGeom>
          <a:solidFill>
            <a:schemeClr val="accent5"/>
          </a:solid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6">
                  <a:lumMod val="75000"/>
                </a:schemeClr>
              </a:solidFill>
            </a:endParaRPr>
          </a:p>
        </p:txBody>
      </p:sp>
      <p:sp>
        <p:nvSpPr>
          <p:cNvPr id="50" name="椭圆 49">
            <a:extLst>
              <a:ext uri="{FF2B5EF4-FFF2-40B4-BE49-F238E27FC236}">
                <a16:creationId xmlns:a16="http://schemas.microsoft.com/office/drawing/2014/main" id="{D9904C68-F1FB-4446-A0F1-0ABAB2CC6A32}"/>
              </a:ext>
            </a:extLst>
          </p:cNvPr>
          <p:cNvSpPr/>
          <p:nvPr/>
        </p:nvSpPr>
        <p:spPr>
          <a:xfrm>
            <a:off x="10507514" y="4641309"/>
            <a:ext cx="134090" cy="137018"/>
          </a:xfrm>
          <a:prstGeom prst="ellipse">
            <a:avLst/>
          </a:prstGeom>
          <a:solidFill>
            <a:schemeClr val="accent5"/>
          </a:solid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6">
                  <a:lumMod val="75000"/>
                </a:schemeClr>
              </a:solidFill>
            </a:endParaRPr>
          </a:p>
        </p:txBody>
      </p:sp>
      <mc:AlternateContent xmlns:mc="http://schemas.openxmlformats.org/markup-compatibility/2006" xmlns:a14="http://schemas.microsoft.com/office/drawing/2010/main">
        <mc:Choice Requires="a14">
          <p:sp>
            <p:nvSpPr>
              <p:cNvPr id="51" name="矩形 50">
                <a:extLst>
                  <a:ext uri="{FF2B5EF4-FFF2-40B4-BE49-F238E27FC236}">
                    <a16:creationId xmlns:a16="http://schemas.microsoft.com/office/drawing/2014/main" id="{E1121A16-9407-2C4C-AD2F-ED98B7247626}"/>
                  </a:ext>
                </a:extLst>
              </p:cNvPr>
              <p:cNvSpPr/>
              <p:nvPr/>
            </p:nvSpPr>
            <p:spPr>
              <a:xfrm>
                <a:off x="10739705" y="3858984"/>
                <a:ext cx="588508" cy="283541"/>
              </a:xfrm>
              <a:prstGeom prst="rect">
                <a:avLst/>
              </a:prstGeom>
              <a:noFill/>
              <a:ln w="12700">
                <a:noFill/>
                <a:extLst>
                  <a:ext uri="{C807C97D-BFC1-408E-A445-0C87EB9F89A2}">
                    <ask:lineSketchStyleProps xmlns:ask="http://schemas.microsoft.com/office/drawing/2018/sketchyshapes" sd="1959150775">
                      <a:custGeom>
                        <a:avLst/>
                        <a:gdLst>
                          <a:gd name="connsiteX0" fmla="*/ 0 w 1528013"/>
                          <a:gd name="connsiteY0" fmla="*/ 0 h 283541"/>
                          <a:gd name="connsiteX1" fmla="*/ 463497 w 1528013"/>
                          <a:gd name="connsiteY1" fmla="*/ 0 h 283541"/>
                          <a:gd name="connsiteX2" fmla="*/ 957555 w 1528013"/>
                          <a:gd name="connsiteY2" fmla="*/ 0 h 283541"/>
                          <a:gd name="connsiteX3" fmla="*/ 1528013 w 1528013"/>
                          <a:gd name="connsiteY3" fmla="*/ 0 h 283541"/>
                          <a:gd name="connsiteX4" fmla="*/ 1528013 w 1528013"/>
                          <a:gd name="connsiteY4" fmla="*/ 283541 h 283541"/>
                          <a:gd name="connsiteX5" fmla="*/ 988115 w 1528013"/>
                          <a:gd name="connsiteY5" fmla="*/ 283541 h 283541"/>
                          <a:gd name="connsiteX6" fmla="*/ 524618 w 1528013"/>
                          <a:gd name="connsiteY6" fmla="*/ 283541 h 283541"/>
                          <a:gd name="connsiteX7" fmla="*/ 0 w 1528013"/>
                          <a:gd name="connsiteY7" fmla="*/ 283541 h 283541"/>
                          <a:gd name="connsiteX8" fmla="*/ 0 w 1528013"/>
                          <a:gd name="connsiteY8" fmla="*/ 0 h 28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8013" h="283541" fill="none" extrusionOk="0">
                            <a:moveTo>
                              <a:pt x="0" y="0"/>
                            </a:moveTo>
                            <a:cubicBezTo>
                              <a:pt x="177811" y="-1380"/>
                              <a:pt x="248574" y="1346"/>
                              <a:pt x="463497" y="0"/>
                            </a:cubicBezTo>
                            <a:cubicBezTo>
                              <a:pt x="678420" y="-1346"/>
                              <a:pt x="803388" y="18131"/>
                              <a:pt x="957555" y="0"/>
                            </a:cubicBezTo>
                            <a:cubicBezTo>
                              <a:pt x="1111722" y="-18131"/>
                              <a:pt x="1338130" y="27964"/>
                              <a:pt x="1528013" y="0"/>
                            </a:cubicBezTo>
                            <a:cubicBezTo>
                              <a:pt x="1515745" y="114691"/>
                              <a:pt x="1532528" y="153233"/>
                              <a:pt x="1528013" y="283541"/>
                            </a:cubicBezTo>
                            <a:cubicBezTo>
                              <a:pt x="1263097" y="276793"/>
                              <a:pt x="1242797" y="284077"/>
                              <a:pt x="988115" y="283541"/>
                            </a:cubicBezTo>
                            <a:cubicBezTo>
                              <a:pt x="733433" y="283005"/>
                              <a:pt x="639536" y="274552"/>
                              <a:pt x="524618" y="283541"/>
                            </a:cubicBezTo>
                            <a:cubicBezTo>
                              <a:pt x="409700" y="292530"/>
                              <a:pt x="196051" y="259298"/>
                              <a:pt x="0" y="283541"/>
                            </a:cubicBezTo>
                            <a:cubicBezTo>
                              <a:pt x="-3629" y="196888"/>
                              <a:pt x="4924" y="139845"/>
                              <a:pt x="0" y="0"/>
                            </a:cubicBezTo>
                            <a:close/>
                          </a:path>
                          <a:path w="1528013" h="283541" stroke="0" extrusionOk="0">
                            <a:moveTo>
                              <a:pt x="0" y="0"/>
                            </a:moveTo>
                            <a:cubicBezTo>
                              <a:pt x="140185" y="-7960"/>
                              <a:pt x="338392" y="7523"/>
                              <a:pt x="478777" y="0"/>
                            </a:cubicBezTo>
                            <a:cubicBezTo>
                              <a:pt x="619162" y="-7523"/>
                              <a:pt x="907421" y="21457"/>
                              <a:pt x="1018675" y="0"/>
                            </a:cubicBezTo>
                            <a:cubicBezTo>
                              <a:pt x="1129929" y="-21457"/>
                              <a:pt x="1425055" y="12211"/>
                              <a:pt x="1528013" y="0"/>
                            </a:cubicBezTo>
                            <a:cubicBezTo>
                              <a:pt x="1516906" y="83344"/>
                              <a:pt x="1527947" y="216138"/>
                              <a:pt x="1528013" y="283541"/>
                            </a:cubicBezTo>
                            <a:cubicBezTo>
                              <a:pt x="1300033" y="303452"/>
                              <a:pt x="1204640" y="306479"/>
                              <a:pt x="1064516" y="283541"/>
                            </a:cubicBezTo>
                            <a:cubicBezTo>
                              <a:pt x="924392" y="260603"/>
                              <a:pt x="748734" y="278559"/>
                              <a:pt x="524618" y="283541"/>
                            </a:cubicBezTo>
                            <a:cubicBezTo>
                              <a:pt x="300502" y="288523"/>
                              <a:pt x="251373" y="259279"/>
                              <a:pt x="0" y="283541"/>
                            </a:cubicBezTo>
                            <a:cubicBezTo>
                              <a:pt x="-13846" y="189976"/>
                              <a:pt x="-11912" y="110997"/>
                              <a:pt x="0" y="0"/>
                            </a:cubicBezTo>
                            <a:close/>
                          </a:path>
                        </a:pathLst>
                      </a:custGeom>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0" tIns="0" rIns="0" bIns="0" rtlCol="0" anchor="ctr"/>
              <a:lstStyle/>
              <a:p>
                <a:pPr algn="just"/>
                <a14:m>
                  <m:oMathPara xmlns:m="http://schemas.openxmlformats.org/officeDocument/2006/math">
                    <m:oMathParaPr>
                      <m:jc m:val="center"/>
                    </m:oMathParaPr>
                    <m:oMath xmlns:m="http://schemas.openxmlformats.org/officeDocument/2006/math">
                      <m:d>
                        <m:dPr>
                          <m:begChr m:val="{"/>
                          <m:endChr m:val="}"/>
                          <m:ctrlPr>
                            <a:rPr kumimoji="1" lang="en-US" altLang="zh-CN" b="0" i="1" smtClean="0">
                              <a:solidFill>
                                <a:schemeClr val="accent6">
                                  <a:lumMod val="75000"/>
                                </a:schemeClr>
                              </a:solidFill>
                              <a:latin typeface="Cambria Math" panose="02040503050406030204" pitchFamily="18" charset="0"/>
                              <a:cs typeface="Consolas" panose="020B0609020204030204" pitchFamily="49" charset="0"/>
                            </a:rPr>
                          </m:ctrlPr>
                        </m:dPr>
                        <m:e>
                          <m:r>
                            <a:rPr kumimoji="1" lang="en-US" altLang="zh-CN" b="0" i="1" smtClean="0">
                              <a:solidFill>
                                <a:schemeClr val="accent6">
                                  <a:lumMod val="75000"/>
                                </a:schemeClr>
                              </a:solidFill>
                              <a:latin typeface="Cambria Math" panose="02040503050406030204" pitchFamily="18" charset="0"/>
                              <a:cs typeface="Consolas" panose="020B0609020204030204" pitchFamily="49" charset="0"/>
                            </a:rPr>
                            <m:t>𝑎</m:t>
                          </m:r>
                          <m:r>
                            <a:rPr kumimoji="1" lang="en-US" altLang="zh-CN" b="0" i="1" smtClean="0">
                              <a:solidFill>
                                <a:schemeClr val="accent6">
                                  <a:lumMod val="75000"/>
                                </a:schemeClr>
                              </a:solidFill>
                              <a:latin typeface="Cambria Math" panose="02040503050406030204" pitchFamily="18" charset="0"/>
                              <a:cs typeface="Consolas" panose="020B0609020204030204" pitchFamily="49" charset="0"/>
                            </a:rPr>
                            <m:t>, </m:t>
                          </m:r>
                          <m:r>
                            <a:rPr kumimoji="1" lang="en-US" altLang="zh-CN" b="0" i="1" smtClean="0">
                              <a:solidFill>
                                <a:schemeClr val="accent6">
                                  <a:lumMod val="75000"/>
                                </a:schemeClr>
                              </a:solidFill>
                              <a:latin typeface="Cambria Math" panose="02040503050406030204" pitchFamily="18" charset="0"/>
                              <a:cs typeface="Consolas" panose="020B0609020204030204" pitchFamily="49" charset="0"/>
                            </a:rPr>
                            <m:t>𝑐</m:t>
                          </m:r>
                        </m:e>
                      </m:d>
                    </m:oMath>
                  </m:oMathPara>
                </a14:m>
                <a:endParaRPr kumimoji="1" lang="zh-CN" altLang="en-US" dirty="0">
                  <a:solidFill>
                    <a:schemeClr val="accent6">
                      <a:lumMod val="75000"/>
                    </a:schemeClr>
                  </a:solidFill>
                  <a:latin typeface="Consolas" panose="020B0609020204030204" pitchFamily="49" charset="0"/>
                  <a:cs typeface="Consolas" panose="020B0609020204030204" pitchFamily="49" charset="0"/>
                </a:endParaRPr>
              </a:p>
            </p:txBody>
          </p:sp>
        </mc:Choice>
        <mc:Fallback xmlns="">
          <p:sp>
            <p:nvSpPr>
              <p:cNvPr id="51" name="矩形 50">
                <a:extLst>
                  <a:ext uri="{FF2B5EF4-FFF2-40B4-BE49-F238E27FC236}">
                    <a16:creationId xmlns:a16="http://schemas.microsoft.com/office/drawing/2014/main" id="{E1121A16-9407-2C4C-AD2F-ED98B7247626}"/>
                  </a:ext>
                </a:extLst>
              </p:cNvPr>
              <p:cNvSpPr>
                <a:spLocks noRot="1" noChangeAspect="1" noMove="1" noResize="1" noEditPoints="1" noAdjustHandles="1" noChangeArrowheads="1" noChangeShapeType="1" noTextEdit="1"/>
              </p:cNvSpPr>
              <p:nvPr/>
            </p:nvSpPr>
            <p:spPr>
              <a:xfrm>
                <a:off x="10739705" y="3858984"/>
                <a:ext cx="588508" cy="283541"/>
              </a:xfrm>
              <a:prstGeom prst="rect">
                <a:avLst/>
              </a:prstGeom>
              <a:blipFill>
                <a:blip r:embed="rId3"/>
                <a:stretch>
                  <a:fillRect/>
                </a:stretch>
              </a:blipFill>
              <a:ln w="12700">
                <a:noFill/>
                <a:extLst>
                  <a:ext uri="{C807C97D-BFC1-408E-A445-0C87EB9F89A2}">
                    <ask:lineSketchStyleProps xmlns:ask="http://schemas.microsoft.com/office/drawing/2018/sketchyshapes" sd="1959150775">
                      <a:custGeom>
                        <a:avLst/>
                        <a:gdLst>
                          <a:gd name="connsiteX0" fmla="*/ 0 w 1528013"/>
                          <a:gd name="connsiteY0" fmla="*/ 0 h 283541"/>
                          <a:gd name="connsiteX1" fmla="*/ 463497 w 1528013"/>
                          <a:gd name="connsiteY1" fmla="*/ 0 h 283541"/>
                          <a:gd name="connsiteX2" fmla="*/ 957555 w 1528013"/>
                          <a:gd name="connsiteY2" fmla="*/ 0 h 283541"/>
                          <a:gd name="connsiteX3" fmla="*/ 1528013 w 1528013"/>
                          <a:gd name="connsiteY3" fmla="*/ 0 h 283541"/>
                          <a:gd name="connsiteX4" fmla="*/ 1528013 w 1528013"/>
                          <a:gd name="connsiteY4" fmla="*/ 283541 h 283541"/>
                          <a:gd name="connsiteX5" fmla="*/ 988115 w 1528013"/>
                          <a:gd name="connsiteY5" fmla="*/ 283541 h 283541"/>
                          <a:gd name="connsiteX6" fmla="*/ 524618 w 1528013"/>
                          <a:gd name="connsiteY6" fmla="*/ 283541 h 283541"/>
                          <a:gd name="connsiteX7" fmla="*/ 0 w 1528013"/>
                          <a:gd name="connsiteY7" fmla="*/ 283541 h 283541"/>
                          <a:gd name="connsiteX8" fmla="*/ 0 w 1528013"/>
                          <a:gd name="connsiteY8" fmla="*/ 0 h 28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8013" h="283541" fill="none" extrusionOk="0">
                            <a:moveTo>
                              <a:pt x="0" y="0"/>
                            </a:moveTo>
                            <a:cubicBezTo>
                              <a:pt x="177811" y="-1380"/>
                              <a:pt x="248574" y="1346"/>
                              <a:pt x="463497" y="0"/>
                            </a:cubicBezTo>
                            <a:cubicBezTo>
                              <a:pt x="678420" y="-1346"/>
                              <a:pt x="803388" y="18131"/>
                              <a:pt x="957555" y="0"/>
                            </a:cubicBezTo>
                            <a:cubicBezTo>
                              <a:pt x="1111722" y="-18131"/>
                              <a:pt x="1338130" y="27964"/>
                              <a:pt x="1528013" y="0"/>
                            </a:cubicBezTo>
                            <a:cubicBezTo>
                              <a:pt x="1515745" y="114691"/>
                              <a:pt x="1532528" y="153233"/>
                              <a:pt x="1528013" y="283541"/>
                            </a:cubicBezTo>
                            <a:cubicBezTo>
                              <a:pt x="1263097" y="276793"/>
                              <a:pt x="1242797" y="284077"/>
                              <a:pt x="988115" y="283541"/>
                            </a:cubicBezTo>
                            <a:cubicBezTo>
                              <a:pt x="733433" y="283005"/>
                              <a:pt x="639536" y="274552"/>
                              <a:pt x="524618" y="283541"/>
                            </a:cubicBezTo>
                            <a:cubicBezTo>
                              <a:pt x="409700" y="292530"/>
                              <a:pt x="196051" y="259298"/>
                              <a:pt x="0" y="283541"/>
                            </a:cubicBezTo>
                            <a:cubicBezTo>
                              <a:pt x="-3629" y="196888"/>
                              <a:pt x="4924" y="139845"/>
                              <a:pt x="0" y="0"/>
                            </a:cubicBezTo>
                            <a:close/>
                          </a:path>
                          <a:path w="1528013" h="283541" stroke="0" extrusionOk="0">
                            <a:moveTo>
                              <a:pt x="0" y="0"/>
                            </a:moveTo>
                            <a:cubicBezTo>
                              <a:pt x="140185" y="-7960"/>
                              <a:pt x="338392" y="7523"/>
                              <a:pt x="478777" y="0"/>
                            </a:cubicBezTo>
                            <a:cubicBezTo>
                              <a:pt x="619162" y="-7523"/>
                              <a:pt x="907421" y="21457"/>
                              <a:pt x="1018675" y="0"/>
                            </a:cubicBezTo>
                            <a:cubicBezTo>
                              <a:pt x="1129929" y="-21457"/>
                              <a:pt x="1425055" y="12211"/>
                              <a:pt x="1528013" y="0"/>
                            </a:cubicBezTo>
                            <a:cubicBezTo>
                              <a:pt x="1516906" y="83344"/>
                              <a:pt x="1527947" y="216138"/>
                              <a:pt x="1528013" y="283541"/>
                            </a:cubicBezTo>
                            <a:cubicBezTo>
                              <a:pt x="1300033" y="303452"/>
                              <a:pt x="1204640" y="306479"/>
                              <a:pt x="1064516" y="283541"/>
                            </a:cubicBezTo>
                            <a:cubicBezTo>
                              <a:pt x="924392" y="260603"/>
                              <a:pt x="748734" y="278559"/>
                              <a:pt x="524618" y="283541"/>
                            </a:cubicBezTo>
                            <a:cubicBezTo>
                              <a:pt x="300502" y="288523"/>
                              <a:pt x="251373" y="259279"/>
                              <a:pt x="0" y="283541"/>
                            </a:cubicBezTo>
                            <a:cubicBezTo>
                              <a:pt x="-13846" y="189976"/>
                              <a:pt x="-11912" y="110997"/>
                              <a:pt x="0" y="0"/>
                            </a:cubicBezTo>
                            <a:close/>
                          </a:path>
                        </a:pathLst>
                      </a:custGeom>
                      <ask:type>
                        <ask:lineSketchNone/>
                      </ask:type>
                    </ask:lineSketchStyleProps>
                  </a:ext>
                </a:extLs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矩形 51">
                <a:extLst>
                  <a:ext uri="{FF2B5EF4-FFF2-40B4-BE49-F238E27FC236}">
                    <a16:creationId xmlns:a16="http://schemas.microsoft.com/office/drawing/2014/main" id="{869C9187-EB90-144D-A858-A29330F711F9}"/>
                  </a:ext>
                </a:extLst>
              </p:cNvPr>
              <p:cNvSpPr/>
              <p:nvPr/>
            </p:nvSpPr>
            <p:spPr>
              <a:xfrm>
                <a:off x="10739705" y="4564770"/>
                <a:ext cx="588508" cy="283541"/>
              </a:xfrm>
              <a:prstGeom prst="rect">
                <a:avLst/>
              </a:prstGeom>
              <a:noFill/>
              <a:ln w="12700">
                <a:noFill/>
                <a:extLst>
                  <a:ext uri="{C807C97D-BFC1-408E-A445-0C87EB9F89A2}">
                    <ask:lineSketchStyleProps xmlns:ask="http://schemas.microsoft.com/office/drawing/2018/sketchyshapes" sd="1959150775">
                      <a:custGeom>
                        <a:avLst/>
                        <a:gdLst>
                          <a:gd name="connsiteX0" fmla="*/ 0 w 1528013"/>
                          <a:gd name="connsiteY0" fmla="*/ 0 h 283541"/>
                          <a:gd name="connsiteX1" fmla="*/ 463497 w 1528013"/>
                          <a:gd name="connsiteY1" fmla="*/ 0 h 283541"/>
                          <a:gd name="connsiteX2" fmla="*/ 957555 w 1528013"/>
                          <a:gd name="connsiteY2" fmla="*/ 0 h 283541"/>
                          <a:gd name="connsiteX3" fmla="*/ 1528013 w 1528013"/>
                          <a:gd name="connsiteY3" fmla="*/ 0 h 283541"/>
                          <a:gd name="connsiteX4" fmla="*/ 1528013 w 1528013"/>
                          <a:gd name="connsiteY4" fmla="*/ 283541 h 283541"/>
                          <a:gd name="connsiteX5" fmla="*/ 988115 w 1528013"/>
                          <a:gd name="connsiteY5" fmla="*/ 283541 h 283541"/>
                          <a:gd name="connsiteX6" fmla="*/ 524618 w 1528013"/>
                          <a:gd name="connsiteY6" fmla="*/ 283541 h 283541"/>
                          <a:gd name="connsiteX7" fmla="*/ 0 w 1528013"/>
                          <a:gd name="connsiteY7" fmla="*/ 283541 h 283541"/>
                          <a:gd name="connsiteX8" fmla="*/ 0 w 1528013"/>
                          <a:gd name="connsiteY8" fmla="*/ 0 h 28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8013" h="283541" fill="none" extrusionOk="0">
                            <a:moveTo>
                              <a:pt x="0" y="0"/>
                            </a:moveTo>
                            <a:cubicBezTo>
                              <a:pt x="177811" y="-1380"/>
                              <a:pt x="248574" y="1346"/>
                              <a:pt x="463497" y="0"/>
                            </a:cubicBezTo>
                            <a:cubicBezTo>
                              <a:pt x="678420" y="-1346"/>
                              <a:pt x="803388" y="18131"/>
                              <a:pt x="957555" y="0"/>
                            </a:cubicBezTo>
                            <a:cubicBezTo>
                              <a:pt x="1111722" y="-18131"/>
                              <a:pt x="1338130" y="27964"/>
                              <a:pt x="1528013" y="0"/>
                            </a:cubicBezTo>
                            <a:cubicBezTo>
                              <a:pt x="1515745" y="114691"/>
                              <a:pt x="1532528" y="153233"/>
                              <a:pt x="1528013" y="283541"/>
                            </a:cubicBezTo>
                            <a:cubicBezTo>
                              <a:pt x="1263097" y="276793"/>
                              <a:pt x="1242797" y="284077"/>
                              <a:pt x="988115" y="283541"/>
                            </a:cubicBezTo>
                            <a:cubicBezTo>
                              <a:pt x="733433" y="283005"/>
                              <a:pt x="639536" y="274552"/>
                              <a:pt x="524618" y="283541"/>
                            </a:cubicBezTo>
                            <a:cubicBezTo>
                              <a:pt x="409700" y="292530"/>
                              <a:pt x="196051" y="259298"/>
                              <a:pt x="0" y="283541"/>
                            </a:cubicBezTo>
                            <a:cubicBezTo>
                              <a:pt x="-3629" y="196888"/>
                              <a:pt x="4924" y="139845"/>
                              <a:pt x="0" y="0"/>
                            </a:cubicBezTo>
                            <a:close/>
                          </a:path>
                          <a:path w="1528013" h="283541" stroke="0" extrusionOk="0">
                            <a:moveTo>
                              <a:pt x="0" y="0"/>
                            </a:moveTo>
                            <a:cubicBezTo>
                              <a:pt x="140185" y="-7960"/>
                              <a:pt x="338392" y="7523"/>
                              <a:pt x="478777" y="0"/>
                            </a:cubicBezTo>
                            <a:cubicBezTo>
                              <a:pt x="619162" y="-7523"/>
                              <a:pt x="907421" y="21457"/>
                              <a:pt x="1018675" y="0"/>
                            </a:cubicBezTo>
                            <a:cubicBezTo>
                              <a:pt x="1129929" y="-21457"/>
                              <a:pt x="1425055" y="12211"/>
                              <a:pt x="1528013" y="0"/>
                            </a:cubicBezTo>
                            <a:cubicBezTo>
                              <a:pt x="1516906" y="83344"/>
                              <a:pt x="1527947" y="216138"/>
                              <a:pt x="1528013" y="283541"/>
                            </a:cubicBezTo>
                            <a:cubicBezTo>
                              <a:pt x="1300033" y="303452"/>
                              <a:pt x="1204640" y="306479"/>
                              <a:pt x="1064516" y="283541"/>
                            </a:cubicBezTo>
                            <a:cubicBezTo>
                              <a:pt x="924392" y="260603"/>
                              <a:pt x="748734" y="278559"/>
                              <a:pt x="524618" y="283541"/>
                            </a:cubicBezTo>
                            <a:cubicBezTo>
                              <a:pt x="300502" y="288523"/>
                              <a:pt x="251373" y="259279"/>
                              <a:pt x="0" y="283541"/>
                            </a:cubicBezTo>
                            <a:cubicBezTo>
                              <a:pt x="-13846" y="189976"/>
                              <a:pt x="-11912" y="110997"/>
                              <a:pt x="0" y="0"/>
                            </a:cubicBezTo>
                            <a:close/>
                          </a:path>
                        </a:pathLst>
                      </a:custGeom>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0" tIns="0" rIns="0" bIns="0" rtlCol="0" anchor="ctr"/>
              <a:lstStyle/>
              <a:p>
                <a:pPr algn="just"/>
                <a14:m>
                  <m:oMathPara xmlns:m="http://schemas.openxmlformats.org/officeDocument/2006/math">
                    <m:oMathParaPr>
                      <m:jc m:val="center"/>
                    </m:oMathParaPr>
                    <m:oMath xmlns:m="http://schemas.openxmlformats.org/officeDocument/2006/math">
                      <m:r>
                        <a:rPr kumimoji="1" lang="en-US" altLang="zh-CN" b="0" i="1" smtClean="0">
                          <a:solidFill>
                            <a:schemeClr val="accent6">
                              <a:lumMod val="75000"/>
                            </a:schemeClr>
                          </a:solidFill>
                          <a:latin typeface="Cambria Math" panose="02040503050406030204" pitchFamily="18" charset="0"/>
                          <a:cs typeface="Consolas" panose="020B0609020204030204" pitchFamily="49" charset="0"/>
                        </a:rPr>
                        <m:t>∅</m:t>
                      </m:r>
                    </m:oMath>
                  </m:oMathPara>
                </a14:m>
                <a:endParaRPr kumimoji="1" lang="zh-CN" altLang="en-US" dirty="0">
                  <a:solidFill>
                    <a:schemeClr val="accent6">
                      <a:lumMod val="75000"/>
                    </a:schemeClr>
                  </a:solidFill>
                  <a:latin typeface="Consolas" panose="020B0609020204030204" pitchFamily="49" charset="0"/>
                  <a:cs typeface="Consolas" panose="020B0609020204030204" pitchFamily="49" charset="0"/>
                </a:endParaRPr>
              </a:p>
            </p:txBody>
          </p:sp>
        </mc:Choice>
        <mc:Fallback xmlns="">
          <p:sp>
            <p:nvSpPr>
              <p:cNvPr id="52" name="矩形 51">
                <a:extLst>
                  <a:ext uri="{FF2B5EF4-FFF2-40B4-BE49-F238E27FC236}">
                    <a16:creationId xmlns:a16="http://schemas.microsoft.com/office/drawing/2014/main" id="{869C9187-EB90-144D-A858-A29330F711F9}"/>
                  </a:ext>
                </a:extLst>
              </p:cNvPr>
              <p:cNvSpPr>
                <a:spLocks noRot="1" noChangeAspect="1" noMove="1" noResize="1" noEditPoints="1" noAdjustHandles="1" noChangeArrowheads="1" noChangeShapeType="1" noTextEdit="1"/>
              </p:cNvSpPr>
              <p:nvPr/>
            </p:nvSpPr>
            <p:spPr>
              <a:xfrm>
                <a:off x="10739705" y="4564770"/>
                <a:ext cx="588508" cy="283541"/>
              </a:xfrm>
              <a:prstGeom prst="rect">
                <a:avLst/>
              </a:prstGeom>
              <a:blipFill>
                <a:blip r:embed="rId4"/>
                <a:stretch>
                  <a:fillRect b="-21739"/>
                </a:stretch>
              </a:blipFill>
              <a:ln w="12700">
                <a:noFill/>
                <a:extLst>
                  <a:ext uri="{C807C97D-BFC1-408E-A445-0C87EB9F89A2}">
                    <ask:lineSketchStyleProps xmlns:ask="http://schemas.microsoft.com/office/drawing/2018/sketchyshapes" sd="1959150775">
                      <a:custGeom>
                        <a:avLst/>
                        <a:gdLst>
                          <a:gd name="connsiteX0" fmla="*/ 0 w 1528013"/>
                          <a:gd name="connsiteY0" fmla="*/ 0 h 283541"/>
                          <a:gd name="connsiteX1" fmla="*/ 463497 w 1528013"/>
                          <a:gd name="connsiteY1" fmla="*/ 0 h 283541"/>
                          <a:gd name="connsiteX2" fmla="*/ 957555 w 1528013"/>
                          <a:gd name="connsiteY2" fmla="*/ 0 h 283541"/>
                          <a:gd name="connsiteX3" fmla="*/ 1528013 w 1528013"/>
                          <a:gd name="connsiteY3" fmla="*/ 0 h 283541"/>
                          <a:gd name="connsiteX4" fmla="*/ 1528013 w 1528013"/>
                          <a:gd name="connsiteY4" fmla="*/ 283541 h 283541"/>
                          <a:gd name="connsiteX5" fmla="*/ 988115 w 1528013"/>
                          <a:gd name="connsiteY5" fmla="*/ 283541 h 283541"/>
                          <a:gd name="connsiteX6" fmla="*/ 524618 w 1528013"/>
                          <a:gd name="connsiteY6" fmla="*/ 283541 h 283541"/>
                          <a:gd name="connsiteX7" fmla="*/ 0 w 1528013"/>
                          <a:gd name="connsiteY7" fmla="*/ 283541 h 283541"/>
                          <a:gd name="connsiteX8" fmla="*/ 0 w 1528013"/>
                          <a:gd name="connsiteY8" fmla="*/ 0 h 28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8013" h="283541" fill="none" extrusionOk="0">
                            <a:moveTo>
                              <a:pt x="0" y="0"/>
                            </a:moveTo>
                            <a:cubicBezTo>
                              <a:pt x="177811" y="-1380"/>
                              <a:pt x="248574" y="1346"/>
                              <a:pt x="463497" y="0"/>
                            </a:cubicBezTo>
                            <a:cubicBezTo>
                              <a:pt x="678420" y="-1346"/>
                              <a:pt x="803388" y="18131"/>
                              <a:pt x="957555" y="0"/>
                            </a:cubicBezTo>
                            <a:cubicBezTo>
                              <a:pt x="1111722" y="-18131"/>
                              <a:pt x="1338130" y="27964"/>
                              <a:pt x="1528013" y="0"/>
                            </a:cubicBezTo>
                            <a:cubicBezTo>
                              <a:pt x="1515745" y="114691"/>
                              <a:pt x="1532528" y="153233"/>
                              <a:pt x="1528013" y="283541"/>
                            </a:cubicBezTo>
                            <a:cubicBezTo>
                              <a:pt x="1263097" y="276793"/>
                              <a:pt x="1242797" y="284077"/>
                              <a:pt x="988115" y="283541"/>
                            </a:cubicBezTo>
                            <a:cubicBezTo>
                              <a:pt x="733433" y="283005"/>
                              <a:pt x="639536" y="274552"/>
                              <a:pt x="524618" y="283541"/>
                            </a:cubicBezTo>
                            <a:cubicBezTo>
                              <a:pt x="409700" y="292530"/>
                              <a:pt x="196051" y="259298"/>
                              <a:pt x="0" y="283541"/>
                            </a:cubicBezTo>
                            <a:cubicBezTo>
                              <a:pt x="-3629" y="196888"/>
                              <a:pt x="4924" y="139845"/>
                              <a:pt x="0" y="0"/>
                            </a:cubicBezTo>
                            <a:close/>
                          </a:path>
                          <a:path w="1528013" h="283541" stroke="0" extrusionOk="0">
                            <a:moveTo>
                              <a:pt x="0" y="0"/>
                            </a:moveTo>
                            <a:cubicBezTo>
                              <a:pt x="140185" y="-7960"/>
                              <a:pt x="338392" y="7523"/>
                              <a:pt x="478777" y="0"/>
                            </a:cubicBezTo>
                            <a:cubicBezTo>
                              <a:pt x="619162" y="-7523"/>
                              <a:pt x="907421" y="21457"/>
                              <a:pt x="1018675" y="0"/>
                            </a:cubicBezTo>
                            <a:cubicBezTo>
                              <a:pt x="1129929" y="-21457"/>
                              <a:pt x="1425055" y="12211"/>
                              <a:pt x="1528013" y="0"/>
                            </a:cubicBezTo>
                            <a:cubicBezTo>
                              <a:pt x="1516906" y="83344"/>
                              <a:pt x="1527947" y="216138"/>
                              <a:pt x="1528013" y="283541"/>
                            </a:cubicBezTo>
                            <a:cubicBezTo>
                              <a:pt x="1300033" y="303452"/>
                              <a:pt x="1204640" y="306479"/>
                              <a:pt x="1064516" y="283541"/>
                            </a:cubicBezTo>
                            <a:cubicBezTo>
                              <a:pt x="924392" y="260603"/>
                              <a:pt x="748734" y="278559"/>
                              <a:pt x="524618" y="283541"/>
                            </a:cubicBezTo>
                            <a:cubicBezTo>
                              <a:pt x="300502" y="288523"/>
                              <a:pt x="251373" y="259279"/>
                              <a:pt x="0" y="283541"/>
                            </a:cubicBezTo>
                            <a:cubicBezTo>
                              <a:pt x="-13846" y="189976"/>
                              <a:pt x="-11912" y="110997"/>
                              <a:pt x="0" y="0"/>
                            </a:cubicBezTo>
                            <a:close/>
                          </a:path>
                        </a:pathLst>
                      </a:custGeom>
                      <ask:type>
                        <ask:lineSketchNone/>
                      </ask:type>
                    </ask:lineSketchStyleProps>
                  </a:ext>
                </a:extLs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矩形 52">
                <a:extLst>
                  <a:ext uri="{FF2B5EF4-FFF2-40B4-BE49-F238E27FC236}">
                    <a16:creationId xmlns:a16="http://schemas.microsoft.com/office/drawing/2014/main" id="{F7DDA60D-A2A6-D24B-A4D9-8AC3F97064F4}"/>
                  </a:ext>
                </a:extLst>
              </p:cNvPr>
              <p:cNvSpPr/>
              <p:nvPr/>
            </p:nvSpPr>
            <p:spPr>
              <a:xfrm>
                <a:off x="10739705" y="3152255"/>
                <a:ext cx="588508" cy="283541"/>
              </a:xfrm>
              <a:prstGeom prst="rect">
                <a:avLst/>
              </a:prstGeom>
              <a:noFill/>
              <a:ln w="12700">
                <a:noFill/>
                <a:extLst>
                  <a:ext uri="{C807C97D-BFC1-408E-A445-0C87EB9F89A2}">
                    <ask:lineSketchStyleProps xmlns:ask="http://schemas.microsoft.com/office/drawing/2018/sketchyshapes" sd="1959150775">
                      <a:custGeom>
                        <a:avLst/>
                        <a:gdLst>
                          <a:gd name="connsiteX0" fmla="*/ 0 w 1528013"/>
                          <a:gd name="connsiteY0" fmla="*/ 0 h 283541"/>
                          <a:gd name="connsiteX1" fmla="*/ 463497 w 1528013"/>
                          <a:gd name="connsiteY1" fmla="*/ 0 h 283541"/>
                          <a:gd name="connsiteX2" fmla="*/ 957555 w 1528013"/>
                          <a:gd name="connsiteY2" fmla="*/ 0 h 283541"/>
                          <a:gd name="connsiteX3" fmla="*/ 1528013 w 1528013"/>
                          <a:gd name="connsiteY3" fmla="*/ 0 h 283541"/>
                          <a:gd name="connsiteX4" fmla="*/ 1528013 w 1528013"/>
                          <a:gd name="connsiteY4" fmla="*/ 283541 h 283541"/>
                          <a:gd name="connsiteX5" fmla="*/ 988115 w 1528013"/>
                          <a:gd name="connsiteY5" fmla="*/ 283541 h 283541"/>
                          <a:gd name="connsiteX6" fmla="*/ 524618 w 1528013"/>
                          <a:gd name="connsiteY6" fmla="*/ 283541 h 283541"/>
                          <a:gd name="connsiteX7" fmla="*/ 0 w 1528013"/>
                          <a:gd name="connsiteY7" fmla="*/ 283541 h 283541"/>
                          <a:gd name="connsiteX8" fmla="*/ 0 w 1528013"/>
                          <a:gd name="connsiteY8" fmla="*/ 0 h 28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8013" h="283541" fill="none" extrusionOk="0">
                            <a:moveTo>
                              <a:pt x="0" y="0"/>
                            </a:moveTo>
                            <a:cubicBezTo>
                              <a:pt x="177811" y="-1380"/>
                              <a:pt x="248574" y="1346"/>
                              <a:pt x="463497" y="0"/>
                            </a:cubicBezTo>
                            <a:cubicBezTo>
                              <a:pt x="678420" y="-1346"/>
                              <a:pt x="803388" y="18131"/>
                              <a:pt x="957555" y="0"/>
                            </a:cubicBezTo>
                            <a:cubicBezTo>
                              <a:pt x="1111722" y="-18131"/>
                              <a:pt x="1338130" y="27964"/>
                              <a:pt x="1528013" y="0"/>
                            </a:cubicBezTo>
                            <a:cubicBezTo>
                              <a:pt x="1515745" y="114691"/>
                              <a:pt x="1532528" y="153233"/>
                              <a:pt x="1528013" y="283541"/>
                            </a:cubicBezTo>
                            <a:cubicBezTo>
                              <a:pt x="1263097" y="276793"/>
                              <a:pt x="1242797" y="284077"/>
                              <a:pt x="988115" y="283541"/>
                            </a:cubicBezTo>
                            <a:cubicBezTo>
                              <a:pt x="733433" y="283005"/>
                              <a:pt x="639536" y="274552"/>
                              <a:pt x="524618" y="283541"/>
                            </a:cubicBezTo>
                            <a:cubicBezTo>
                              <a:pt x="409700" y="292530"/>
                              <a:pt x="196051" y="259298"/>
                              <a:pt x="0" y="283541"/>
                            </a:cubicBezTo>
                            <a:cubicBezTo>
                              <a:pt x="-3629" y="196888"/>
                              <a:pt x="4924" y="139845"/>
                              <a:pt x="0" y="0"/>
                            </a:cubicBezTo>
                            <a:close/>
                          </a:path>
                          <a:path w="1528013" h="283541" stroke="0" extrusionOk="0">
                            <a:moveTo>
                              <a:pt x="0" y="0"/>
                            </a:moveTo>
                            <a:cubicBezTo>
                              <a:pt x="140185" y="-7960"/>
                              <a:pt x="338392" y="7523"/>
                              <a:pt x="478777" y="0"/>
                            </a:cubicBezTo>
                            <a:cubicBezTo>
                              <a:pt x="619162" y="-7523"/>
                              <a:pt x="907421" y="21457"/>
                              <a:pt x="1018675" y="0"/>
                            </a:cubicBezTo>
                            <a:cubicBezTo>
                              <a:pt x="1129929" y="-21457"/>
                              <a:pt x="1425055" y="12211"/>
                              <a:pt x="1528013" y="0"/>
                            </a:cubicBezTo>
                            <a:cubicBezTo>
                              <a:pt x="1516906" y="83344"/>
                              <a:pt x="1527947" y="216138"/>
                              <a:pt x="1528013" y="283541"/>
                            </a:cubicBezTo>
                            <a:cubicBezTo>
                              <a:pt x="1300033" y="303452"/>
                              <a:pt x="1204640" y="306479"/>
                              <a:pt x="1064516" y="283541"/>
                            </a:cubicBezTo>
                            <a:cubicBezTo>
                              <a:pt x="924392" y="260603"/>
                              <a:pt x="748734" y="278559"/>
                              <a:pt x="524618" y="283541"/>
                            </a:cubicBezTo>
                            <a:cubicBezTo>
                              <a:pt x="300502" y="288523"/>
                              <a:pt x="251373" y="259279"/>
                              <a:pt x="0" y="283541"/>
                            </a:cubicBezTo>
                            <a:cubicBezTo>
                              <a:pt x="-13846" y="189976"/>
                              <a:pt x="-11912" y="110997"/>
                              <a:pt x="0" y="0"/>
                            </a:cubicBezTo>
                            <a:close/>
                          </a:path>
                        </a:pathLst>
                      </a:custGeom>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0" tIns="0" rIns="0" bIns="0" rtlCol="0" anchor="ctr"/>
              <a:lstStyle/>
              <a:p>
                <a:pPr algn="just"/>
                <a14:m>
                  <m:oMathPara xmlns:m="http://schemas.openxmlformats.org/officeDocument/2006/math">
                    <m:oMathParaPr>
                      <m:jc m:val="center"/>
                    </m:oMathParaPr>
                    <m:oMath xmlns:m="http://schemas.openxmlformats.org/officeDocument/2006/math">
                      <m:d>
                        <m:dPr>
                          <m:begChr m:val="{"/>
                          <m:endChr m:val="}"/>
                          <m:ctrlPr>
                            <a:rPr kumimoji="1" lang="en-US" altLang="zh-CN" b="0" i="1" smtClean="0">
                              <a:solidFill>
                                <a:schemeClr val="accent6">
                                  <a:lumMod val="75000"/>
                                </a:schemeClr>
                              </a:solidFill>
                              <a:latin typeface="Cambria Math" panose="02040503050406030204" pitchFamily="18" charset="0"/>
                              <a:cs typeface="Consolas" panose="020B0609020204030204" pitchFamily="49" charset="0"/>
                            </a:rPr>
                          </m:ctrlPr>
                        </m:dPr>
                        <m:e>
                          <m:r>
                            <a:rPr kumimoji="1" lang="en-US" altLang="zh-CN" b="0" i="1" smtClean="0">
                              <a:solidFill>
                                <a:schemeClr val="accent6">
                                  <a:lumMod val="75000"/>
                                </a:schemeClr>
                              </a:solidFill>
                              <a:latin typeface="Cambria Math" panose="02040503050406030204" pitchFamily="18" charset="0"/>
                              <a:cs typeface="Consolas" panose="020B0609020204030204" pitchFamily="49" charset="0"/>
                            </a:rPr>
                            <m:t>𝑐</m:t>
                          </m:r>
                        </m:e>
                      </m:d>
                    </m:oMath>
                  </m:oMathPara>
                </a14:m>
                <a:endParaRPr kumimoji="1" lang="zh-CN" altLang="en-US" dirty="0">
                  <a:solidFill>
                    <a:schemeClr val="accent6">
                      <a:lumMod val="75000"/>
                    </a:schemeClr>
                  </a:solidFill>
                  <a:latin typeface="Consolas" panose="020B0609020204030204" pitchFamily="49" charset="0"/>
                  <a:cs typeface="Consolas" panose="020B0609020204030204" pitchFamily="49" charset="0"/>
                </a:endParaRPr>
              </a:p>
            </p:txBody>
          </p:sp>
        </mc:Choice>
        <mc:Fallback xmlns="">
          <p:sp>
            <p:nvSpPr>
              <p:cNvPr id="53" name="矩形 52">
                <a:extLst>
                  <a:ext uri="{FF2B5EF4-FFF2-40B4-BE49-F238E27FC236}">
                    <a16:creationId xmlns:a16="http://schemas.microsoft.com/office/drawing/2014/main" id="{F7DDA60D-A2A6-D24B-A4D9-8AC3F97064F4}"/>
                  </a:ext>
                </a:extLst>
              </p:cNvPr>
              <p:cNvSpPr>
                <a:spLocks noRot="1" noChangeAspect="1" noMove="1" noResize="1" noEditPoints="1" noAdjustHandles="1" noChangeArrowheads="1" noChangeShapeType="1" noTextEdit="1"/>
              </p:cNvSpPr>
              <p:nvPr/>
            </p:nvSpPr>
            <p:spPr>
              <a:xfrm>
                <a:off x="10739705" y="3152255"/>
                <a:ext cx="588508" cy="283541"/>
              </a:xfrm>
              <a:prstGeom prst="rect">
                <a:avLst/>
              </a:prstGeom>
              <a:blipFill>
                <a:blip r:embed="rId5"/>
                <a:stretch>
                  <a:fillRect/>
                </a:stretch>
              </a:blipFill>
              <a:ln w="12700">
                <a:noFill/>
                <a:extLst>
                  <a:ext uri="{C807C97D-BFC1-408E-A445-0C87EB9F89A2}">
                    <ask:lineSketchStyleProps xmlns:ask="http://schemas.microsoft.com/office/drawing/2018/sketchyshapes" sd="1959150775">
                      <a:custGeom>
                        <a:avLst/>
                        <a:gdLst>
                          <a:gd name="connsiteX0" fmla="*/ 0 w 1528013"/>
                          <a:gd name="connsiteY0" fmla="*/ 0 h 283541"/>
                          <a:gd name="connsiteX1" fmla="*/ 463497 w 1528013"/>
                          <a:gd name="connsiteY1" fmla="*/ 0 h 283541"/>
                          <a:gd name="connsiteX2" fmla="*/ 957555 w 1528013"/>
                          <a:gd name="connsiteY2" fmla="*/ 0 h 283541"/>
                          <a:gd name="connsiteX3" fmla="*/ 1528013 w 1528013"/>
                          <a:gd name="connsiteY3" fmla="*/ 0 h 283541"/>
                          <a:gd name="connsiteX4" fmla="*/ 1528013 w 1528013"/>
                          <a:gd name="connsiteY4" fmla="*/ 283541 h 283541"/>
                          <a:gd name="connsiteX5" fmla="*/ 988115 w 1528013"/>
                          <a:gd name="connsiteY5" fmla="*/ 283541 h 283541"/>
                          <a:gd name="connsiteX6" fmla="*/ 524618 w 1528013"/>
                          <a:gd name="connsiteY6" fmla="*/ 283541 h 283541"/>
                          <a:gd name="connsiteX7" fmla="*/ 0 w 1528013"/>
                          <a:gd name="connsiteY7" fmla="*/ 283541 h 283541"/>
                          <a:gd name="connsiteX8" fmla="*/ 0 w 1528013"/>
                          <a:gd name="connsiteY8" fmla="*/ 0 h 28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8013" h="283541" fill="none" extrusionOk="0">
                            <a:moveTo>
                              <a:pt x="0" y="0"/>
                            </a:moveTo>
                            <a:cubicBezTo>
                              <a:pt x="177811" y="-1380"/>
                              <a:pt x="248574" y="1346"/>
                              <a:pt x="463497" y="0"/>
                            </a:cubicBezTo>
                            <a:cubicBezTo>
                              <a:pt x="678420" y="-1346"/>
                              <a:pt x="803388" y="18131"/>
                              <a:pt x="957555" y="0"/>
                            </a:cubicBezTo>
                            <a:cubicBezTo>
                              <a:pt x="1111722" y="-18131"/>
                              <a:pt x="1338130" y="27964"/>
                              <a:pt x="1528013" y="0"/>
                            </a:cubicBezTo>
                            <a:cubicBezTo>
                              <a:pt x="1515745" y="114691"/>
                              <a:pt x="1532528" y="153233"/>
                              <a:pt x="1528013" y="283541"/>
                            </a:cubicBezTo>
                            <a:cubicBezTo>
                              <a:pt x="1263097" y="276793"/>
                              <a:pt x="1242797" y="284077"/>
                              <a:pt x="988115" y="283541"/>
                            </a:cubicBezTo>
                            <a:cubicBezTo>
                              <a:pt x="733433" y="283005"/>
                              <a:pt x="639536" y="274552"/>
                              <a:pt x="524618" y="283541"/>
                            </a:cubicBezTo>
                            <a:cubicBezTo>
                              <a:pt x="409700" y="292530"/>
                              <a:pt x="196051" y="259298"/>
                              <a:pt x="0" y="283541"/>
                            </a:cubicBezTo>
                            <a:cubicBezTo>
                              <a:pt x="-3629" y="196888"/>
                              <a:pt x="4924" y="139845"/>
                              <a:pt x="0" y="0"/>
                            </a:cubicBezTo>
                            <a:close/>
                          </a:path>
                          <a:path w="1528013" h="283541" stroke="0" extrusionOk="0">
                            <a:moveTo>
                              <a:pt x="0" y="0"/>
                            </a:moveTo>
                            <a:cubicBezTo>
                              <a:pt x="140185" y="-7960"/>
                              <a:pt x="338392" y="7523"/>
                              <a:pt x="478777" y="0"/>
                            </a:cubicBezTo>
                            <a:cubicBezTo>
                              <a:pt x="619162" y="-7523"/>
                              <a:pt x="907421" y="21457"/>
                              <a:pt x="1018675" y="0"/>
                            </a:cubicBezTo>
                            <a:cubicBezTo>
                              <a:pt x="1129929" y="-21457"/>
                              <a:pt x="1425055" y="12211"/>
                              <a:pt x="1528013" y="0"/>
                            </a:cubicBezTo>
                            <a:cubicBezTo>
                              <a:pt x="1516906" y="83344"/>
                              <a:pt x="1527947" y="216138"/>
                              <a:pt x="1528013" y="283541"/>
                            </a:cubicBezTo>
                            <a:cubicBezTo>
                              <a:pt x="1300033" y="303452"/>
                              <a:pt x="1204640" y="306479"/>
                              <a:pt x="1064516" y="283541"/>
                            </a:cubicBezTo>
                            <a:cubicBezTo>
                              <a:pt x="924392" y="260603"/>
                              <a:pt x="748734" y="278559"/>
                              <a:pt x="524618" y="283541"/>
                            </a:cubicBezTo>
                            <a:cubicBezTo>
                              <a:pt x="300502" y="288523"/>
                              <a:pt x="251373" y="259279"/>
                              <a:pt x="0" y="283541"/>
                            </a:cubicBezTo>
                            <a:cubicBezTo>
                              <a:pt x="-13846" y="189976"/>
                              <a:pt x="-11912" y="110997"/>
                              <a:pt x="0" y="0"/>
                            </a:cubicBezTo>
                            <a:close/>
                          </a:path>
                        </a:pathLst>
                      </a:custGeom>
                      <ask:type>
                        <ask:lineSketchNone/>
                      </ask:type>
                    </ask:lineSketchStyleProps>
                  </a:ext>
                </a:extLs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矩形 53">
                <a:extLst>
                  <a:ext uri="{FF2B5EF4-FFF2-40B4-BE49-F238E27FC236}">
                    <a16:creationId xmlns:a16="http://schemas.microsoft.com/office/drawing/2014/main" id="{672ABCCA-5FC2-2B46-B8FB-8D86E9EE6232}"/>
                  </a:ext>
                </a:extLst>
              </p:cNvPr>
              <p:cNvSpPr/>
              <p:nvPr/>
            </p:nvSpPr>
            <p:spPr>
              <a:xfrm>
                <a:off x="10739705" y="2451141"/>
                <a:ext cx="588508" cy="283541"/>
              </a:xfrm>
              <a:prstGeom prst="rect">
                <a:avLst/>
              </a:prstGeom>
              <a:noFill/>
              <a:ln w="12700">
                <a:noFill/>
                <a:extLst>
                  <a:ext uri="{C807C97D-BFC1-408E-A445-0C87EB9F89A2}">
                    <ask:lineSketchStyleProps xmlns:ask="http://schemas.microsoft.com/office/drawing/2018/sketchyshapes" sd="1959150775">
                      <a:custGeom>
                        <a:avLst/>
                        <a:gdLst>
                          <a:gd name="connsiteX0" fmla="*/ 0 w 1528013"/>
                          <a:gd name="connsiteY0" fmla="*/ 0 h 283541"/>
                          <a:gd name="connsiteX1" fmla="*/ 463497 w 1528013"/>
                          <a:gd name="connsiteY1" fmla="*/ 0 h 283541"/>
                          <a:gd name="connsiteX2" fmla="*/ 957555 w 1528013"/>
                          <a:gd name="connsiteY2" fmla="*/ 0 h 283541"/>
                          <a:gd name="connsiteX3" fmla="*/ 1528013 w 1528013"/>
                          <a:gd name="connsiteY3" fmla="*/ 0 h 283541"/>
                          <a:gd name="connsiteX4" fmla="*/ 1528013 w 1528013"/>
                          <a:gd name="connsiteY4" fmla="*/ 283541 h 283541"/>
                          <a:gd name="connsiteX5" fmla="*/ 988115 w 1528013"/>
                          <a:gd name="connsiteY5" fmla="*/ 283541 h 283541"/>
                          <a:gd name="connsiteX6" fmla="*/ 524618 w 1528013"/>
                          <a:gd name="connsiteY6" fmla="*/ 283541 h 283541"/>
                          <a:gd name="connsiteX7" fmla="*/ 0 w 1528013"/>
                          <a:gd name="connsiteY7" fmla="*/ 283541 h 283541"/>
                          <a:gd name="connsiteX8" fmla="*/ 0 w 1528013"/>
                          <a:gd name="connsiteY8" fmla="*/ 0 h 28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8013" h="283541" fill="none" extrusionOk="0">
                            <a:moveTo>
                              <a:pt x="0" y="0"/>
                            </a:moveTo>
                            <a:cubicBezTo>
                              <a:pt x="177811" y="-1380"/>
                              <a:pt x="248574" y="1346"/>
                              <a:pt x="463497" y="0"/>
                            </a:cubicBezTo>
                            <a:cubicBezTo>
                              <a:pt x="678420" y="-1346"/>
                              <a:pt x="803388" y="18131"/>
                              <a:pt x="957555" y="0"/>
                            </a:cubicBezTo>
                            <a:cubicBezTo>
                              <a:pt x="1111722" y="-18131"/>
                              <a:pt x="1338130" y="27964"/>
                              <a:pt x="1528013" y="0"/>
                            </a:cubicBezTo>
                            <a:cubicBezTo>
                              <a:pt x="1515745" y="114691"/>
                              <a:pt x="1532528" y="153233"/>
                              <a:pt x="1528013" y="283541"/>
                            </a:cubicBezTo>
                            <a:cubicBezTo>
                              <a:pt x="1263097" y="276793"/>
                              <a:pt x="1242797" y="284077"/>
                              <a:pt x="988115" y="283541"/>
                            </a:cubicBezTo>
                            <a:cubicBezTo>
                              <a:pt x="733433" y="283005"/>
                              <a:pt x="639536" y="274552"/>
                              <a:pt x="524618" y="283541"/>
                            </a:cubicBezTo>
                            <a:cubicBezTo>
                              <a:pt x="409700" y="292530"/>
                              <a:pt x="196051" y="259298"/>
                              <a:pt x="0" y="283541"/>
                            </a:cubicBezTo>
                            <a:cubicBezTo>
                              <a:pt x="-3629" y="196888"/>
                              <a:pt x="4924" y="139845"/>
                              <a:pt x="0" y="0"/>
                            </a:cubicBezTo>
                            <a:close/>
                          </a:path>
                          <a:path w="1528013" h="283541" stroke="0" extrusionOk="0">
                            <a:moveTo>
                              <a:pt x="0" y="0"/>
                            </a:moveTo>
                            <a:cubicBezTo>
                              <a:pt x="140185" y="-7960"/>
                              <a:pt x="338392" y="7523"/>
                              <a:pt x="478777" y="0"/>
                            </a:cubicBezTo>
                            <a:cubicBezTo>
                              <a:pt x="619162" y="-7523"/>
                              <a:pt x="907421" y="21457"/>
                              <a:pt x="1018675" y="0"/>
                            </a:cubicBezTo>
                            <a:cubicBezTo>
                              <a:pt x="1129929" y="-21457"/>
                              <a:pt x="1425055" y="12211"/>
                              <a:pt x="1528013" y="0"/>
                            </a:cubicBezTo>
                            <a:cubicBezTo>
                              <a:pt x="1516906" y="83344"/>
                              <a:pt x="1527947" y="216138"/>
                              <a:pt x="1528013" y="283541"/>
                            </a:cubicBezTo>
                            <a:cubicBezTo>
                              <a:pt x="1300033" y="303452"/>
                              <a:pt x="1204640" y="306479"/>
                              <a:pt x="1064516" y="283541"/>
                            </a:cubicBezTo>
                            <a:cubicBezTo>
                              <a:pt x="924392" y="260603"/>
                              <a:pt x="748734" y="278559"/>
                              <a:pt x="524618" y="283541"/>
                            </a:cubicBezTo>
                            <a:cubicBezTo>
                              <a:pt x="300502" y="288523"/>
                              <a:pt x="251373" y="259279"/>
                              <a:pt x="0" y="283541"/>
                            </a:cubicBezTo>
                            <a:cubicBezTo>
                              <a:pt x="-13846" y="189976"/>
                              <a:pt x="-11912" y="110997"/>
                              <a:pt x="0" y="0"/>
                            </a:cubicBezTo>
                            <a:close/>
                          </a:path>
                        </a:pathLst>
                      </a:custGeom>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0" tIns="0" rIns="0" bIns="0" rtlCol="0" anchor="ctr"/>
              <a:lstStyle/>
              <a:p>
                <a:pPr algn="just"/>
                <a14:m>
                  <m:oMathPara xmlns:m="http://schemas.openxmlformats.org/officeDocument/2006/math">
                    <m:oMathParaPr>
                      <m:jc m:val="center"/>
                    </m:oMathParaPr>
                    <m:oMath xmlns:m="http://schemas.openxmlformats.org/officeDocument/2006/math">
                      <m:d>
                        <m:dPr>
                          <m:begChr m:val="{"/>
                          <m:endChr m:val="}"/>
                          <m:ctrlPr>
                            <a:rPr kumimoji="1" lang="en-US" altLang="zh-CN" b="0" i="1" smtClean="0">
                              <a:solidFill>
                                <a:schemeClr val="accent6">
                                  <a:lumMod val="75000"/>
                                </a:schemeClr>
                              </a:solidFill>
                              <a:latin typeface="Cambria Math" panose="02040503050406030204" pitchFamily="18" charset="0"/>
                              <a:cs typeface="Consolas" panose="020B0609020204030204" pitchFamily="49" charset="0"/>
                            </a:rPr>
                          </m:ctrlPr>
                        </m:dPr>
                        <m:e>
                          <m:r>
                            <a:rPr kumimoji="1" lang="en-US" altLang="zh-CN" b="0" i="1" smtClean="0">
                              <a:solidFill>
                                <a:schemeClr val="accent6">
                                  <a:lumMod val="75000"/>
                                </a:schemeClr>
                              </a:solidFill>
                              <a:latin typeface="Cambria Math" panose="02040503050406030204" pitchFamily="18" charset="0"/>
                              <a:cs typeface="Consolas" panose="020B0609020204030204" pitchFamily="49" charset="0"/>
                            </a:rPr>
                            <m:t>𝑎</m:t>
                          </m:r>
                          <m:r>
                            <a:rPr kumimoji="1" lang="en-US" altLang="zh-CN" b="0" i="1" smtClean="0">
                              <a:solidFill>
                                <a:schemeClr val="accent6">
                                  <a:lumMod val="75000"/>
                                </a:schemeClr>
                              </a:solidFill>
                              <a:latin typeface="Cambria Math" panose="02040503050406030204" pitchFamily="18" charset="0"/>
                              <a:cs typeface="Consolas" panose="020B0609020204030204" pitchFamily="49" charset="0"/>
                            </a:rPr>
                            <m:t>, </m:t>
                          </m:r>
                          <m:r>
                            <a:rPr kumimoji="1" lang="en-US" altLang="zh-CN" b="0" i="1" smtClean="0">
                              <a:solidFill>
                                <a:schemeClr val="accent6">
                                  <a:lumMod val="75000"/>
                                </a:schemeClr>
                              </a:solidFill>
                              <a:latin typeface="Cambria Math" panose="02040503050406030204" pitchFamily="18" charset="0"/>
                              <a:cs typeface="Consolas" panose="020B0609020204030204" pitchFamily="49" charset="0"/>
                            </a:rPr>
                            <m:t>𝑏</m:t>
                          </m:r>
                        </m:e>
                      </m:d>
                    </m:oMath>
                  </m:oMathPara>
                </a14:m>
                <a:endParaRPr kumimoji="1" lang="zh-CN" altLang="en-US" dirty="0">
                  <a:solidFill>
                    <a:schemeClr val="accent6">
                      <a:lumMod val="75000"/>
                    </a:schemeClr>
                  </a:solidFill>
                  <a:latin typeface="Consolas" panose="020B0609020204030204" pitchFamily="49" charset="0"/>
                  <a:cs typeface="Consolas" panose="020B0609020204030204" pitchFamily="49" charset="0"/>
                </a:endParaRPr>
              </a:p>
            </p:txBody>
          </p:sp>
        </mc:Choice>
        <mc:Fallback xmlns="">
          <p:sp>
            <p:nvSpPr>
              <p:cNvPr id="54" name="矩形 53">
                <a:extLst>
                  <a:ext uri="{FF2B5EF4-FFF2-40B4-BE49-F238E27FC236}">
                    <a16:creationId xmlns:a16="http://schemas.microsoft.com/office/drawing/2014/main" id="{672ABCCA-5FC2-2B46-B8FB-8D86E9EE6232}"/>
                  </a:ext>
                </a:extLst>
              </p:cNvPr>
              <p:cNvSpPr>
                <a:spLocks noRot="1" noChangeAspect="1" noMove="1" noResize="1" noEditPoints="1" noAdjustHandles="1" noChangeArrowheads="1" noChangeShapeType="1" noTextEdit="1"/>
              </p:cNvSpPr>
              <p:nvPr/>
            </p:nvSpPr>
            <p:spPr>
              <a:xfrm>
                <a:off x="10739705" y="2451141"/>
                <a:ext cx="588508" cy="283541"/>
              </a:xfrm>
              <a:prstGeom prst="rect">
                <a:avLst/>
              </a:prstGeom>
              <a:blipFill>
                <a:blip r:embed="rId6"/>
                <a:stretch>
                  <a:fillRect b="-4167"/>
                </a:stretch>
              </a:blipFill>
              <a:ln w="12700">
                <a:noFill/>
                <a:extLst>
                  <a:ext uri="{C807C97D-BFC1-408E-A445-0C87EB9F89A2}">
                    <ask:lineSketchStyleProps xmlns:ask="http://schemas.microsoft.com/office/drawing/2018/sketchyshapes" sd="1959150775">
                      <a:custGeom>
                        <a:avLst/>
                        <a:gdLst>
                          <a:gd name="connsiteX0" fmla="*/ 0 w 1528013"/>
                          <a:gd name="connsiteY0" fmla="*/ 0 h 283541"/>
                          <a:gd name="connsiteX1" fmla="*/ 463497 w 1528013"/>
                          <a:gd name="connsiteY1" fmla="*/ 0 h 283541"/>
                          <a:gd name="connsiteX2" fmla="*/ 957555 w 1528013"/>
                          <a:gd name="connsiteY2" fmla="*/ 0 h 283541"/>
                          <a:gd name="connsiteX3" fmla="*/ 1528013 w 1528013"/>
                          <a:gd name="connsiteY3" fmla="*/ 0 h 283541"/>
                          <a:gd name="connsiteX4" fmla="*/ 1528013 w 1528013"/>
                          <a:gd name="connsiteY4" fmla="*/ 283541 h 283541"/>
                          <a:gd name="connsiteX5" fmla="*/ 988115 w 1528013"/>
                          <a:gd name="connsiteY5" fmla="*/ 283541 h 283541"/>
                          <a:gd name="connsiteX6" fmla="*/ 524618 w 1528013"/>
                          <a:gd name="connsiteY6" fmla="*/ 283541 h 283541"/>
                          <a:gd name="connsiteX7" fmla="*/ 0 w 1528013"/>
                          <a:gd name="connsiteY7" fmla="*/ 283541 h 283541"/>
                          <a:gd name="connsiteX8" fmla="*/ 0 w 1528013"/>
                          <a:gd name="connsiteY8" fmla="*/ 0 h 28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8013" h="283541" fill="none" extrusionOk="0">
                            <a:moveTo>
                              <a:pt x="0" y="0"/>
                            </a:moveTo>
                            <a:cubicBezTo>
                              <a:pt x="177811" y="-1380"/>
                              <a:pt x="248574" y="1346"/>
                              <a:pt x="463497" y="0"/>
                            </a:cubicBezTo>
                            <a:cubicBezTo>
                              <a:pt x="678420" y="-1346"/>
                              <a:pt x="803388" y="18131"/>
                              <a:pt x="957555" y="0"/>
                            </a:cubicBezTo>
                            <a:cubicBezTo>
                              <a:pt x="1111722" y="-18131"/>
                              <a:pt x="1338130" y="27964"/>
                              <a:pt x="1528013" y="0"/>
                            </a:cubicBezTo>
                            <a:cubicBezTo>
                              <a:pt x="1515745" y="114691"/>
                              <a:pt x="1532528" y="153233"/>
                              <a:pt x="1528013" y="283541"/>
                            </a:cubicBezTo>
                            <a:cubicBezTo>
                              <a:pt x="1263097" y="276793"/>
                              <a:pt x="1242797" y="284077"/>
                              <a:pt x="988115" y="283541"/>
                            </a:cubicBezTo>
                            <a:cubicBezTo>
                              <a:pt x="733433" y="283005"/>
                              <a:pt x="639536" y="274552"/>
                              <a:pt x="524618" y="283541"/>
                            </a:cubicBezTo>
                            <a:cubicBezTo>
                              <a:pt x="409700" y="292530"/>
                              <a:pt x="196051" y="259298"/>
                              <a:pt x="0" y="283541"/>
                            </a:cubicBezTo>
                            <a:cubicBezTo>
                              <a:pt x="-3629" y="196888"/>
                              <a:pt x="4924" y="139845"/>
                              <a:pt x="0" y="0"/>
                            </a:cubicBezTo>
                            <a:close/>
                          </a:path>
                          <a:path w="1528013" h="283541" stroke="0" extrusionOk="0">
                            <a:moveTo>
                              <a:pt x="0" y="0"/>
                            </a:moveTo>
                            <a:cubicBezTo>
                              <a:pt x="140185" y="-7960"/>
                              <a:pt x="338392" y="7523"/>
                              <a:pt x="478777" y="0"/>
                            </a:cubicBezTo>
                            <a:cubicBezTo>
                              <a:pt x="619162" y="-7523"/>
                              <a:pt x="907421" y="21457"/>
                              <a:pt x="1018675" y="0"/>
                            </a:cubicBezTo>
                            <a:cubicBezTo>
                              <a:pt x="1129929" y="-21457"/>
                              <a:pt x="1425055" y="12211"/>
                              <a:pt x="1528013" y="0"/>
                            </a:cubicBezTo>
                            <a:cubicBezTo>
                              <a:pt x="1516906" y="83344"/>
                              <a:pt x="1527947" y="216138"/>
                              <a:pt x="1528013" y="283541"/>
                            </a:cubicBezTo>
                            <a:cubicBezTo>
                              <a:pt x="1300033" y="303452"/>
                              <a:pt x="1204640" y="306479"/>
                              <a:pt x="1064516" y="283541"/>
                            </a:cubicBezTo>
                            <a:cubicBezTo>
                              <a:pt x="924392" y="260603"/>
                              <a:pt x="748734" y="278559"/>
                              <a:pt x="524618" y="283541"/>
                            </a:cubicBezTo>
                            <a:cubicBezTo>
                              <a:pt x="300502" y="288523"/>
                              <a:pt x="251373" y="259279"/>
                              <a:pt x="0" y="283541"/>
                            </a:cubicBezTo>
                            <a:cubicBezTo>
                              <a:pt x="-13846" y="189976"/>
                              <a:pt x="-11912" y="110997"/>
                              <a:pt x="0" y="0"/>
                            </a:cubicBezTo>
                            <a:close/>
                          </a:path>
                        </a:pathLst>
                      </a:custGeom>
                      <ask:type>
                        <ask:lineSketchNone/>
                      </ask:type>
                    </ask:lineSketchStyleProps>
                  </a:ext>
                </a:extLs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矩形 54">
                <a:extLst>
                  <a:ext uri="{FF2B5EF4-FFF2-40B4-BE49-F238E27FC236}">
                    <a16:creationId xmlns:a16="http://schemas.microsoft.com/office/drawing/2014/main" id="{19A90964-80F3-2246-A6CF-E31F0F20BDE3}"/>
                  </a:ext>
                </a:extLst>
              </p:cNvPr>
              <p:cNvSpPr/>
              <p:nvPr/>
            </p:nvSpPr>
            <p:spPr>
              <a:xfrm>
                <a:off x="10739705" y="1744409"/>
                <a:ext cx="588508" cy="283541"/>
              </a:xfrm>
              <a:prstGeom prst="rect">
                <a:avLst/>
              </a:prstGeom>
              <a:noFill/>
              <a:ln w="12700">
                <a:noFill/>
                <a:extLst>
                  <a:ext uri="{C807C97D-BFC1-408E-A445-0C87EB9F89A2}">
                    <ask:lineSketchStyleProps xmlns:ask="http://schemas.microsoft.com/office/drawing/2018/sketchyshapes" sd="1959150775">
                      <a:custGeom>
                        <a:avLst/>
                        <a:gdLst>
                          <a:gd name="connsiteX0" fmla="*/ 0 w 1528013"/>
                          <a:gd name="connsiteY0" fmla="*/ 0 h 283541"/>
                          <a:gd name="connsiteX1" fmla="*/ 463497 w 1528013"/>
                          <a:gd name="connsiteY1" fmla="*/ 0 h 283541"/>
                          <a:gd name="connsiteX2" fmla="*/ 957555 w 1528013"/>
                          <a:gd name="connsiteY2" fmla="*/ 0 h 283541"/>
                          <a:gd name="connsiteX3" fmla="*/ 1528013 w 1528013"/>
                          <a:gd name="connsiteY3" fmla="*/ 0 h 283541"/>
                          <a:gd name="connsiteX4" fmla="*/ 1528013 w 1528013"/>
                          <a:gd name="connsiteY4" fmla="*/ 283541 h 283541"/>
                          <a:gd name="connsiteX5" fmla="*/ 988115 w 1528013"/>
                          <a:gd name="connsiteY5" fmla="*/ 283541 h 283541"/>
                          <a:gd name="connsiteX6" fmla="*/ 524618 w 1528013"/>
                          <a:gd name="connsiteY6" fmla="*/ 283541 h 283541"/>
                          <a:gd name="connsiteX7" fmla="*/ 0 w 1528013"/>
                          <a:gd name="connsiteY7" fmla="*/ 283541 h 283541"/>
                          <a:gd name="connsiteX8" fmla="*/ 0 w 1528013"/>
                          <a:gd name="connsiteY8" fmla="*/ 0 h 28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8013" h="283541" fill="none" extrusionOk="0">
                            <a:moveTo>
                              <a:pt x="0" y="0"/>
                            </a:moveTo>
                            <a:cubicBezTo>
                              <a:pt x="177811" y="-1380"/>
                              <a:pt x="248574" y="1346"/>
                              <a:pt x="463497" y="0"/>
                            </a:cubicBezTo>
                            <a:cubicBezTo>
                              <a:pt x="678420" y="-1346"/>
                              <a:pt x="803388" y="18131"/>
                              <a:pt x="957555" y="0"/>
                            </a:cubicBezTo>
                            <a:cubicBezTo>
                              <a:pt x="1111722" y="-18131"/>
                              <a:pt x="1338130" y="27964"/>
                              <a:pt x="1528013" y="0"/>
                            </a:cubicBezTo>
                            <a:cubicBezTo>
                              <a:pt x="1515745" y="114691"/>
                              <a:pt x="1532528" y="153233"/>
                              <a:pt x="1528013" y="283541"/>
                            </a:cubicBezTo>
                            <a:cubicBezTo>
                              <a:pt x="1263097" y="276793"/>
                              <a:pt x="1242797" y="284077"/>
                              <a:pt x="988115" y="283541"/>
                            </a:cubicBezTo>
                            <a:cubicBezTo>
                              <a:pt x="733433" y="283005"/>
                              <a:pt x="639536" y="274552"/>
                              <a:pt x="524618" y="283541"/>
                            </a:cubicBezTo>
                            <a:cubicBezTo>
                              <a:pt x="409700" y="292530"/>
                              <a:pt x="196051" y="259298"/>
                              <a:pt x="0" y="283541"/>
                            </a:cubicBezTo>
                            <a:cubicBezTo>
                              <a:pt x="-3629" y="196888"/>
                              <a:pt x="4924" y="139845"/>
                              <a:pt x="0" y="0"/>
                            </a:cubicBezTo>
                            <a:close/>
                          </a:path>
                          <a:path w="1528013" h="283541" stroke="0" extrusionOk="0">
                            <a:moveTo>
                              <a:pt x="0" y="0"/>
                            </a:moveTo>
                            <a:cubicBezTo>
                              <a:pt x="140185" y="-7960"/>
                              <a:pt x="338392" y="7523"/>
                              <a:pt x="478777" y="0"/>
                            </a:cubicBezTo>
                            <a:cubicBezTo>
                              <a:pt x="619162" y="-7523"/>
                              <a:pt x="907421" y="21457"/>
                              <a:pt x="1018675" y="0"/>
                            </a:cubicBezTo>
                            <a:cubicBezTo>
                              <a:pt x="1129929" y="-21457"/>
                              <a:pt x="1425055" y="12211"/>
                              <a:pt x="1528013" y="0"/>
                            </a:cubicBezTo>
                            <a:cubicBezTo>
                              <a:pt x="1516906" y="83344"/>
                              <a:pt x="1527947" y="216138"/>
                              <a:pt x="1528013" y="283541"/>
                            </a:cubicBezTo>
                            <a:cubicBezTo>
                              <a:pt x="1300033" y="303452"/>
                              <a:pt x="1204640" y="306479"/>
                              <a:pt x="1064516" y="283541"/>
                            </a:cubicBezTo>
                            <a:cubicBezTo>
                              <a:pt x="924392" y="260603"/>
                              <a:pt x="748734" y="278559"/>
                              <a:pt x="524618" y="283541"/>
                            </a:cubicBezTo>
                            <a:cubicBezTo>
                              <a:pt x="300502" y="288523"/>
                              <a:pt x="251373" y="259279"/>
                              <a:pt x="0" y="283541"/>
                            </a:cubicBezTo>
                            <a:cubicBezTo>
                              <a:pt x="-13846" y="189976"/>
                              <a:pt x="-11912" y="110997"/>
                              <a:pt x="0" y="0"/>
                            </a:cubicBezTo>
                            <a:close/>
                          </a:path>
                        </a:pathLst>
                      </a:custGeom>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0" tIns="0" rIns="0" bIns="0" rtlCol="0" anchor="ctr"/>
              <a:lstStyle/>
              <a:p>
                <a:pPr algn="just"/>
                <a14:m>
                  <m:oMathPara xmlns:m="http://schemas.openxmlformats.org/officeDocument/2006/math">
                    <m:oMathParaPr>
                      <m:jc m:val="center"/>
                    </m:oMathParaPr>
                    <m:oMath xmlns:m="http://schemas.openxmlformats.org/officeDocument/2006/math">
                      <m:d>
                        <m:dPr>
                          <m:begChr m:val="{"/>
                          <m:endChr m:val="}"/>
                          <m:ctrlPr>
                            <a:rPr kumimoji="1" lang="en-US" altLang="zh-CN" b="0" i="1" smtClean="0">
                              <a:solidFill>
                                <a:schemeClr val="accent6">
                                  <a:lumMod val="75000"/>
                                </a:schemeClr>
                              </a:solidFill>
                              <a:latin typeface="Cambria Math" panose="02040503050406030204" pitchFamily="18" charset="0"/>
                              <a:cs typeface="Consolas" panose="020B0609020204030204" pitchFamily="49" charset="0"/>
                            </a:rPr>
                          </m:ctrlPr>
                        </m:dPr>
                        <m:e>
                          <m:r>
                            <a:rPr kumimoji="1" lang="en-US" altLang="zh-CN" b="0" i="1" smtClean="0">
                              <a:solidFill>
                                <a:schemeClr val="accent6">
                                  <a:lumMod val="75000"/>
                                </a:schemeClr>
                              </a:solidFill>
                              <a:latin typeface="Cambria Math" panose="02040503050406030204" pitchFamily="18" charset="0"/>
                              <a:cs typeface="Consolas" panose="020B0609020204030204" pitchFamily="49" charset="0"/>
                            </a:rPr>
                            <m:t>𝑎</m:t>
                          </m:r>
                        </m:e>
                      </m:d>
                    </m:oMath>
                  </m:oMathPara>
                </a14:m>
                <a:endParaRPr kumimoji="1" lang="zh-CN" altLang="en-US" dirty="0">
                  <a:solidFill>
                    <a:schemeClr val="accent6">
                      <a:lumMod val="75000"/>
                    </a:schemeClr>
                  </a:solidFill>
                  <a:latin typeface="Consolas" panose="020B0609020204030204" pitchFamily="49" charset="0"/>
                  <a:cs typeface="Consolas" panose="020B0609020204030204" pitchFamily="49" charset="0"/>
                </a:endParaRPr>
              </a:p>
            </p:txBody>
          </p:sp>
        </mc:Choice>
        <mc:Fallback xmlns="">
          <p:sp>
            <p:nvSpPr>
              <p:cNvPr id="55" name="矩形 54">
                <a:extLst>
                  <a:ext uri="{FF2B5EF4-FFF2-40B4-BE49-F238E27FC236}">
                    <a16:creationId xmlns:a16="http://schemas.microsoft.com/office/drawing/2014/main" id="{19A90964-80F3-2246-A6CF-E31F0F20BDE3}"/>
                  </a:ext>
                </a:extLst>
              </p:cNvPr>
              <p:cNvSpPr>
                <a:spLocks noRot="1" noChangeAspect="1" noMove="1" noResize="1" noEditPoints="1" noAdjustHandles="1" noChangeArrowheads="1" noChangeShapeType="1" noTextEdit="1"/>
              </p:cNvSpPr>
              <p:nvPr/>
            </p:nvSpPr>
            <p:spPr>
              <a:xfrm>
                <a:off x="10739705" y="1744409"/>
                <a:ext cx="588508" cy="283541"/>
              </a:xfrm>
              <a:prstGeom prst="rect">
                <a:avLst/>
              </a:prstGeom>
              <a:blipFill>
                <a:blip r:embed="rId7"/>
                <a:stretch>
                  <a:fillRect/>
                </a:stretch>
              </a:blipFill>
              <a:ln w="12700">
                <a:noFill/>
                <a:extLst>
                  <a:ext uri="{C807C97D-BFC1-408E-A445-0C87EB9F89A2}">
                    <ask:lineSketchStyleProps xmlns:ask="http://schemas.microsoft.com/office/drawing/2018/sketchyshapes" sd="1959150775">
                      <a:custGeom>
                        <a:avLst/>
                        <a:gdLst>
                          <a:gd name="connsiteX0" fmla="*/ 0 w 1528013"/>
                          <a:gd name="connsiteY0" fmla="*/ 0 h 283541"/>
                          <a:gd name="connsiteX1" fmla="*/ 463497 w 1528013"/>
                          <a:gd name="connsiteY1" fmla="*/ 0 h 283541"/>
                          <a:gd name="connsiteX2" fmla="*/ 957555 w 1528013"/>
                          <a:gd name="connsiteY2" fmla="*/ 0 h 283541"/>
                          <a:gd name="connsiteX3" fmla="*/ 1528013 w 1528013"/>
                          <a:gd name="connsiteY3" fmla="*/ 0 h 283541"/>
                          <a:gd name="connsiteX4" fmla="*/ 1528013 w 1528013"/>
                          <a:gd name="connsiteY4" fmla="*/ 283541 h 283541"/>
                          <a:gd name="connsiteX5" fmla="*/ 988115 w 1528013"/>
                          <a:gd name="connsiteY5" fmla="*/ 283541 h 283541"/>
                          <a:gd name="connsiteX6" fmla="*/ 524618 w 1528013"/>
                          <a:gd name="connsiteY6" fmla="*/ 283541 h 283541"/>
                          <a:gd name="connsiteX7" fmla="*/ 0 w 1528013"/>
                          <a:gd name="connsiteY7" fmla="*/ 283541 h 283541"/>
                          <a:gd name="connsiteX8" fmla="*/ 0 w 1528013"/>
                          <a:gd name="connsiteY8" fmla="*/ 0 h 28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8013" h="283541" fill="none" extrusionOk="0">
                            <a:moveTo>
                              <a:pt x="0" y="0"/>
                            </a:moveTo>
                            <a:cubicBezTo>
                              <a:pt x="177811" y="-1380"/>
                              <a:pt x="248574" y="1346"/>
                              <a:pt x="463497" y="0"/>
                            </a:cubicBezTo>
                            <a:cubicBezTo>
                              <a:pt x="678420" y="-1346"/>
                              <a:pt x="803388" y="18131"/>
                              <a:pt x="957555" y="0"/>
                            </a:cubicBezTo>
                            <a:cubicBezTo>
                              <a:pt x="1111722" y="-18131"/>
                              <a:pt x="1338130" y="27964"/>
                              <a:pt x="1528013" y="0"/>
                            </a:cubicBezTo>
                            <a:cubicBezTo>
                              <a:pt x="1515745" y="114691"/>
                              <a:pt x="1532528" y="153233"/>
                              <a:pt x="1528013" y="283541"/>
                            </a:cubicBezTo>
                            <a:cubicBezTo>
                              <a:pt x="1263097" y="276793"/>
                              <a:pt x="1242797" y="284077"/>
                              <a:pt x="988115" y="283541"/>
                            </a:cubicBezTo>
                            <a:cubicBezTo>
                              <a:pt x="733433" y="283005"/>
                              <a:pt x="639536" y="274552"/>
                              <a:pt x="524618" y="283541"/>
                            </a:cubicBezTo>
                            <a:cubicBezTo>
                              <a:pt x="409700" y="292530"/>
                              <a:pt x="196051" y="259298"/>
                              <a:pt x="0" y="283541"/>
                            </a:cubicBezTo>
                            <a:cubicBezTo>
                              <a:pt x="-3629" y="196888"/>
                              <a:pt x="4924" y="139845"/>
                              <a:pt x="0" y="0"/>
                            </a:cubicBezTo>
                            <a:close/>
                          </a:path>
                          <a:path w="1528013" h="283541" stroke="0" extrusionOk="0">
                            <a:moveTo>
                              <a:pt x="0" y="0"/>
                            </a:moveTo>
                            <a:cubicBezTo>
                              <a:pt x="140185" y="-7960"/>
                              <a:pt x="338392" y="7523"/>
                              <a:pt x="478777" y="0"/>
                            </a:cubicBezTo>
                            <a:cubicBezTo>
                              <a:pt x="619162" y="-7523"/>
                              <a:pt x="907421" y="21457"/>
                              <a:pt x="1018675" y="0"/>
                            </a:cubicBezTo>
                            <a:cubicBezTo>
                              <a:pt x="1129929" y="-21457"/>
                              <a:pt x="1425055" y="12211"/>
                              <a:pt x="1528013" y="0"/>
                            </a:cubicBezTo>
                            <a:cubicBezTo>
                              <a:pt x="1516906" y="83344"/>
                              <a:pt x="1527947" y="216138"/>
                              <a:pt x="1528013" y="283541"/>
                            </a:cubicBezTo>
                            <a:cubicBezTo>
                              <a:pt x="1300033" y="303452"/>
                              <a:pt x="1204640" y="306479"/>
                              <a:pt x="1064516" y="283541"/>
                            </a:cubicBezTo>
                            <a:cubicBezTo>
                              <a:pt x="924392" y="260603"/>
                              <a:pt x="748734" y="278559"/>
                              <a:pt x="524618" y="283541"/>
                            </a:cubicBezTo>
                            <a:cubicBezTo>
                              <a:pt x="300502" y="288523"/>
                              <a:pt x="251373" y="259279"/>
                              <a:pt x="0" y="283541"/>
                            </a:cubicBezTo>
                            <a:cubicBezTo>
                              <a:pt x="-13846" y="189976"/>
                              <a:pt x="-11912" y="110997"/>
                              <a:pt x="0" y="0"/>
                            </a:cubicBezTo>
                            <a:close/>
                          </a:path>
                        </a:pathLst>
                      </a:custGeom>
                      <ask:type>
                        <ask:lineSketchNone/>
                      </ask:type>
                    </ask:lineSketchStyleProps>
                  </a:ext>
                </a:extLs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矩形 55">
                <a:extLst>
                  <a:ext uri="{FF2B5EF4-FFF2-40B4-BE49-F238E27FC236}">
                    <a16:creationId xmlns:a16="http://schemas.microsoft.com/office/drawing/2014/main" id="{5E81C46A-8D3C-464F-9466-7C9C67C8D924}"/>
                  </a:ext>
                </a:extLst>
              </p:cNvPr>
              <p:cNvSpPr/>
              <p:nvPr/>
            </p:nvSpPr>
            <p:spPr>
              <a:xfrm>
                <a:off x="10739705" y="1037677"/>
                <a:ext cx="588508" cy="283541"/>
              </a:xfrm>
              <a:prstGeom prst="rect">
                <a:avLst/>
              </a:prstGeom>
              <a:noFill/>
              <a:ln w="12700">
                <a:noFill/>
                <a:extLst>
                  <a:ext uri="{C807C97D-BFC1-408E-A445-0C87EB9F89A2}">
                    <ask:lineSketchStyleProps xmlns:ask="http://schemas.microsoft.com/office/drawing/2018/sketchyshapes" sd="1959150775">
                      <a:custGeom>
                        <a:avLst/>
                        <a:gdLst>
                          <a:gd name="connsiteX0" fmla="*/ 0 w 1528013"/>
                          <a:gd name="connsiteY0" fmla="*/ 0 h 283541"/>
                          <a:gd name="connsiteX1" fmla="*/ 463497 w 1528013"/>
                          <a:gd name="connsiteY1" fmla="*/ 0 h 283541"/>
                          <a:gd name="connsiteX2" fmla="*/ 957555 w 1528013"/>
                          <a:gd name="connsiteY2" fmla="*/ 0 h 283541"/>
                          <a:gd name="connsiteX3" fmla="*/ 1528013 w 1528013"/>
                          <a:gd name="connsiteY3" fmla="*/ 0 h 283541"/>
                          <a:gd name="connsiteX4" fmla="*/ 1528013 w 1528013"/>
                          <a:gd name="connsiteY4" fmla="*/ 283541 h 283541"/>
                          <a:gd name="connsiteX5" fmla="*/ 988115 w 1528013"/>
                          <a:gd name="connsiteY5" fmla="*/ 283541 h 283541"/>
                          <a:gd name="connsiteX6" fmla="*/ 524618 w 1528013"/>
                          <a:gd name="connsiteY6" fmla="*/ 283541 h 283541"/>
                          <a:gd name="connsiteX7" fmla="*/ 0 w 1528013"/>
                          <a:gd name="connsiteY7" fmla="*/ 283541 h 283541"/>
                          <a:gd name="connsiteX8" fmla="*/ 0 w 1528013"/>
                          <a:gd name="connsiteY8" fmla="*/ 0 h 28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8013" h="283541" fill="none" extrusionOk="0">
                            <a:moveTo>
                              <a:pt x="0" y="0"/>
                            </a:moveTo>
                            <a:cubicBezTo>
                              <a:pt x="177811" y="-1380"/>
                              <a:pt x="248574" y="1346"/>
                              <a:pt x="463497" y="0"/>
                            </a:cubicBezTo>
                            <a:cubicBezTo>
                              <a:pt x="678420" y="-1346"/>
                              <a:pt x="803388" y="18131"/>
                              <a:pt x="957555" y="0"/>
                            </a:cubicBezTo>
                            <a:cubicBezTo>
                              <a:pt x="1111722" y="-18131"/>
                              <a:pt x="1338130" y="27964"/>
                              <a:pt x="1528013" y="0"/>
                            </a:cubicBezTo>
                            <a:cubicBezTo>
                              <a:pt x="1515745" y="114691"/>
                              <a:pt x="1532528" y="153233"/>
                              <a:pt x="1528013" y="283541"/>
                            </a:cubicBezTo>
                            <a:cubicBezTo>
                              <a:pt x="1263097" y="276793"/>
                              <a:pt x="1242797" y="284077"/>
                              <a:pt x="988115" y="283541"/>
                            </a:cubicBezTo>
                            <a:cubicBezTo>
                              <a:pt x="733433" y="283005"/>
                              <a:pt x="639536" y="274552"/>
                              <a:pt x="524618" y="283541"/>
                            </a:cubicBezTo>
                            <a:cubicBezTo>
                              <a:pt x="409700" y="292530"/>
                              <a:pt x="196051" y="259298"/>
                              <a:pt x="0" y="283541"/>
                            </a:cubicBezTo>
                            <a:cubicBezTo>
                              <a:pt x="-3629" y="196888"/>
                              <a:pt x="4924" y="139845"/>
                              <a:pt x="0" y="0"/>
                            </a:cubicBezTo>
                            <a:close/>
                          </a:path>
                          <a:path w="1528013" h="283541" stroke="0" extrusionOk="0">
                            <a:moveTo>
                              <a:pt x="0" y="0"/>
                            </a:moveTo>
                            <a:cubicBezTo>
                              <a:pt x="140185" y="-7960"/>
                              <a:pt x="338392" y="7523"/>
                              <a:pt x="478777" y="0"/>
                            </a:cubicBezTo>
                            <a:cubicBezTo>
                              <a:pt x="619162" y="-7523"/>
                              <a:pt x="907421" y="21457"/>
                              <a:pt x="1018675" y="0"/>
                            </a:cubicBezTo>
                            <a:cubicBezTo>
                              <a:pt x="1129929" y="-21457"/>
                              <a:pt x="1425055" y="12211"/>
                              <a:pt x="1528013" y="0"/>
                            </a:cubicBezTo>
                            <a:cubicBezTo>
                              <a:pt x="1516906" y="83344"/>
                              <a:pt x="1527947" y="216138"/>
                              <a:pt x="1528013" y="283541"/>
                            </a:cubicBezTo>
                            <a:cubicBezTo>
                              <a:pt x="1300033" y="303452"/>
                              <a:pt x="1204640" y="306479"/>
                              <a:pt x="1064516" y="283541"/>
                            </a:cubicBezTo>
                            <a:cubicBezTo>
                              <a:pt x="924392" y="260603"/>
                              <a:pt x="748734" y="278559"/>
                              <a:pt x="524618" y="283541"/>
                            </a:cubicBezTo>
                            <a:cubicBezTo>
                              <a:pt x="300502" y="288523"/>
                              <a:pt x="251373" y="259279"/>
                              <a:pt x="0" y="283541"/>
                            </a:cubicBezTo>
                            <a:cubicBezTo>
                              <a:pt x="-13846" y="189976"/>
                              <a:pt x="-11912" y="110997"/>
                              <a:pt x="0" y="0"/>
                            </a:cubicBezTo>
                            <a:close/>
                          </a:path>
                        </a:pathLst>
                      </a:custGeom>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0" tIns="0" rIns="0" bIns="0" rtlCol="0" anchor="ctr"/>
              <a:lstStyle/>
              <a:p>
                <a:pPr algn="just"/>
                <a14:m>
                  <m:oMathPara xmlns:m="http://schemas.openxmlformats.org/officeDocument/2006/math">
                    <m:oMathParaPr>
                      <m:jc m:val="center"/>
                    </m:oMathParaPr>
                    <m:oMath xmlns:m="http://schemas.openxmlformats.org/officeDocument/2006/math">
                      <m:r>
                        <a:rPr kumimoji="1" lang="en-US" altLang="zh-CN" b="0" i="1" smtClean="0">
                          <a:solidFill>
                            <a:schemeClr val="accent6">
                              <a:lumMod val="75000"/>
                            </a:schemeClr>
                          </a:solidFill>
                          <a:latin typeface="Cambria Math" panose="02040503050406030204" pitchFamily="18" charset="0"/>
                          <a:cs typeface="Consolas" panose="020B0609020204030204" pitchFamily="49" charset="0"/>
                        </a:rPr>
                        <m:t>∅</m:t>
                      </m:r>
                    </m:oMath>
                  </m:oMathPara>
                </a14:m>
                <a:endParaRPr kumimoji="1" lang="zh-CN" altLang="en-US" dirty="0">
                  <a:solidFill>
                    <a:schemeClr val="accent6">
                      <a:lumMod val="75000"/>
                    </a:schemeClr>
                  </a:solidFill>
                  <a:latin typeface="Consolas" panose="020B0609020204030204" pitchFamily="49" charset="0"/>
                  <a:cs typeface="Consolas" panose="020B0609020204030204" pitchFamily="49" charset="0"/>
                </a:endParaRPr>
              </a:p>
            </p:txBody>
          </p:sp>
        </mc:Choice>
        <mc:Fallback xmlns="">
          <p:sp>
            <p:nvSpPr>
              <p:cNvPr id="56" name="矩形 55">
                <a:extLst>
                  <a:ext uri="{FF2B5EF4-FFF2-40B4-BE49-F238E27FC236}">
                    <a16:creationId xmlns:a16="http://schemas.microsoft.com/office/drawing/2014/main" id="{5E81C46A-8D3C-464F-9466-7C9C67C8D924}"/>
                  </a:ext>
                </a:extLst>
              </p:cNvPr>
              <p:cNvSpPr>
                <a:spLocks noRot="1" noChangeAspect="1" noMove="1" noResize="1" noEditPoints="1" noAdjustHandles="1" noChangeArrowheads="1" noChangeShapeType="1" noTextEdit="1"/>
              </p:cNvSpPr>
              <p:nvPr/>
            </p:nvSpPr>
            <p:spPr>
              <a:xfrm>
                <a:off x="10739705" y="1037677"/>
                <a:ext cx="588508" cy="283541"/>
              </a:xfrm>
              <a:prstGeom prst="rect">
                <a:avLst/>
              </a:prstGeom>
              <a:blipFill>
                <a:blip r:embed="rId8"/>
                <a:stretch>
                  <a:fillRect b="-16667"/>
                </a:stretch>
              </a:blipFill>
              <a:ln w="12700">
                <a:noFill/>
                <a:extLst>
                  <a:ext uri="{C807C97D-BFC1-408E-A445-0C87EB9F89A2}">
                    <ask:lineSketchStyleProps xmlns:ask="http://schemas.microsoft.com/office/drawing/2018/sketchyshapes" sd="1959150775">
                      <a:custGeom>
                        <a:avLst/>
                        <a:gdLst>
                          <a:gd name="connsiteX0" fmla="*/ 0 w 1528013"/>
                          <a:gd name="connsiteY0" fmla="*/ 0 h 283541"/>
                          <a:gd name="connsiteX1" fmla="*/ 463497 w 1528013"/>
                          <a:gd name="connsiteY1" fmla="*/ 0 h 283541"/>
                          <a:gd name="connsiteX2" fmla="*/ 957555 w 1528013"/>
                          <a:gd name="connsiteY2" fmla="*/ 0 h 283541"/>
                          <a:gd name="connsiteX3" fmla="*/ 1528013 w 1528013"/>
                          <a:gd name="connsiteY3" fmla="*/ 0 h 283541"/>
                          <a:gd name="connsiteX4" fmla="*/ 1528013 w 1528013"/>
                          <a:gd name="connsiteY4" fmla="*/ 283541 h 283541"/>
                          <a:gd name="connsiteX5" fmla="*/ 988115 w 1528013"/>
                          <a:gd name="connsiteY5" fmla="*/ 283541 h 283541"/>
                          <a:gd name="connsiteX6" fmla="*/ 524618 w 1528013"/>
                          <a:gd name="connsiteY6" fmla="*/ 283541 h 283541"/>
                          <a:gd name="connsiteX7" fmla="*/ 0 w 1528013"/>
                          <a:gd name="connsiteY7" fmla="*/ 283541 h 283541"/>
                          <a:gd name="connsiteX8" fmla="*/ 0 w 1528013"/>
                          <a:gd name="connsiteY8" fmla="*/ 0 h 28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8013" h="283541" fill="none" extrusionOk="0">
                            <a:moveTo>
                              <a:pt x="0" y="0"/>
                            </a:moveTo>
                            <a:cubicBezTo>
                              <a:pt x="177811" y="-1380"/>
                              <a:pt x="248574" y="1346"/>
                              <a:pt x="463497" y="0"/>
                            </a:cubicBezTo>
                            <a:cubicBezTo>
                              <a:pt x="678420" y="-1346"/>
                              <a:pt x="803388" y="18131"/>
                              <a:pt x="957555" y="0"/>
                            </a:cubicBezTo>
                            <a:cubicBezTo>
                              <a:pt x="1111722" y="-18131"/>
                              <a:pt x="1338130" y="27964"/>
                              <a:pt x="1528013" y="0"/>
                            </a:cubicBezTo>
                            <a:cubicBezTo>
                              <a:pt x="1515745" y="114691"/>
                              <a:pt x="1532528" y="153233"/>
                              <a:pt x="1528013" y="283541"/>
                            </a:cubicBezTo>
                            <a:cubicBezTo>
                              <a:pt x="1263097" y="276793"/>
                              <a:pt x="1242797" y="284077"/>
                              <a:pt x="988115" y="283541"/>
                            </a:cubicBezTo>
                            <a:cubicBezTo>
                              <a:pt x="733433" y="283005"/>
                              <a:pt x="639536" y="274552"/>
                              <a:pt x="524618" y="283541"/>
                            </a:cubicBezTo>
                            <a:cubicBezTo>
                              <a:pt x="409700" y="292530"/>
                              <a:pt x="196051" y="259298"/>
                              <a:pt x="0" y="283541"/>
                            </a:cubicBezTo>
                            <a:cubicBezTo>
                              <a:pt x="-3629" y="196888"/>
                              <a:pt x="4924" y="139845"/>
                              <a:pt x="0" y="0"/>
                            </a:cubicBezTo>
                            <a:close/>
                          </a:path>
                          <a:path w="1528013" h="283541" stroke="0" extrusionOk="0">
                            <a:moveTo>
                              <a:pt x="0" y="0"/>
                            </a:moveTo>
                            <a:cubicBezTo>
                              <a:pt x="140185" y="-7960"/>
                              <a:pt x="338392" y="7523"/>
                              <a:pt x="478777" y="0"/>
                            </a:cubicBezTo>
                            <a:cubicBezTo>
                              <a:pt x="619162" y="-7523"/>
                              <a:pt x="907421" y="21457"/>
                              <a:pt x="1018675" y="0"/>
                            </a:cubicBezTo>
                            <a:cubicBezTo>
                              <a:pt x="1129929" y="-21457"/>
                              <a:pt x="1425055" y="12211"/>
                              <a:pt x="1528013" y="0"/>
                            </a:cubicBezTo>
                            <a:cubicBezTo>
                              <a:pt x="1516906" y="83344"/>
                              <a:pt x="1527947" y="216138"/>
                              <a:pt x="1528013" y="283541"/>
                            </a:cubicBezTo>
                            <a:cubicBezTo>
                              <a:pt x="1300033" y="303452"/>
                              <a:pt x="1204640" y="306479"/>
                              <a:pt x="1064516" y="283541"/>
                            </a:cubicBezTo>
                            <a:cubicBezTo>
                              <a:pt x="924392" y="260603"/>
                              <a:pt x="748734" y="278559"/>
                              <a:pt x="524618" y="283541"/>
                            </a:cubicBezTo>
                            <a:cubicBezTo>
                              <a:pt x="300502" y="288523"/>
                              <a:pt x="251373" y="259279"/>
                              <a:pt x="0" y="283541"/>
                            </a:cubicBezTo>
                            <a:cubicBezTo>
                              <a:pt x="-13846" y="189976"/>
                              <a:pt x="-11912" y="110997"/>
                              <a:pt x="0" y="0"/>
                            </a:cubicBezTo>
                            <a:close/>
                          </a:path>
                        </a:pathLst>
                      </a:custGeom>
                      <ask:type>
                        <ask:lineSketchNone/>
                      </ask:type>
                    </ask:lineSketchStyleProps>
                  </a:ext>
                </a:extLst>
              </a:ln>
            </p:spPr>
            <p:txBody>
              <a:bodyPr/>
              <a:lstStyle/>
              <a:p>
                <a:r>
                  <a:rPr lang="zh-CN" altLang="en-US">
                    <a:noFill/>
                  </a:rPr>
                  <a:t> </a:t>
                </a:r>
              </a:p>
            </p:txBody>
          </p:sp>
        </mc:Fallback>
      </mc:AlternateContent>
    </p:spTree>
    <p:extLst>
      <p:ext uri="{BB962C8B-B14F-4D97-AF65-F5344CB8AC3E}">
        <p14:creationId xmlns:p14="http://schemas.microsoft.com/office/powerpoint/2010/main" val="2391233508"/>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
                                            <p:txEl>
                                              <p:pRg st="5" end="5"/>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7">
                                            <p:txEl>
                                              <p:pRg st="7" end="7"/>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8" grpId="0" animBg="1"/>
      <p:bldP spid="9" grpId="0" animBg="1"/>
      <p:bldP spid="10" grpId="0" animBg="1"/>
      <p:bldP spid="11" grpId="0" animBg="1"/>
      <p:bldP spid="12" grpId="0" animBg="1"/>
      <p:bldP spid="13" grpId="0" animBg="1"/>
      <p:bldP spid="14" grpId="0" animBg="1"/>
      <p:bldP spid="33" grpId="0" animBg="1"/>
      <p:bldP spid="46" grpId="0" animBg="1"/>
      <p:bldP spid="47" grpId="0" animBg="1"/>
      <p:bldP spid="48" grpId="0" animBg="1"/>
      <p:bldP spid="49" grpId="0" animBg="1"/>
      <p:bldP spid="50" grpId="0" animBg="1"/>
      <p:bldP spid="51" grpId="0"/>
      <p:bldP spid="52" grpId="0"/>
      <p:bldP spid="53" grpId="0"/>
      <p:bldP spid="54" grpId="0"/>
      <p:bldP spid="55" grpId="0"/>
      <p:bldP spid="5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011BF9-C534-B645-9735-3F5805A79086}"/>
              </a:ext>
            </a:extLst>
          </p:cNvPr>
          <p:cNvSpPr>
            <a:spLocks noGrp="1"/>
          </p:cNvSpPr>
          <p:nvPr>
            <p:ph type="title"/>
          </p:nvPr>
        </p:nvSpPr>
        <p:spPr/>
        <p:txBody>
          <a:bodyPr>
            <a:normAutofit/>
          </a:bodyPr>
          <a:lstStyle/>
          <a:p>
            <a:r>
              <a:rPr kumimoji="1" lang="en-US" altLang="zh-CN" dirty="0">
                <a:solidFill>
                  <a:schemeClr val="accent6">
                    <a:lumMod val="75000"/>
                  </a:schemeClr>
                </a:solidFill>
              </a:rPr>
              <a:t>Analysis</a:t>
            </a:r>
            <a:r>
              <a:rPr kumimoji="1" lang="en-US" altLang="zh-CN" dirty="0">
                <a:solidFill>
                  <a:schemeClr val="bg1"/>
                </a:solidFill>
              </a:rPr>
              <a:t>-</a:t>
            </a:r>
            <a:r>
              <a:rPr kumimoji="1" lang="en-US" altLang="zh-CN" dirty="0">
                <a:solidFill>
                  <a:schemeClr val="accent1">
                    <a:lumMod val="75000"/>
                  </a:schemeClr>
                </a:solidFill>
              </a:rPr>
              <a:t>Acceleration</a:t>
            </a:r>
            <a:endParaRPr kumimoji="1" lang="zh-CN" altLang="en-US" dirty="0">
              <a:solidFill>
                <a:schemeClr val="accent1">
                  <a:lumMod val="75000"/>
                </a:schemeClr>
              </a:solidFill>
            </a:endParaRPr>
          </a:p>
        </p:txBody>
      </p:sp>
      <p:sp>
        <p:nvSpPr>
          <p:cNvPr id="4" name="灯片编号占位符 3">
            <a:extLst>
              <a:ext uri="{FF2B5EF4-FFF2-40B4-BE49-F238E27FC236}">
                <a16:creationId xmlns:a16="http://schemas.microsoft.com/office/drawing/2014/main" id="{80B06CBB-45BB-044B-821B-89FB49568885}"/>
              </a:ext>
            </a:extLst>
          </p:cNvPr>
          <p:cNvSpPr>
            <a:spLocks noGrp="1"/>
          </p:cNvSpPr>
          <p:nvPr>
            <p:ph type="sldNum" sz="quarter" idx="12"/>
          </p:nvPr>
        </p:nvSpPr>
        <p:spPr/>
        <p:txBody>
          <a:bodyPr/>
          <a:lstStyle/>
          <a:p>
            <a:fld id="{978860AA-0FA6-EE41-AD3E-89DCDAAFC63F}" type="slidenum">
              <a:rPr kumimoji="1" lang="zh-CN" altLang="en-US" smtClean="0"/>
              <a:t>3</a:t>
            </a:fld>
            <a:endParaRPr kumimoji="1" lang="zh-CN" altLang="en-US"/>
          </a:p>
        </p:txBody>
      </p:sp>
      <p:sp>
        <p:nvSpPr>
          <p:cNvPr id="7" name="矩形 6">
            <a:extLst>
              <a:ext uri="{FF2B5EF4-FFF2-40B4-BE49-F238E27FC236}">
                <a16:creationId xmlns:a16="http://schemas.microsoft.com/office/drawing/2014/main" id="{2826B91F-3920-6D42-A276-144C5B4D0967}"/>
              </a:ext>
            </a:extLst>
          </p:cNvPr>
          <p:cNvSpPr/>
          <p:nvPr/>
        </p:nvSpPr>
        <p:spPr>
          <a:xfrm>
            <a:off x="4167605" y="3655143"/>
            <a:ext cx="6955590" cy="2242464"/>
          </a:xfrm>
          <a:prstGeom prst="rect">
            <a:avLst/>
          </a:prstGeom>
          <a:solidFill>
            <a:schemeClr val="accent3">
              <a:lumMod val="20000"/>
              <a:lumOff val="80000"/>
              <a:alpha val="7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pic>
        <p:nvPicPr>
          <p:cNvPr id="1026" name="Picture 2" descr="Nvidia Unveils Its First Ampere-Based GPU, Raises Bar for Data Center AI |  Extremetech">
            <a:extLst>
              <a:ext uri="{FF2B5EF4-FFF2-40B4-BE49-F238E27FC236}">
                <a16:creationId xmlns:a16="http://schemas.microsoft.com/office/drawing/2014/main" id="{AB6B06EC-80B0-E843-AB2B-40B1F5865895}"/>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8438" t="2830" r="20833" b="2830"/>
          <a:stretch/>
        </p:blipFill>
        <p:spPr bwMode="auto">
          <a:xfrm>
            <a:off x="6306480" y="3795230"/>
            <a:ext cx="1820506" cy="15613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M8068403873914 Intel Core i9-9900K 5GHz Desktop CPU">
            <a:extLst>
              <a:ext uri="{FF2B5EF4-FFF2-40B4-BE49-F238E27FC236}">
                <a16:creationId xmlns:a16="http://schemas.microsoft.com/office/drawing/2014/main" id="{B782E241-B974-0B4B-99D0-EA869EA09F4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929" t="11446" r="5704" b="12192"/>
          <a:stretch/>
        </p:blipFill>
        <p:spPr bwMode="auto">
          <a:xfrm>
            <a:off x="4386079" y="3873665"/>
            <a:ext cx="1625263" cy="140445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Are Distributed Systems? | IBM">
            <a:extLst>
              <a:ext uri="{FF2B5EF4-FFF2-40B4-BE49-F238E27FC236}">
                <a16:creationId xmlns:a16="http://schemas.microsoft.com/office/drawing/2014/main" id="{79146788-CA17-8148-9789-6CA56E08CF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22123" y="3873665"/>
            <a:ext cx="2447072" cy="1404457"/>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7E3D466C-AE3A-C248-B0B8-78CD7B7E55AE}"/>
              </a:ext>
            </a:extLst>
          </p:cNvPr>
          <p:cNvSpPr txBox="1"/>
          <p:nvPr/>
        </p:nvSpPr>
        <p:spPr>
          <a:xfrm>
            <a:off x="4770547" y="5389536"/>
            <a:ext cx="856325" cy="400110"/>
          </a:xfrm>
          <a:prstGeom prst="rect">
            <a:avLst/>
          </a:prstGeom>
          <a:noFill/>
        </p:spPr>
        <p:txBody>
          <a:bodyPr wrap="none" rtlCol="0">
            <a:spAutoFit/>
          </a:bodyPr>
          <a:lstStyle/>
          <a:p>
            <a:r>
              <a:rPr kumimoji="1" lang="en-US" altLang="zh-CN" sz="2000" dirty="0">
                <a:latin typeface="Arial" panose="020B0604020202020204" pitchFamily="34" charset="0"/>
                <a:cs typeface="Arial" panose="020B0604020202020204" pitchFamily="34" charset="0"/>
              </a:rPr>
              <a:t>CPUs</a:t>
            </a:r>
            <a:endParaRPr kumimoji="1" lang="zh-CN" altLang="en-US" sz="2000" dirty="0">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5A9BF402-2C4E-BA46-B292-44B8DB61F5F8}"/>
              </a:ext>
            </a:extLst>
          </p:cNvPr>
          <p:cNvSpPr txBox="1"/>
          <p:nvPr/>
        </p:nvSpPr>
        <p:spPr>
          <a:xfrm>
            <a:off x="6788951" y="5389536"/>
            <a:ext cx="869149" cy="400110"/>
          </a:xfrm>
          <a:prstGeom prst="rect">
            <a:avLst/>
          </a:prstGeom>
          <a:noFill/>
        </p:spPr>
        <p:txBody>
          <a:bodyPr wrap="none" rtlCol="0">
            <a:spAutoFit/>
          </a:bodyPr>
          <a:lstStyle/>
          <a:p>
            <a:r>
              <a:rPr kumimoji="1" lang="en-US" altLang="zh-CN" sz="2000" dirty="0">
                <a:latin typeface="Arial" panose="020B0604020202020204" pitchFamily="34" charset="0"/>
                <a:cs typeface="Arial" panose="020B0604020202020204" pitchFamily="34" charset="0"/>
              </a:rPr>
              <a:t>GPUs</a:t>
            </a:r>
            <a:endParaRPr kumimoji="1" lang="zh-CN" altLang="en-US" sz="2000" dirty="0">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6765C049-5EF4-2D41-92DF-E493AE20C7FB}"/>
              </a:ext>
            </a:extLst>
          </p:cNvPr>
          <p:cNvSpPr txBox="1"/>
          <p:nvPr/>
        </p:nvSpPr>
        <p:spPr>
          <a:xfrm>
            <a:off x="8352421" y="5389536"/>
            <a:ext cx="2464136" cy="400110"/>
          </a:xfrm>
          <a:prstGeom prst="rect">
            <a:avLst/>
          </a:prstGeom>
          <a:noFill/>
        </p:spPr>
        <p:txBody>
          <a:bodyPr wrap="none" rtlCol="0">
            <a:spAutoFit/>
          </a:bodyPr>
          <a:lstStyle/>
          <a:p>
            <a:r>
              <a:rPr kumimoji="1" lang="en-US" altLang="zh-CN" sz="2000" dirty="0">
                <a:latin typeface="Arial" panose="020B0604020202020204" pitchFamily="34" charset="0"/>
                <a:cs typeface="Arial" panose="020B0604020202020204" pitchFamily="34" charset="0"/>
              </a:rPr>
              <a:t>Distributed Systems</a:t>
            </a:r>
            <a:endParaRPr kumimoji="1" lang="zh-CN" altLang="en-US" sz="2000" dirty="0">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10876F77-A995-CA4B-8063-EBA7FBE8F96A}"/>
              </a:ext>
            </a:extLst>
          </p:cNvPr>
          <p:cNvSpPr txBox="1"/>
          <p:nvPr/>
        </p:nvSpPr>
        <p:spPr>
          <a:xfrm>
            <a:off x="5066685" y="5993110"/>
            <a:ext cx="5182829" cy="461665"/>
          </a:xfrm>
          <a:prstGeom prst="rect">
            <a:avLst/>
          </a:prstGeom>
          <a:noFill/>
        </p:spPr>
        <p:txBody>
          <a:bodyPr wrap="none" rtlCol="0">
            <a:spAutoFit/>
          </a:bodyPr>
          <a:lstStyle/>
          <a:p>
            <a:r>
              <a:rPr kumimoji="1" lang="en-US" altLang="zh-CN" sz="2400" dirty="0">
                <a:solidFill>
                  <a:schemeClr val="accent1">
                    <a:lumMod val="75000"/>
                  </a:schemeClr>
                </a:solidFill>
              </a:rPr>
              <a:t>General-purpose Computing Platforms</a:t>
            </a:r>
            <a:endParaRPr kumimoji="1" lang="zh-CN" altLang="en-US" sz="2400" dirty="0">
              <a:solidFill>
                <a:schemeClr val="accent1">
                  <a:lumMod val="75000"/>
                </a:schemeClr>
              </a:solidFill>
            </a:endParaRPr>
          </a:p>
        </p:txBody>
      </p:sp>
      <p:sp>
        <p:nvSpPr>
          <p:cNvPr id="17" name="梯形 16">
            <a:extLst>
              <a:ext uri="{FF2B5EF4-FFF2-40B4-BE49-F238E27FC236}">
                <a16:creationId xmlns:a16="http://schemas.microsoft.com/office/drawing/2014/main" id="{78E73771-FC52-344F-994C-F83188422964}"/>
              </a:ext>
            </a:extLst>
          </p:cNvPr>
          <p:cNvSpPr/>
          <p:nvPr/>
        </p:nvSpPr>
        <p:spPr>
          <a:xfrm>
            <a:off x="4167604" y="1891950"/>
            <a:ext cx="2995203" cy="1283795"/>
          </a:xfrm>
          <a:custGeom>
            <a:avLst/>
            <a:gdLst>
              <a:gd name="connsiteX0" fmla="*/ 0 w 6955590"/>
              <a:gd name="connsiteY0" fmla="*/ 1661078 h 1661078"/>
              <a:gd name="connsiteX1" fmla="*/ 2322087 w 6955590"/>
              <a:gd name="connsiteY1" fmla="*/ 0 h 1661078"/>
              <a:gd name="connsiteX2" fmla="*/ 4633503 w 6955590"/>
              <a:gd name="connsiteY2" fmla="*/ 0 h 1661078"/>
              <a:gd name="connsiteX3" fmla="*/ 6955590 w 6955590"/>
              <a:gd name="connsiteY3" fmla="*/ 1661078 h 1661078"/>
              <a:gd name="connsiteX4" fmla="*/ 0 w 6955590"/>
              <a:gd name="connsiteY4" fmla="*/ 1661078 h 1661078"/>
              <a:gd name="connsiteX0" fmla="*/ 0 w 4633503"/>
              <a:gd name="connsiteY0" fmla="*/ 1661078 h 1661078"/>
              <a:gd name="connsiteX1" fmla="*/ 2322087 w 4633503"/>
              <a:gd name="connsiteY1" fmla="*/ 0 h 1661078"/>
              <a:gd name="connsiteX2" fmla="*/ 4633503 w 4633503"/>
              <a:gd name="connsiteY2" fmla="*/ 0 h 1661078"/>
              <a:gd name="connsiteX3" fmla="*/ 1951790 w 4633503"/>
              <a:gd name="connsiteY3" fmla="*/ 1661078 h 1661078"/>
              <a:gd name="connsiteX4" fmla="*/ 0 w 4633503"/>
              <a:gd name="connsiteY4" fmla="*/ 1661078 h 1661078"/>
              <a:gd name="connsiteX0" fmla="*/ 0 w 2995203"/>
              <a:gd name="connsiteY0" fmla="*/ 1661078 h 1661078"/>
              <a:gd name="connsiteX1" fmla="*/ 2322087 w 2995203"/>
              <a:gd name="connsiteY1" fmla="*/ 0 h 1661078"/>
              <a:gd name="connsiteX2" fmla="*/ 2995203 w 2995203"/>
              <a:gd name="connsiteY2" fmla="*/ 0 h 1661078"/>
              <a:gd name="connsiteX3" fmla="*/ 1951790 w 2995203"/>
              <a:gd name="connsiteY3" fmla="*/ 1661078 h 1661078"/>
              <a:gd name="connsiteX4" fmla="*/ 0 w 2995203"/>
              <a:gd name="connsiteY4" fmla="*/ 1661078 h 1661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5203" h="1661078">
                <a:moveTo>
                  <a:pt x="0" y="1661078"/>
                </a:moveTo>
                <a:lnTo>
                  <a:pt x="2322087" y="0"/>
                </a:lnTo>
                <a:lnTo>
                  <a:pt x="2995203" y="0"/>
                </a:lnTo>
                <a:lnTo>
                  <a:pt x="1951790" y="1661078"/>
                </a:lnTo>
                <a:lnTo>
                  <a:pt x="0" y="1661078"/>
                </a:lnTo>
                <a:close/>
              </a:path>
            </a:pathLst>
          </a:custGeom>
          <a:solidFill>
            <a:schemeClr val="accent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7F64F5CF-CE53-A84E-9D44-06CD544593C8}"/>
              </a:ext>
            </a:extLst>
          </p:cNvPr>
          <p:cNvSpPr txBox="1"/>
          <p:nvPr/>
        </p:nvSpPr>
        <p:spPr>
          <a:xfrm>
            <a:off x="6376305" y="1351850"/>
            <a:ext cx="2563587" cy="461665"/>
          </a:xfrm>
          <a:prstGeom prst="rect">
            <a:avLst/>
          </a:prstGeom>
          <a:noFill/>
        </p:spPr>
        <p:txBody>
          <a:bodyPr wrap="square">
            <a:spAutoFit/>
          </a:bodyPr>
          <a:lstStyle/>
          <a:p>
            <a:pPr algn="ctr"/>
            <a:r>
              <a:rPr kumimoji="0" lang="en-US" altLang="zh-CN" sz="2400" b="0" i="0" u="none" strike="noStrike" kern="1200" cap="none" spc="0" normalizeH="0" baseline="0" noProof="0" dirty="0">
                <a:ln>
                  <a:noFill/>
                </a:ln>
                <a:solidFill>
                  <a:srgbClr val="70AD47">
                    <a:lumMod val="75000"/>
                  </a:srgbClr>
                </a:solidFill>
                <a:effectLst/>
                <a:uLnTx/>
                <a:uFillTx/>
                <a:latin typeface="Candara" panose="020E0502030303020204"/>
                <a:ea typeface="华文楷体" panose="02010600040101010101" pitchFamily="2" charset="-122"/>
                <a:cs typeface="+mj-cs"/>
              </a:rPr>
              <a:t>Dataflow Analysis</a:t>
            </a:r>
            <a:endParaRPr lang="zh-CN" altLang="en-US" sz="1050" dirty="0"/>
          </a:p>
        </p:txBody>
      </p:sp>
      <p:sp>
        <p:nvSpPr>
          <p:cNvPr id="25" name="梯形 24">
            <a:extLst>
              <a:ext uri="{FF2B5EF4-FFF2-40B4-BE49-F238E27FC236}">
                <a16:creationId xmlns:a16="http://schemas.microsoft.com/office/drawing/2014/main" id="{7592A799-1AE8-1C41-B342-7F6B057240AF}"/>
              </a:ext>
            </a:extLst>
          </p:cNvPr>
          <p:cNvSpPr/>
          <p:nvPr/>
        </p:nvSpPr>
        <p:spPr>
          <a:xfrm>
            <a:off x="8079759" y="1884804"/>
            <a:ext cx="3071403" cy="1283795"/>
          </a:xfrm>
          <a:custGeom>
            <a:avLst/>
            <a:gdLst>
              <a:gd name="connsiteX0" fmla="*/ 0 w 6955590"/>
              <a:gd name="connsiteY0" fmla="*/ 1661078 h 1661078"/>
              <a:gd name="connsiteX1" fmla="*/ 2322087 w 6955590"/>
              <a:gd name="connsiteY1" fmla="*/ 0 h 1661078"/>
              <a:gd name="connsiteX2" fmla="*/ 4633503 w 6955590"/>
              <a:gd name="connsiteY2" fmla="*/ 0 h 1661078"/>
              <a:gd name="connsiteX3" fmla="*/ 6955590 w 6955590"/>
              <a:gd name="connsiteY3" fmla="*/ 1661078 h 1661078"/>
              <a:gd name="connsiteX4" fmla="*/ 0 w 6955590"/>
              <a:gd name="connsiteY4" fmla="*/ 1661078 h 1661078"/>
              <a:gd name="connsiteX0" fmla="*/ 1894313 w 4633503"/>
              <a:gd name="connsiteY0" fmla="*/ 1661078 h 1661078"/>
              <a:gd name="connsiteX1" fmla="*/ 0 w 4633503"/>
              <a:gd name="connsiteY1" fmla="*/ 0 h 1661078"/>
              <a:gd name="connsiteX2" fmla="*/ 2311416 w 4633503"/>
              <a:gd name="connsiteY2" fmla="*/ 0 h 1661078"/>
              <a:gd name="connsiteX3" fmla="*/ 4633503 w 4633503"/>
              <a:gd name="connsiteY3" fmla="*/ 1661078 h 1661078"/>
              <a:gd name="connsiteX4" fmla="*/ 1894313 w 4633503"/>
              <a:gd name="connsiteY4" fmla="*/ 1661078 h 1661078"/>
              <a:gd name="connsiteX0" fmla="*/ 332213 w 3071403"/>
              <a:gd name="connsiteY0" fmla="*/ 1661078 h 1661078"/>
              <a:gd name="connsiteX1" fmla="*/ 0 w 3071403"/>
              <a:gd name="connsiteY1" fmla="*/ 12700 h 1661078"/>
              <a:gd name="connsiteX2" fmla="*/ 749316 w 3071403"/>
              <a:gd name="connsiteY2" fmla="*/ 0 h 1661078"/>
              <a:gd name="connsiteX3" fmla="*/ 3071403 w 3071403"/>
              <a:gd name="connsiteY3" fmla="*/ 1661078 h 1661078"/>
              <a:gd name="connsiteX4" fmla="*/ 332213 w 3071403"/>
              <a:gd name="connsiteY4" fmla="*/ 1661078 h 1661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1403" h="1661078">
                <a:moveTo>
                  <a:pt x="332213" y="1661078"/>
                </a:moveTo>
                <a:lnTo>
                  <a:pt x="0" y="12700"/>
                </a:lnTo>
                <a:lnTo>
                  <a:pt x="749316" y="0"/>
                </a:lnTo>
                <a:lnTo>
                  <a:pt x="3071403" y="1661078"/>
                </a:lnTo>
                <a:lnTo>
                  <a:pt x="332213" y="1661078"/>
                </a:lnTo>
                <a:close/>
              </a:path>
            </a:pathLst>
          </a:custGeom>
          <a:solidFill>
            <a:schemeClr val="accent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梯形 25">
            <a:extLst>
              <a:ext uri="{FF2B5EF4-FFF2-40B4-BE49-F238E27FC236}">
                <a16:creationId xmlns:a16="http://schemas.microsoft.com/office/drawing/2014/main" id="{678C7100-1F1A-2043-9417-71C4CBD06004}"/>
              </a:ext>
            </a:extLst>
          </p:cNvPr>
          <p:cNvSpPr/>
          <p:nvPr/>
        </p:nvSpPr>
        <p:spPr>
          <a:xfrm>
            <a:off x="6213587" y="1903790"/>
            <a:ext cx="2116890" cy="1283795"/>
          </a:xfrm>
          <a:custGeom>
            <a:avLst/>
            <a:gdLst>
              <a:gd name="connsiteX0" fmla="*/ 0 w 6955590"/>
              <a:gd name="connsiteY0" fmla="*/ 1661078 h 1661078"/>
              <a:gd name="connsiteX1" fmla="*/ 2322087 w 6955590"/>
              <a:gd name="connsiteY1" fmla="*/ 0 h 1661078"/>
              <a:gd name="connsiteX2" fmla="*/ 4633503 w 6955590"/>
              <a:gd name="connsiteY2" fmla="*/ 0 h 1661078"/>
              <a:gd name="connsiteX3" fmla="*/ 6955590 w 6955590"/>
              <a:gd name="connsiteY3" fmla="*/ 1661078 h 1661078"/>
              <a:gd name="connsiteX4" fmla="*/ 0 w 6955590"/>
              <a:gd name="connsiteY4" fmla="*/ 1661078 h 1661078"/>
              <a:gd name="connsiteX0" fmla="*/ 0 w 4809290"/>
              <a:gd name="connsiteY0" fmla="*/ 1661078 h 1661078"/>
              <a:gd name="connsiteX1" fmla="*/ 175787 w 4809290"/>
              <a:gd name="connsiteY1" fmla="*/ 0 h 1661078"/>
              <a:gd name="connsiteX2" fmla="*/ 2487203 w 4809290"/>
              <a:gd name="connsiteY2" fmla="*/ 0 h 1661078"/>
              <a:gd name="connsiteX3" fmla="*/ 4809290 w 4809290"/>
              <a:gd name="connsiteY3" fmla="*/ 1661078 h 1661078"/>
              <a:gd name="connsiteX4" fmla="*/ 0 w 4809290"/>
              <a:gd name="connsiteY4" fmla="*/ 1661078 h 1661078"/>
              <a:gd name="connsiteX0" fmla="*/ 0 w 4885490"/>
              <a:gd name="connsiteY0" fmla="*/ 1661078 h 1661078"/>
              <a:gd name="connsiteX1" fmla="*/ 251987 w 4885490"/>
              <a:gd name="connsiteY1" fmla="*/ 0 h 1661078"/>
              <a:gd name="connsiteX2" fmla="*/ 2563403 w 4885490"/>
              <a:gd name="connsiteY2" fmla="*/ 0 h 1661078"/>
              <a:gd name="connsiteX3" fmla="*/ 4885490 w 4885490"/>
              <a:gd name="connsiteY3" fmla="*/ 1661078 h 1661078"/>
              <a:gd name="connsiteX4" fmla="*/ 0 w 4885490"/>
              <a:gd name="connsiteY4" fmla="*/ 1661078 h 1661078"/>
              <a:gd name="connsiteX0" fmla="*/ 0 w 2563403"/>
              <a:gd name="connsiteY0" fmla="*/ 1661078 h 1661078"/>
              <a:gd name="connsiteX1" fmla="*/ 251987 w 2563403"/>
              <a:gd name="connsiteY1" fmla="*/ 0 h 1661078"/>
              <a:gd name="connsiteX2" fmla="*/ 2563403 w 2563403"/>
              <a:gd name="connsiteY2" fmla="*/ 0 h 1661078"/>
              <a:gd name="connsiteX3" fmla="*/ 2078790 w 2563403"/>
              <a:gd name="connsiteY3" fmla="*/ 1661078 h 1661078"/>
              <a:gd name="connsiteX4" fmla="*/ 0 w 2563403"/>
              <a:gd name="connsiteY4" fmla="*/ 1661078 h 1661078"/>
              <a:gd name="connsiteX0" fmla="*/ 0 w 2078790"/>
              <a:gd name="connsiteY0" fmla="*/ 1661078 h 1661078"/>
              <a:gd name="connsiteX1" fmla="*/ 251987 w 2078790"/>
              <a:gd name="connsiteY1" fmla="*/ 0 h 1661078"/>
              <a:gd name="connsiteX2" fmla="*/ 1801403 w 2078790"/>
              <a:gd name="connsiteY2" fmla="*/ 0 h 1661078"/>
              <a:gd name="connsiteX3" fmla="*/ 2078790 w 2078790"/>
              <a:gd name="connsiteY3" fmla="*/ 1661078 h 1661078"/>
              <a:gd name="connsiteX4" fmla="*/ 0 w 2078790"/>
              <a:gd name="connsiteY4" fmla="*/ 1661078 h 1661078"/>
              <a:gd name="connsiteX0" fmla="*/ 0 w 2116890"/>
              <a:gd name="connsiteY0" fmla="*/ 1661078 h 1661078"/>
              <a:gd name="connsiteX1" fmla="*/ 251987 w 2116890"/>
              <a:gd name="connsiteY1" fmla="*/ 0 h 1661078"/>
              <a:gd name="connsiteX2" fmla="*/ 1801403 w 2116890"/>
              <a:gd name="connsiteY2" fmla="*/ 0 h 1661078"/>
              <a:gd name="connsiteX3" fmla="*/ 2116890 w 2116890"/>
              <a:gd name="connsiteY3" fmla="*/ 1661078 h 1661078"/>
              <a:gd name="connsiteX4" fmla="*/ 0 w 2116890"/>
              <a:gd name="connsiteY4" fmla="*/ 1661078 h 1661078"/>
              <a:gd name="connsiteX0" fmla="*/ 0 w 2116890"/>
              <a:gd name="connsiteY0" fmla="*/ 1661078 h 1661078"/>
              <a:gd name="connsiteX1" fmla="*/ 1039387 w 2116890"/>
              <a:gd name="connsiteY1" fmla="*/ 0 h 1661078"/>
              <a:gd name="connsiteX2" fmla="*/ 1801403 w 2116890"/>
              <a:gd name="connsiteY2" fmla="*/ 0 h 1661078"/>
              <a:gd name="connsiteX3" fmla="*/ 2116890 w 2116890"/>
              <a:gd name="connsiteY3" fmla="*/ 1661078 h 1661078"/>
              <a:gd name="connsiteX4" fmla="*/ 0 w 2116890"/>
              <a:gd name="connsiteY4" fmla="*/ 1661078 h 1661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6890" h="1661078">
                <a:moveTo>
                  <a:pt x="0" y="1661078"/>
                </a:moveTo>
                <a:lnTo>
                  <a:pt x="1039387" y="0"/>
                </a:lnTo>
                <a:lnTo>
                  <a:pt x="1801403" y="0"/>
                </a:lnTo>
                <a:lnTo>
                  <a:pt x="2116890" y="1661078"/>
                </a:lnTo>
                <a:lnTo>
                  <a:pt x="0" y="1661078"/>
                </a:lnTo>
                <a:close/>
              </a:path>
            </a:pathLst>
          </a:custGeom>
          <a:solidFill>
            <a:schemeClr val="accent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下箭头 21">
            <a:extLst>
              <a:ext uri="{FF2B5EF4-FFF2-40B4-BE49-F238E27FC236}">
                <a16:creationId xmlns:a16="http://schemas.microsoft.com/office/drawing/2014/main" id="{F2A7EA74-E718-BD46-A4D6-B9964547CFE4}"/>
              </a:ext>
            </a:extLst>
          </p:cNvPr>
          <p:cNvSpPr/>
          <p:nvPr/>
        </p:nvSpPr>
        <p:spPr>
          <a:xfrm>
            <a:off x="2991169" y="1891950"/>
            <a:ext cx="698500" cy="4005657"/>
          </a:xfrm>
          <a:prstGeom prst="downArrow">
            <a:avLst/>
          </a:prstGeom>
          <a:gradFill>
            <a:gsLst>
              <a:gs pos="0">
                <a:schemeClr val="accent6">
                  <a:lumMod val="60000"/>
                  <a:lumOff val="40000"/>
                </a:schemeClr>
              </a:gs>
              <a:gs pos="62000">
                <a:schemeClr val="accent5">
                  <a:lumMod val="20000"/>
                  <a:lumOff val="80000"/>
                </a:schemeClr>
              </a:gs>
              <a:gs pos="38000">
                <a:schemeClr val="accent6">
                  <a:lumMod val="20000"/>
                  <a:lumOff val="80000"/>
                </a:schemeClr>
              </a:gs>
              <a:gs pos="99000">
                <a:schemeClr val="accent1">
                  <a:lumMod val="60000"/>
                  <a:lumOff val="40000"/>
                </a:schemeClr>
              </a:gs>
            </a:gsLst>
            <a:lin ang="5400000" scaled="1"/>
          </a:gradFill>
          <a:ln>
            <a:noFill/>
          </a:ln>
          <a:effectLst/>
        </p:spPr>
        <p:style>
          <a:lnRef idx="3">
            <a:schemeClr val="lt1"/>
          </a:lnRef>
          <a:fillRef idx="1">
            <a:schemeClr val="accent2"/>
          </a:fillRef>
          <a:effectRef idx="1">
            <a:schemeClr val="accent2"/>
          </a:effectRef>
          <a:fontRef idx="minor">
            <a:schemeClr val="lt1"/>
          </a:fontRef>
        </p:style>
        <p:txBody>
          <a:bodyPr rtlCol="0" anchor="ctr"/>
          <a:lstStyle/>
          <a:p>
            <a:pPr algn="ctr"/>
            <a:endParaRPr kumimoji="1" lang="zh-CN" altLang="en-US"/>
          </a:p>
        </p:txBody>
      </p:sp>
      <p:sp>
        <p:nvSpPr>
          <p:cNvPr id="28" name="文本框 27">
            <a:extLst>
              <a:ext uri="{FF2B5EF4-FFF2-40B4-BE49-F238E27FC236}">
                <a16:creationId xmlns:a16="http://schemas.microsoft.com/office/drawing/2014/main" id="{CFC932BA-2C6B-7246-82E2-0EB0E8D96667}"/>
              </a:ext>
            </a:extLst>
          </p:cNvPr>
          <p:cNvSpPr txBox="1"/>
          <p:nvPr/>
        </p:nvSpPr>
        <p:spPr>
          <a:xfrm>
            <a:off x="2591105" y="1351849"/>
            <a:ext cx="1498628" cy="461665"/>
          </a:xfrm>
          <a:prstGeom prst="rect">
            <a:avLst/>
          </a:prstGeom>
          <a:noFill/>
        </p:spPr>
        <p:txBody>
          <a:bodyPr wrap="square">
            <a:spAutoFit/>
          </a:bodyPr>
          <a:lstStyle/>
          <a:p>
            <a:pPr algn="ctr"/>
            <a:r>
              <a:rPr kumimoji="0" lang="en-US" altLang="zh-CN" sz="2400" b="0" i="0" u="none" strike="noStrike" kern="1200" cap="none" spc="0" normalizeH="0" baseline="0" noProof="0" dirty="0">
                <a:ln>
                  <a:noFill/>
                </a:ln>
                <a:solidFill>
                  <a:srgbClr val="70AD47">
                    <a:lumMod val="75000"/>
                  </a:srgbClr>
                </a:solidFill>
                <a:effectLst/>
                <a:uLnTx/>
                <a:uFillTx/>
                <a:latin typeface="Candara" panose="020E0502030303020204"/>
                <a:ea typeface="华文楷体" panose="02010600040101010101" pitchFamily="2" charset="-122"/>
                <a:cs typeface="+mj-cs"/>
              </a:rPr>
              <a:t>Software</a:t>
            </a:r>
            <a:endParaRPr lang="zh-CN" altLang="en-US" sz="1050" dirty="0"/>
          </a:p>
        </p:txBody>
      </p:sp>
      <p:sp>
        <p:nvSpPr>
          <p:cNvPr id="29" name="文本框 28">
            <a:extLst>
              <a:ext uri="{FF2B5EF4-FFF2-40B4-BE49-F238E27FC236}">
                <a16:creationId xmlns:a16="http://schemas.microsoft.com/office/drawing/2014/main" id="{C9E4FFE6-D7D4-9B46-80F7-4EF652432286}"/>
              </a:ext>
            </a:extLst>
          </p:cNvPr>
          <p:cNvSpPr txBox="1"/>
          <p:nvPr/>
        </p:nvSpPr>
        <p:spPr>
          <a:xfrm>
            <a:off x="2591105" y="5989718"/>
            <a:ext cx="1498628" cy="461665"/>
          </a:xfrm>
          <a:prstGeom prst="rect">
            <a:avLst/>
          </a:prstGeom>
          <a:noFill/>
        </p:spPr>
        <p:txBody>
          <a:bodyPr wrap="square">
            <a:spAutoFit/>
          </a:bodyPr>
          <a:lstStyle/>
          <a:p>
            <a:pPr algn="ctr"/>
            <a:r>
              <a:rPr kumimoji="0" lang="en-US" altLang="zh-CN" sz="2400" b="0" i="0" u="none" strike="noStrike" kern="1200" cap="none" spc="0" normalizeH="0" baseline="0" noProof="0" dirty="0">
                <a:ln>
                  <a:noFill/>
                </a:ln>
                <a:solidFill>
                  <a:schemeClr val="accent1">
                    <a:lumMod val="75000"/>
                  </a:schemeClr>
                </a:solidFill>
                <a:effectLst/>
                <a:uLnTx/>
                <a:uFillTx/>
                <a:latin typeface="Candara" panose="020E0502030303020204"/>
                <a:ea typeface="华文楷体" panose="02010600040101010101" pitchFamily="2" charset="-122"/>
                <a:cs typeface="+mj-cs"/>
              </a:rPr>
              <a:t>Hardware</a:t>
            </a:r>
            <a:endParaRPr lang="zh-CN" altLang="en-US" sz="1050" dirty="0">
              <a:solidFill>
                <a:schemeClr val="accent1">
                  <a:lumMod val="75000"/>
                </a:schemeClr>
              </a:solidFill>
            </a:endParaRPr>
          </a:p>
        </p:txBody>
      </p:sp>
      <p:sp>
        <p:nvSpPr>
          <p:cNvPr id="24" name="文本框 23">
            <a:extLst>
              <a:ext uri="{FF2B5EF4-FFF2-40B4-BE49-F238E27FC236}">
                <a16:creationId xmlns:a16="http://schemas.microsoft.com/office/drawing/2014/main" id="{68725573-29F2-1844-94C0-2672AC717613}"/>
              </a:ext>
            </a:extLst>
          </p:cNvPr>
          <p:cNvSpPr txBox="1"/>
          <p:nvPr/>
        </p:nvSpPr>
        <p:spPr>
          <a:xfrm>
            <a:off x="6049442" y="2023488"/>
            <a:ext cx="825867"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CC’21</a:t>
            </a:r>
            <a:endParaRPr kumimoji="1" lang="zh-CN" altLang="en-US" dirty="0">
              <a:latin typeface="Arial" panose="020B0604020202020204" pitchFamily="34" charset="0"/>
              <a:cs typeface="Arial" panose="020B0604020202020204" pitchFamily="34" charset="0"/>
            </a:endParaRPr>
          </a:p>
        </p:txBody>
      </p:sp>
      <p:sp>
        <p:nvSpPr>
          <p:cNvPr id="35" name="文本框 34">
            <a:extLst>
              <a:ext uri="{FF2B5EF4-FFF2-40B4-BE49-F238E27FC236}">
                <a16:creationId xmlns:a16="http://schemas.microsoft.com/office/drawing/2014/main" id="{A9196118-BDB0-D646-80E8-D033DB5739A4}"/>
              </a:ext>
            </a:extLst>
          </p:cNvPr>
          <p:cNvSpPr txBox="1"/>
          <p:nvPr/>
        </p:nvSpPr>
        <p:spPr>
          <a:xfrm>
            <a:off x="5381542" y="2441631"/>
            <a:ext cx="1005403"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PLDI’21</a:t>
            </a:r>
            <a:endParaRPr kumimoji="1" lang="zh-CN" altLang="en-US" dirty="0">
              <a:latin typeface="Arial" panose="020B0604020202020204" pitchFamily="34" charset="0"/>
              <a:cs typeface="Arial" panose="020B0604020202020204" pitchFamily="34" charset="0"/>
            </a:endParaRPr>
          </a:p>
        </p:txBody>
      </p:sp>
      <p:sp>
        <p:nvSpPr>
          <p:cNvPr id="36" name="文本框 35">
            <a:extLst>
              <a:ext uri="{FF2B5EF4-FFF2-40B4-BE49-F238E27FC236}">
                <a16:creationId xmlns:a16="http://schemas.microsoft.com/office/drawing/2014/main" id="{BED9A907-E6E1-014D-B3C6-091A7E19A52C}"/>
              </a:ext>
            </a:extLst>
          </p:cNvPr>
          <p:cNvSpPr txBox="1"/>
          <p:nvPr/>
        </p:nvSpPr>
        <p:spPr>
          <a:xfrm>
            <a:off x="4979881" y="2695455"/>
            <a:ext cx="633507"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 ...</a:t>
            </a:r>
            <a:endParaRPr kumimoji="1" lang="zh-CN" altLang="en-US" dirty="0">
              <a:latin typeface="Arial" panose="020B0604020202020204" pitchFamily="34" charset="0"/>
              <a:cs typeface="Arial" panose="020B0604020202020204" pitchFamily="34" charset="0"/>
            </a:endParaRPr>
          </a:p>
        </p:txBody>
      </p:sp>
      <p:sp>
        <p:nvSpPr>
          <p:cNvPr id="37" name="文本框 36">
            <a:extLst>
              <a:ext uri="{FF2B5EF4-FFF2-40B4-BE49-F238E27FC236}">
                <a16:creationId xmlns:a16="http://schemas.microsoft.com/office/drawing/2014/main" id="{D4853775-4E2B-0241-A307-D0E06C5106BC}"/>
              </a:ext>
            </a:extLst>
          </p:cNvPr>
          <p:cNvSpPr txBox="1"/>
          <p:nvPr/>
        </p:nvSpPr>
        <p:spPr>
          <a:xfrm>
            <a:off x="6987775" y="2695455"/>
            <a:ext cx="633507"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 ...</a:t>
            </a:r>
            <a:endParaRPr kumimoji="1" lang="zh-CN" altLang="en-US" dirty="0">
              <a:latin typeface="Arial" panose="020B0604020202020204" pitchFamily="34" charset="0"/>
              <a:cs typeface="Arial" panose="020B0604020202020204" pitchFamily="34" charset="0"/>
            </a:endParaRPr>
          </a:p>
        </p:txBody>
      </p:sp>
      <p:sp>
        <p:nvSpPr>
          <p:cNvPr id="38" name="文本框 37">
            <a:extLst>
              <a:ext uri="{FF2B5EF4-FFF2-40B4-BE49-F238E27FC236}">
                <a16:creationId xmlns:a16="http://schemas.microsoft.com/office/drawing/2014/main" id="{70133E76-EB9D-A544-B2EA-30E6CF928CAC}"/>
              </a:ext>
            </a:extLst>
          </p:cNvPr>
          <p:cNvSpPr txBox="1"/>
          <p:nvPr/>
        </p:nvSpPr>
        <p:spPr>
          <a:xfrm>
            <a:off x="9267735" y="2695455"/>
            <a:ext cx="633507"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 ...</a:t>
            </a:r>
            <a:endParaRPr kumimoji="1" lang="zh-CN" altLang="en-US" dirty="0">
              <a:latin typeface="Arial" panose="020B0604020202020204" pitchFamily="34" charset="0"/>
              <a:cs typeface="Arial" panose="020B0604020202020204" pitchFamily="34" charset="0"/>
            </a:endParaRPr>
          </a:p>
        </p:txBody>
      </p:sp>
      <p:sp>
        <p:nvSpPr>
          <p:cNvPr id="39" name="文本框 38">
            <a:extLst>
              <a:ext uri="{FF2B5EF4-FFF2-40B4-BE49-F238E27FC236}">
                <a16:creationId xmlns:a16="http://schemas.microsoft.com/office/drawing/2014/main" id="{63BE1789-437B-8F41-817F-97E677EC6E84}"/>
              </a:ext>
            </a:extLst>
          </p:cNvPr>
          <p:cNvSpPr txBox="1"/>
          <p:nvPr/>
        </p:nvSpPr>
        <p:spPr>
          <a:xfrm>
            <a:off x="6915601" y="2445631"/>
            <a:ext cx="1078116"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POPL’11</a:t>
            </a:r>
            <a:endParaRPr kumimoji="1" lang="zh-CN" altLang="en-US" dirty="0">
              <a:latin typeface="Arial" panose="020B0604020202020204" pitchFamily="34" charset="0"/>
              <a:cs typeface="Arial" panose="020B0604020202020204" pitchFamily="34" charset="0"/>
            </a:endParaRPr>
          </a:p>
        </p:txBody>
      </p:sp>
      <p:sp>
        <p:nvSpPr>
          <p:cNvPr id="40" name="文本框 39">
            <a:extLst>
              <a:ext uri="{FF2B5EF4-FFF2-40B4-BE49-F238E27FC236}">
                <a16:creationId xmlns:a16="http://schemas.microsoft.com/office/drawing/2014/main" id="{5413AC0C-B2F7-2A4C-85DE-9DE5CE52926F}"/>
              </a:ext>
            </a:extLst>
          </p:cNvPr>
          <p:cNvSpPr txBox="1"/>
          <p:nvPr/>
        </p:nvSpPr>
        <p:spPr>
          <a:xfrm>
            <a:off x="7164149" y="2027575"/>
            <a:ext cx="825867"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CC’19</a:t>
            </a:r>
            <a:endParaRPr kumimoji="1" lang="zh-CN" altLang="en-US" dirty="0">
              <a:latin typeface="Arial" panose="020B0604020202020204" pitchFamily="34" charset="0"/>
              <a:cs typeface="Arial" panose="020B0604020202020204" pitchFamily="34" charset="0"/>
            </a:endParaRPr>
          </a:p>
        </p:txBody>
      </p:sp>
      <p:sp>
        <p:nvSpPr>
          <p:cNvPr id="43" name="文本框 42">
            <a:extLst>
              <a:ext uri="{FF2B5EF4-FFF2-40B4-BE49-F238E27FC236}">
                <a16:creationId xmlns:a16="http://schemas.microsoft.com/office/drawing/2014/main" id="{753630CB-D776-BC40-ABD1-BF46032771A5}"/>
              </a:ext>
            </a:extLst>
          </p:cNvPr>
          <p:cNvSpPr txBox="1"/>
          <p:nvPr/>
        </p:nvSpPr>
        <p:spPr>
          <a:xfrm>
            <a:off x="8602748" y="2436897"/>
            <a:ext cx="1184940"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IPDPS’19</a:t>
            </a:r>
            <a:endParaRPr kumimoji="1" lang="zh-CN" altLang="en-US" dirty="0">
              <a:latin typeface="Arial" panose="020B0604020202020204" pitchFamily="34" charset="0"/>
              <a:cs typeface="Arial" panose="020B0604020202020204" pitchFamily="34" charset="0"/>
            </a:endParaRPr>
          </a:p>
        </p:txBody>
      </p:sp>
      <p:sp>
        <p:nvSpPr>
          <p:cNvPr id="44" name="文本框 43">
            <a:extLst>
              <a:ext uri="{FF2B5EF4-FFF2-40B4-BE49-F238E27FC236}">
                <a16:creationId xmlns:a16="http://schemas.microsoft.com/office/drawing/2014/main" id="{F2290585-6A4D-684B-83CE-59B05E100AEB}"/>
              </a:ext>
            </a:extLst>
          </p:cNvPr>
          <p:cNvSpPr txBox="1"/>
          <p:nvPr/>
        </p:nvSpPr>
        <p:spPr>
          <a:xfrm>
            <a:off x="8253321" y="2029429"/>
            <a:ext cx="941283"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FSE’23</a:t>
            </a:r>
            <a:endParaRPr kumimoji="1" lang="zh-CN" altLang="en-US" dirty="0">
              <a:latin typeface="Arial" panose="020B0604020202020204" pitchFamily="34" charset="0"/>
              <a:cs typeface="Arial" panose="020B0604020202020204" pitchFamily="34" charset="0"/>
            </a:endParaRPr>
          </a:p>
        </p:txBody>
      </p:sp>
      <p:sp>
        <p:nvSpPr>
          <p:cNvPr id="45" name="文本框 44">
            <a:extLst>
              <a:ext uri="{FF2B5EF4-FFF2-40B4-BE49-F238E27FC236}">
                <a16:creationId xmlns:a16="http://schemas.microsoft.com/office/drawing/2014/main" id="{F40ABDBD-6C42-7047-9EF4-EFD34EAA592D}"/>
              </a:ext>
            </a:extLst>
          </p:cNvPr>
          <p:cNvSpPr txBox="1"/>
          <p:nvPr/>
        </p:nvSpPr>
        <p:spPr>
          <a:xfrm>
            <a:off x="3629509" y="3238554"/>
            <a:ext cx="2282474" cy="360000"/>
          </a:xfrm>
          <a:prstGeom prst="rect">
            <a:avLst/>
          </a:prstGeom>
          <a:noFill/>
          <a:ln w="12700">
            <a:solidFill>
              <a:schemeClr val="bg1">
                <a:lumMod val="50000"/>
              </a:schemeClr>
            </a:solidFill>
            <a:prstDash val="sysDot"/>
          </a:ln>
        </p:spPr>
        <p:txBody>
          <a:bodyPr wrap="none" lIns="0" tIns="0" rIns="0" bIns="0" rtlCol="0" anchor="ctr">
            <a:noAutofit/>
          </a:bodyPr>
          <a:lstStyle/>
          <a:p>
            <a:pPr algn="ctr"/>
            <a:r>
              <a:rPr kumimoji="1" lang="en-US" altLang="zh-CN" dirty="0">
                <a:solidFill>
                  <a:schemeClr val="accent2">
                    <a:lumMod val="75000"/>
                  </a:schemeClr>
                </a:solidFill>
                <a:latin typeface="Arial" panose="020B0604020202020204" pitchFamily="34" charset="0"/>
                <a:cs typeface="Arial" panose="020B0604020202020204" pitchFamily="34" charset="0"/>
              </a:rPr>
              <a:t>multi-core scheduling</a:t>
            </a:r>
            <a:endParaRPr kumimoji="1" lang="zh-CN" altLang="en-US" dirty="0">
              <a:solidFill>
                <a:schemeClr val="accent2">
                  <a:lumMod val="75000"/>
                </a:schemeClr>
              </a:solidFill>
              <a:latin typeface="Arial" panose="020B0604020202020204" pitchFamily="34" charset="0"/>
              <a:cs typeface="Arial" panose="020B0604020202020204" pitchFamily="34" charset="0"/>
            </a:endParaRPr>
          </a:p>
        </p:txBody>
      </p:sp>
      <p:sp>
        <p:nvSpPr>
          <p:cNvPr id="46" name="文本框 45">
            <a:extLst>
              <a:ext uri="{FF2B5EF4-FFF2-40B4-BE49-F238E27FC236}">
                <a16:creationId xmlns:a16="http://schemas.microsoft.com/office/drawing/2014/main" id="{9BD6FE98-89D2-ED45-85EC-995AD1F6B75C}"/>
              </a:ext>
            </a:extLst>
          </p:cNvPr>
          <p:cNvSpPr txBox="1"/>
          <p:nvPr/>
        </p:nvSpPr>
        <p:spPr>
          <a:xfrm>
            <a:off x="6016175" y="3238554"/>
            <a:ext cx="2466079" cy="360000"/>
          </a:xfrm>
          <a:prstGeom prst="rect">
            <a:avLst/>
          </a:prstGeom>
          <a:noFill/>
          <a:ln w="12700">
            <a:solidFill>
              <a:schemeClr val="bg1">
                <a:lumMod val="50000"/>
              </a:schemeClr>
            </a:solidFill>
            <a:prstDash val="sysDot"/>
          </a:ln>
        </p:spPr>
        <p:txBody>
          <a:bodyPr wrap="none" lIns="0" tIns="0" rIns="0" bIns="0" rtlCol="0" anchor="ctr">
            <a:noAutofit/>
          </a:bodyPr>
          <a:lstStyle/>
          <a:p>
            <a:pPr algn="ctr"/>
            <a:r>
              <a:rPr kumimoji="1" lang="en-US" altLang="zh-CN" dirty="0">
                <a:solidFill>
                  <a:schemeClr val="accent2">
                    <a:lumMod val="75000"/>
                  </a:schemeClr>
                </a:solidFill>
                <a:latin typeface="Arial" panose="020B0604020202020204" pitchFamily="34" charset="0"/>
                <a:cs typeface="Arial" panose="020B0604020202020204" pitchFamily="34" charset="0"/>
              </a:rPr>
              <a:t>SIMD/SIMT parallelism</a:t>
            </a:r>
            <a:endParaRPr kumimoji="1" lang="zh-CN" altLang="en-US" dirty="0">
              <a:solidFill>
                <a:schemeClr val="accent2">
                  <a:lumMod val="75000"/>
                </a:schemeClr>
              </a:solidFill>
              <a:latin typeface="Arial" panose="020B0604020202020204" pitchFamily="34" charset="0"/>
              <a:cs typeface="Arial" panose="020B0604020202020204" pitchFamily="34" charset="0"/>
            </a:endParaRPr>
          </a:p>
        </p:txBody>
      </p:sp>
      <p:sp>
        <p:nvSpPr>
          <p:cNvPr id="47" name="文本框 46">
            <a:extLst>
              <a:ext uri="{FF2B5EF4-FFF2-40B4-BE49-F238E27FC236}">
                <a16:creationId xmlns:a16="http://schemas.microsoft.com/office/drawing/2014/main" id="{194BEEBA-7475-124E-8295-B4C6A63D759A}"/>
              </a:ext>
            </a:extLst>
          </p:cNvPr>
          <p:cNvSpPr txBox="1"/>
          <p:nvPr/>
        </p:nvSpPr>
        <p:spPr>
          <a:xfrm>
            <a:off x="8587371" y="3238554"/>
            <a:ext cx="3101479" cy="360000"/>
          </a:xfrm>
          <a:prstGeom prst="rect">
            <a:avLst/>
          </a:prstGeom>
          <a:noFill/>
          <a:ln w="12700">
            <a:solidFill>
              <a:schemeClr val="bg1">
                <a:lumMod val="50000"/>
              </a:schemeClr>
            </a:solidFill>
            <a:prstDash val="sysDot"/>
          </a:ln>
        </p:spPr>
        <p:txBody>
          <a:bodyPr wrap="none" lIns="0" tIns="0" rIns="0" bIns="0" rtlCol="0" anchor="ctr">
            <a:noAutofit/>
          </a:bodyPr>
          <a:lstStyle/>
          <a:p>
            <a:pPr algn="ctr"/>
            <a:r>
              <a:rPr kumimoji="1" lang="en-US" altLang="zh-CN" dirty="0">
                <a:solidFill>
                  <a:schemeClr val="accent2">
                    <a:lumMod val="75000"/>
                  </a:schemeClr>
                </a:solidFill>
                <a:latin typeface="Arial" panose="020B0604020202020204" pitchFamily="34" charset="0"/>
                <a:cs typeface="Arial" panose="020B0604020202020204" pitchFamily="34" charset="0"/>
              </a:rPr>
              <a:t>partitioning &amp; communication</a:t>
            </a:r>
            <a:endParaRPr kumimoji="1" lang="zh-CN" altLang="en-US" dirty="0">
              <a:solidFill>
                <a:schemeClr val="accent2">
                  <a:lumMod val="75000"/>
                </a:schemeClr>
              </a:solidFill>
              <a:latin typeface="Arial" panose="020B0604020202020204" pitchFamily="34" charset="0"/>
              <a:cs typeface="Arial" panose="020B0604020202020204" pitchFamily="34" charset="0"/>
            </a:endParaRPr>
          </a:p>
        </p:txBody>
      </p:sp>
      <p:sp>
        <p:nvSpPr>
          <p:cNvPr id="30" name="文本框 29">
            <a:extLst>
              <a:ext uri="{FF2B5EF4-FFF2-40B4-BE49-F238E27FC236}">
                <a16:creationId xmlns:a16="http://schemas.microsoft.com/office/drawing/2014/main" id="{4CDFFCE5-9251-A244-A27A-2AD4EA54A41C}"/>
              </a:ext>
            </a:extLst>
          </p:cNvPr>
          <p:cNvSpPr txBox="1"/>
          <p:nvPr/>
        </p:nvSpPr>
        <p:spPr>
          <a:xfrm>
            <a:off x="338371" y="2767280"/>
            <a:ext cx="2791149" cy="1323439"/>
          </a:xfrm>
          <a:prstGeom prst="rect">
            <a:avLst/>
          </a:prstGeom>
          <a:noFill/>
        </p:spPr>
        <p:txBody>
          <a:bodyPr wrap="none" rtlCol="0">
            <a:spAutoFit/>
          </a:bodyPr>
          <a:lstStyle/>
          <a:p>
            <a:pPr algn="ctr"/>
            <a:r>
              <a:rPr kumimoji="1" lang="en-US" altLang="zh-CN" sz="2000" dirty="0">
                <a:solidFill>
                  <a:srgbClr val="C00000"/>
                </a:solidFill>
                <a:latin typeface="Arial" panose="020B0604020202020204" pitchFamily="34" charset="0"/>
                <a:cs typeface="Arial" panose="020B0604020202020204" pitchFamily="34" charset="0"/>
              </a:rPr>
              <a:t>Adapting</a:t>
            </a:r>
          </a:p>
          <a:p>
            <a:pPr algn="ctr"/>
            <a:r>
              <a:rPr kumimoji="1" lang="en-US" altLang="zh-CN" sz="2000" dirty="0">
                <a:solidFill>
                  <a:schemeClr val="accent6">
                    <a:lumMod val="75000"/>
                  </a:schemeClr>
                </a:solidFill>
                <a:latin typeface="Arial" panose="020B0604020202020204" pitchFamily="34" charset="0"/>
                <a:cs typeface="Arial" panose="020B0604020202020204" pitchFamily="34" charset="0"/>
              </a:rPr>
              <a:t>analysis algorithms</a:t>
            </a:r>
          </a:p>
          <a:p>
            <a:pPr algn="ctr"/>
            <a:r>
              <a:rPr kumimoji="1" lang="en-US" altLang="zh-CN" sz="2000" dirty="0">
                <a:solidFill>
                  <a:srgbClr val="C00000"/>
                </a:solidFill>
                <a:latin typeface="Arial" panose="020B0604020202020204" pitchFamily="34" charset="0"/>
                <a:cs typeface="Arial" panose="020B0604020202020204" pitchFamily="34" charset="0"/>
              </a:rPr>
              <a:t>to</a:t>
            </a:r>
          </a:p>
          <a:p>
            <a:pPr algn="ctr"/>
            <a:r>
              <a:rPr kumimoji="1" lang="en-US" altLang="zh-CN" sz="2000" dirty="0">
                <a:solidFill>
                  <a:schemeClr val="accent5">
                    <a:lumMod val="75000"/>
                  </a:schemeClr>
                </a:solidFill>
                <a:latin typeface="Arial" panose="020B0604020202020204" pitchFamily="34" charset="0"/>
                <a:cs typeface="Arial" panose="020B0604020202020204" pitchFamily="34" charset="0"/>
              </a:rPr>
              <a:t>hardware architectures</a:t>
            </a:r>
            <a:endParaRPr kumimoji="1" lang="zh-CN" altLang="en-US" sz="2000" dirty="0">
              <a:solidFill>
                <a:schemeClr val="accent5">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4816579"/>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2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2" grpId="0"/>
      <p:bldP spid="13" grpId="0"/>
      <p:bldP spid="9" grpId="0"/>
      <p:bldP spid="17" grpId="0" animBg="1"/>
      <p:bldP spid="25" grpId="0" animBg="1"/>
      <p:bldP spid="26" grpId="0" animBg="1"/>
      <p:bldP spid="22" grpId="0" animBg="1"/>
      <p:bldP spid="28" grpId="0"/>
      <p:bldP spid="29" grpId="0"/>
      <p:bldP spid="24" grpId="0"/>
      <p:bldP spid="35" grpId="0"/>
      <p:bldP spid="36" grpId="0"/>
      <p:bldP spid="37" grpId="0"/>
      <p:bldP spid="38" grpId="0"/>
      <p:bldP spid="39" grpId="0"/>
      <p:bldP spid="40" grpId="0"/>
      <p:bldP spid="43" grpId="0"/>
      <p:bldP spid="44" grpId="0"/>
      <p:bldP spid="45" grpId="0" animBg="1"/>
      <p:bldP spid="46" grpId="0" animBg="1"/>
      <p:bldP spid="47" grpId="0" animBg="1"/>
      <p:bldP spid="3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D82B9724-078F-0C41-B06D-F3B5E09D3EC3}"/>
              </a:ext>
            </a:extLst>
          </p:cNvPr>
          <p:cNvSpPr/>
          <p:nvPr/>
        </p:nvSpPr>
        <p:spPr>
          <a:xfrm>
            <a:off x="2320204" y="3247289"/>
            <a:ext cx="7526962" cy="1755132"/>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a:extLst>
              <a:ext uri="{FF2B5EF4-FFF2-40B4-BE49-F238E27FC236}">
                <a16:creationId xmlns:a16="http://schemas.microsoft.com/office/drawing/2014/main" id="{498075D7-1B71-2741-A931-C29A32FF9DD2}"/>
              </a:ext>
            </a:extLst>
          </p:cNvPr>
          <p:cNvSpPr>
            <a:spLocks noGrp="1"/>
          </p:cNvSpPr>
          <p:nvPr>
            <p:ph type="title"/>
          </p:nvPr>
        </p:nvSpPr>
        <p:spPr/>
        <p:txBody>
          <a:bodyPr/>
          <a:lstStyle/>
          <a:p>
            <a:r>
              <a:rPr kumimoji="1" lang="en-US" altLang="zh-CN" dirty="0"/>
              <a:t>Research Question</a:t>
            </a:r>
            <a:endParaRPr kumimoji="1" lang="zh-CN" altLang="en-US" dirty="0"/>
          </a:p>
        </p:txBody>
      </p:sp>
      <p:sp>
        <p:nvSpPr>
          <p:cNvPr id="4" name="灯片编号占位符 3">
            <a:extLst>
              <a:ext uri="{FF2B5EF4-FFF2-40B4-BE49-F238E27FC236}">
                <a16:creationId xmlns:a16="http://schemas.microsoft.com/office/drawing/2014/main" id="{C3EEC3B0-3795-9C44-99B9-A81C6AAE5F81}"/>
              </a:ext>
            </a:extLst>
          </p:cNvPr>
          <p:cNvSpPr>
            <a:spLocks noGrp="1"/>
          </p:cNvSpPr>
          <p:nvPr>
            <p:ph type="sldNum" sz="quarter" idx="12"/>
          </p:nvPr>
        </p:nvSpPr>
        <p:spPr/>
        <p:txBody>
          <a:bodyPr/>
          <a:lstStyle/>
          <a:p>
            <a:fld id="{978860AA-0FA6-EE41-AD3E-89DCDAAFC63F}" type="slidenum">
              <a:rPr kumimoji="1" lang="zh-CN" altLang="en-US" smtClean="0"/>
              <a:t>4</a:t>
            </a:fld>
            <a:endParaRPr kumimoji="1" lang="zh-CN" altLang="en-US"/>
          </a:p>
        </p:txBody>
      </p:sp>
      <p:sp>
        <p:nvSpPr>
          <p:cNvPr id="5" name="下箭头 4">
            <a:extLst>
              <a:ext uri="{FF2B5EF4-FFF2-40B4-BE49-F238E27FC236}">
                <a16:creationId xmlns:a16="http://schemas.microsoft.com/office/drawing/2014/main" id="{34C25141-32F0-2E4D-8EF9-72835F76C982}"/>
              </a:ext>
            </a:extLst>
          </p:cNvPr>
          <p:cNvSpPr/>
          <p:nvPr/>
        </p:nvSpPr>
        <p:spPr>
          <a:xfrm rot="16200000">
            <a:off x="5750767" y="418746"/>
            <a:ext cx="698500" cy="4005657"/>
          </a:xfrm>
          <a:prstGeom prst="downArrow">
            <a:avLst/>
          </a:prstGeom>
          <a:gradFill>
            <a:gsLst>
              <a:gs pos="0">
                <a:schemeClr val="accent6">
                  <a:lumMod val="60000"/>
                  <a:lumOff val="40000"/>
                </a:schemeClr>
              </a:gs>
              <a:gs pos="62000">
                <a:schemeClr val="accent5">
                  <a:lumMod val="20000"/>
                  <a:lumOff val="80000"/>
                </a:schemeClr>
              </a:gs>
              <a:gs pos="38000">
                <a:schemeClr val="accent6">
                  <a:lumMod val="20000"/>
                  <a:lumOff val="80000"/>
                </a:schemeClr>
              </a:gs>
              <a:gs pos="99000">
                <a:schemeClr val="accent1">
                  <a:lumMod val="60000"/>
                  <a:lumOff val="40000"/>
                </a:schemeClr>
              </a:gs>
            </a:gsLst>
            <a:lin ang="5400000" scaled="1"/>
          </a:gradFill>
          <a:ln>
            <a:noFill/>
          </a:ln>
          <a:effectLst/>
        </p:spPr>
        <p:style>
          <a:lnRef idx="3">
            <a:schemeClr val="lt1"/>
          </a:lnRef>
          <a:fillRef idx="1">
            <a:schemeClr val="accent2"/>
          </a:fillRef>
          <a:effectRef idx="1">
            <a:schemeClr val="accent2"/>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87A392D6-1491-F446-A1FB-C0B908BE341A}"/>
              </a:ext>
            </a:extLst>
          </p:cNvPr>
          <p:cNvSpPr txBox="1"/>
          <p:nvPr/>
        </p:nvSpPr>
        <p:spPr>
          <a:xfrm>
            <a:off x="2341980" y="2190741"/>
            <a:ext cx="1498628" cy="461665"/>
          </a:xfrm>
          <a:prstGeom prst="rect">
            <a:avLst/>
          </a:prstGeom>
          <a:noFill/>
        </p:spPr>
        <p:txBody>
          <a:bodyPr wrap="square">
            <a:spAutoFit/>
          </a:bodyPr>
          <a:lstStyle/>
          <a:p>
            <a:pPr algn="ctr"/>
            <a:r>
              <a:rPr kumimoji="0" lang="en-US" altLang="zh-CN" sz="2400" b="0" i="0" u="none" strike="noStrike" kern="1200" cap="none" spc="0" normalizeH="0" baseline="0" noProof="0" dirty="0">
                <a:ln>
                  <a:noFill/>
                </a:ln>
                <a:solidFill>
                  <a:srgbClr val="70AD47">
                    <a:lumMod val="75000"/>
                  </a:srgbClr>
                </a:solidFill>
                <a:effectLst/>
                <a:uLnTx/>
                <a:uFillTx/>
                <a:latin typeface="Candara" panose="020E0502030303020204"/>
                <a:ea typeface="华文楷体" panose="02010600040101010101" pitchFamily="2" charset="-122"/>
                <a:cs typeface="+mj-cs"/>
              </a:rPr>
              <a:t>Software</a:t>
            </a:r>
            <a:endParaRPr lang="zh-CN" altLang="en-US" sz="1050" dirty="0"/>
          </a:p>
        </p:txBody>
      </p:sp>
      <p:sp>
        <p:nvSpPr>
          <p:cNvPr id="7" name="文本框 6">
            <a:extLst>
              <a:ext uri="{FF2B5EF4-FFF2-40B4-BE49-F238E27FC236}">
                <a16:creationId xmlns:a16="http://schemas.microsoft.com/office/drawing/2014/main" id="{181B6BFF-1759-684F-BC5C-A8B76275638D}"/>
              </a:ext>
            </a:extLst>
          </p:cNvPr>
          <p:cNvSpPr txBox="1"/>
          <p:nvPr/>
        </p:nvSpPr>
        <p:spPr>
          <a:xfrm>
            <a:off x="8359426" y="2190740"/>
            <a:ext cx="1498628" cy="461665"/>
          </a:xfrm>
          <a:prstGeom prst="rect">
            <a:avLst/>
          </a:prstGeom>
          <a:noFill/>
        </p:spPr>
        <p:txBody>
          <a:bodyPr wrap="square">
            <a:spAutoFit/>
          </a:bodyPr>
          <a:lstStyle/>
          <a:p>
            <a:pPr algn="ctr"/>
            <a:r>
              <a:rPr kumimoji="0" lang="en-US" altLang="zh-CN" sz="2400" b="0" i="0" u="none" strike="noStrike" kern="1200" cap="none" spc="0" normalizeH="0" baseline="0" noProof="0" dirty="0">
                <a:ln>
                  <a:noFill/>
                </a:ln>
                <a:solidFill>
                  <a:schemeClr val="accent1">
                    <a:lumMod val="75000"/>
                  </a:schemeClr>
                </a:solidFill>
                <a:effectLst/>
                <a:uLnTx/>
                <a:uFillTx/>
                <a:latin typeface="Candara" panose="020E0502030303020204"/>
                <a:ea typeface="华文楷体" panose="02010600040101010101" pitchFamily="2" charset="-122"/>
                <a:cs typeface="+mj-cs"/>
              </a:rPr>
              <a:t>Hardware</a:t>
            </a:r>
            <a:endParaRPr lang="zh-CN" altLang="en-US" sz="1050" dirty="0">
              <a:solidFill>
                <a:schemeClr val="accent1">
                  <a:lumMod val="75000"/>
                </a:schemeClr>
              </a:solidFill>
            </a:endParaRPr>
          </a:p>
        </p:txBody>
      </p:sp>
      <p:sp>
        <p:nvSpPr>
          <p:cNvPr id="8" name="标题 1">
            <a:extLst>
              <a:ext uri="{FF2B5EF4-FFF2-40B4-BE49-F238E27FC236}">
                <a16:creationId xmlns:a16="http://schemas.microsoft.com/office/drawing/2014/main" id="{76C750C3-C4F6-2D4D-AB05-820A198A90DF}"/>
              </a:ext>
            </a:extLst>
          </p:cNvPr>
          <p:cNvSpPr txBox="1">
            <a:spLocks/>
          </p:cNvSpPr>
          <p:nvPr/>
        </p:nvSpPr>
        <p:spPr>
          <a:xfrm>
            <a:off x="4356435" y="1498650"/>
            <a:ext cx="3479131" cy="461666"/>
          </a:xfrm>
          <a:prstGeom prst="rect">
            <a:avLst/>
          </a:prstGeom>
        </p:spPr>
        <p:txBody>
          <a:bodyPr vert="horz" lIns="9000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bg2">
                    <a:lumMod val="10000"/>
                  </a:schemeClr>
                </a:solidFill>
                <a:latin typeface="+mj-lt"/>
                <a:ea typeface="+mj-ea"/>
                <a:cs typeface="+mj-cs"/>
              </a:defRPr>
            </a:lvl1pPr>
          </a:lstStyle>
          <a:p>
            <a:pPr algn="ctr"/>
            <a:r>
              <a:rPr kumimoji="1" lang="en-US" altLang="zh-CN" sz="2800" dirty="0">
                <a:solidFill>
                  <a:schemeClr val="accent6">
                    <a:lumMod val="75000"/>
                  </a:schemeClr>
                </a:solidFill>
              </a:rPr>
              <a:t>Analysis</a:t>
            </a:r>
            <a:r>
              <a:rPr kumimoji="1" lang="en-US" altLang="zh-CN" sz="2800" dirty="0">
                <a:solidFill>
                  <a:schemeClr val="bg1"/>
                </a:solidFill>
              </a:rPr>
              <a:t>-</a:t>
            </a:r>
            <a:r>
              <a:rPr kumimoji="1" lang="en-US" altLang="zh-CN" sz="2800" dirty="0">
                <a:solidFill>
                  <a:schemeClr val="accent1">
                    <a:lumMod val="75000"/>
                  </a:schemeClr>
                </a:solidFill>
              </a:rPr>
              <a:t>Acceleration</a:t>
            </a:r>
            <a:endParaRPr kumimoji="1" lang="zh-CN" altLang="en-US" sz="2800" dirty="0">
              <a:solidFill>
                <a:schemeClr val="accent1">
                  <a:lumMod val="75000"/>
                </a:schemeClr>
              </a:solidFill>
            </a:endParaRPr>
          </a:p>
        </p:txBody>
      </p:sp>
      <p:sp>
        <p:nvSpPr>
          <p:cNvPr id="9" name="下箭头 8">
            <a:extLst>
              <a:ext uri="{FF2B5EF4-FFF2-40B4-BE49-F238E27FC236}">
                <a16:creationId xmlns:a16="http://schemas.microsoft.com/office/drawing/2014/main" id="{868F0078-D8D7-8B47-8DA0-1E444FB25085}"/>
              </a:ext>
            </a:extLst>
          </p:cNvPr>
          <p:cNvSpPr/>
          <p:nvPr/>
        </p:nvSpPr>
        <p:spPr>
          <a:xfrm rot="16200000">
            <a:off x="5751614" y="1814672"/>
            <a:ext cx="698500" cy="4005657"/>
          </a:xfrm>
          <a:prstGeom prst="downArrow">
            <a:avLst/>
          </a:prstGeom>
          <a:gradFill>
            <a:gsLst>
              <a:gs pos="0">
                <a:schemeClr val="accent1">
                  <a:lumMod val="60000"/>
                  <a:lumOff val="40000"/>
                </a:schemeClr>
              </a:gs>
              <a:gs pos="62000">
                <a:schemeClr val="accent6">
                  <a:lumMod val="20000"/>
                  <a:lumOff val="80000"/>
                </a:schemeClr>
              </a:gs>
              <a:gs pos="38000">
                <a:schemeClr val="accent5">
                  <a:lumMod val="20000"/>
                  <a:lumOff val="80000"/>
                </a:schemeClr>
              </a:gs>
              <a:gs pos="99000">
                <a:schemeClr val="accent6">
                  <a:lumMod val="60000"/>
                  <a:lumOff val="40000"/>
                </a:schemeClr>
              </a:gs>
            </a:gsLst>
            <a:lin ang="5400000" scaled="1"/>
          </a:gradFill>
          <a:ln>
            <a:noFill/>
          </a:ln>
          <a:effectLst/>
        </p:spPr>
        <p:style>
          <a:lnRef idx="3">
            <a:schemeClr val="lt1"/>
          </a:lnRef>
          <a:fillRef idx="1">
            <a:schemeClr val="accent2"/>
          </a:fillRef>
          <a:effectRef idx="1">
            <a:schemeClr val="accent2"/>
          </a:effectRef>
          <a:fontRef idx="minor">
            <a:schemeClr val="lt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81691D06-FC8B-B345-AA6D-31EEF22EAA6A}"/>
              </a:ext>
            </a:extLst>
          </p:cNvPr>
          <p:cNvSpPr txBox="1"/>
          <p:nvPr/>
        </p:nvSpPr>
        <p:spPr>
          <a:xfrm>
            <a:off x="8362280" y="3586667"/>
            <a:ext cx="1498628" cy="461665"/>
          </a:xfrm>
          <a:prstGeom prst="rect">
            <a:avLst/>
          </a:prstGeom>
          <a:noFill/>
        </p:spPr>
        <p:txBody>
          <a:bodyPr wrap="square">
            <a:spAutoFit/>
          </a:bodyPr>
          <a:lstStyle/>
          <a:p>
            <a:pPr algn="ctr"/>
            <a:r>
              <a:rPr kumimoji="0" lang="en-US" altLang="zh-CN" sz="2400" b="0" i="0" u="none" strike="noStrike" kern="1200" cap="none" spc="0" normalizeH="0" baseline="0" noProof="0" dirty="0">
                <a:ln>
                  <a:noFill/>
                </a:ln>
                <a:solidFill>
                  <a:srgbClr val="70AD47">
                    <a:lumMod val="75000"/>
                  </a:srgbClr>
                </a:solidFill>
                <a:effectLst/>
                <a:uLnTx/>
                <a:uFillTx/>
                <a:latin typeface="Candara" panose="020E0502030303020204"/>
                <a:ea typeface="华文楷体" panose="02010600040101010101" pitchFamily="2" charset="-122"/>
                <a:cs typeface="+mj-cs"/>
              </a:rPr>
              <a:t>Software</a:t>
            </a:r>
            <a:endParaRPr lang="zh-CN" altLang="en-US" sz="1050" dirty="0"/>
          </a:p>
        </p:txBody>
      </p:sp>
      <p:sp>
        <p:nvSpPr>
          <p:cNvPr id="11" name="文本框 10">
            <a:extLst>
              <a:ext uri="{FF2B5EF4-FFF2-40B4-BE49-F238E27FC236}">
                <a16:creationId xmlns:a16="http://schemas.microsoft.com/office/drawing/2014/main" id="{546FF0FD-FBE8-3A4E-BC84-73E2EF80C809}"/>
              </a:ext>
            </a:extLst>
          </p:cNvPr>
          <p:cNvSpPr txBox="1"/>
          <p:nvPr/>
        </p:nvSpPr>
        <p:spPr>
          <a:xfrm>
            <a:off x="2344834" y="3586667"/>
            <a:ext cx="1498628" cy="461665"/>
          </a:xfrm>
          <a:prstGeom prst="rect">
            <a:avLst/>
          </a:prstGeom>
          <a:noFill/>
        </p:spPr>
        <p:txBody>
          <a:bodyPr wrap="square">
            <a:spAutoFit/>
          </a:bodyPr>
          <a:lstStyle/>
          <a:p>
            <a:pPr algn="ctr"/>
            <a:r>
              <a:rPr kumimoji="0" lang="en-US" altLang="zh-CN" sz="2400" b="0" i="0" u="none" strike="noStrike" kern="1200" cap="none" spc="0" normalizeH="0" baseline="0" noProof="0" dirty="0">
                <a:ln>
                  <a:noFill/>
                </a:ln>
                <a:solidFill>
                  <a:schemeClr val="accent1">
                    <a:lumMod val="75000"/>
                  </a:schemeClr>
                </a:solidFill>
                <a:effectLst/>
                <a:uLnTx/>
                <a:uFillTx/>
                <a:latin typeface="Candara" panose="020E0502030303020204"/>
                <a:ea typeface="华文楷体" panose="02010600040101010101" pitchFamily="2" charset="-122"/>
                <a:cs typeface="+mj-cs"/>
              </a:rPr>
              <a:t>Hardware</a:t>
            </a:r>
            <a:endParaRPr lang="zh-CN" altLang="en-US" sz="1050" dirty="0">
              <a:solidFill>
                <a:schemeClr val="accent1">
                  <a:lumMod val="75000"/>
                </a:schemeClr>
              </a:solidFill>
            </a:endParaRPr>
          </a:p>
        </p:txBody>
      </p:sp>
      <p:sp>
        <p:nvSpPr>
          <p:cNvPr id="12" name="文本框 11">
            <a:extLst>
              <a:ext uri="{FF2B5EF4-FFF2-40B4-BE49-F238E27FC236}">
                <a16:creationId xmlns:a16="http://schemas.microsoft.com/office/drawing/2014/main" id="{1D6D081A-0640-F344-B6ED-DC5184FCAE39}"/>
              </a:ext>
            </a:extLst>
          </p:cNvPr>
          <p:cNvSpPr txBox="1"/>
          <p:nvPr/>
        </p:nvSpPr>
        <p:spPr>
          <a:xfrm>
            <a:off x="5399341" y="2679635"/>
            <a:ext cx="1401346" cy="461665"/>
          </a:xfrm>
          <a:prstGeom prst="rect">
            <a:avLst/>
          </a:prstGeom>
          <a:noFill/>
        </p:spPr>
        <p:txBody>
          <a:bodyPr wrap="none" rtlCol="0">
            <a:spAutoFit/>
          </a:bodyPr>
          <a:lstStyle/>
          <a:p>
            <a:r>
              <a:rPr kumimoji="1" lang="en-US" altLang="zh-CN" sz="2400" dirty="0">
                <a:solidFill>
                  <a:schemeClr val="accent2">
                    <a:lumMod val="75000"/>
                  </a:schemeClr>
                </a:solidFill>
                <a:latin typeface="Arial" panose="020B0604020202020204" pitchFamily="34" charset="0"/>
                <a:cs typeface="Arial" panose="020B0604020202020204" pitchFamily="34" charset="0"/>
              </a:rPr>
              <a:t>Adapting</a:t>
            </a:r>
            <a:endParaRPr kumimoji="1" lang="zh-CN" altLang="en-US" sz="2400" dirty="0">
              <a:solidFill>
                <a:schemeClr val="accent2">
                  <a:lumMod val="75000"/>
                </a:schemeClr>
              </a:solidFill>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AF515E8B-C510-7343-91DA-97A3927E3A37}"/>
              </a:ext>
            </a:extLst>
          </p:cNvPr>
          <p:cNvSpPr txBox="1"/>
          <p:nvPr/>
        </p:nvSpPr>
        <p:spPr>
          <a:xfrm>
            <a:off x="3047784" y="4272740"/>
            <a:ext cx="6106159" cy="584775"/>
          </a:xfrm>
          <a:prstGeom prst="rect">
            <a:avLst/>
          </a:prstGeom>
          <a:noFill/>
        </p:spPr>
        <p:txBody>
          <a:bodyPr wrap="none" rtlCol="0">
            <a:spAutoFit/>
          </a:bodyPr>
          <a:lstStyle/>
          <a:p>
            <a:r>
              <a:rPr kumimoji="1" lang="en-US" altLang="zh-CN" sz="3200" b="1" dirty="0">
                <a:solidFill>
                  <a:srgbClr val="C00000"/>
                </a:solidFill>
                <a:cs typeface="Arial" panose="020B0604020202020204" pitchFamily="34" charset="0"/>
              </a:rPr>
              <a:t>What about the other way round?</a:t>
            </a:r>
            <a:endParaRPr kumimoji="1" lang="zh-CN" altLang="en-US" sz="3200" b="1" dirty="0">
              <a:solidFill>
                <a:srgbClr val="C00000"/>
              </a:solidFill>
              <a:cs typeface="Arial" panose="020B0604020202020204" pitchFamily="34" charset="0"/>
            </a:endParaRPr>
          </a:p>
        </p:txBody>
      </p:sp>
      <p:sp>
        <p:nvSpPr>
          <p:cNvPr id="14" name="文本框 13">
            <a:extLst>
              <a:ext uri="{FF2B5EF4-FFF2-40B4-BE49-F238E27FC236}">
                <a16:creationId xmlns:a16="http://schemas.microsoft.com/office/drawing/2014/main" id="{C130F254-0E02-A644-9DB1-0AE35C523490}"/>
              </a:ext>
            </a:extLst>
          </p:cNvPr>
          <p:cNvSpPr txBox="1"/>
          <p:nvPr/>
        </p:nvSpPr>
        <p:spPr>
          <a:xfrm>
            <a:off x="646154" y="5372357"/>
            <a:ext cx="10895679" cy="614057"/>
          </a:xfrm>
          <a:prstGeom prst="rect">
            <a:avLst/>
          </a:prstGeom>
          <a:ln w="28575"/>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0000" rtlCol="0" anchor="ctr">
            <a:noAutofit/>
          </a:bodyPr>
          <a:lstStyle/>
          <a:p>
            <a:pPr algn="ctr"/>
            <a:r>
              <a:rPr kumimoji="1" lang="en-US" altLang="zh-CN" sz="2400" dirty="0">
                <a:latin typeface="Arial" panose="020B0604020202020204" pitchFamily="34" charset="0"/>
                <a:cs typeface="Arial" panose="020B0604020202020204" pitchFamily="34" charset="0"/>
              </a:rPr>
              <a:t>Designing</a:t>
            </a:r>
            <a:r>
              <a:rPr kumimoji="1" lang="en-US" altLang="zh-CN" sz="2400" dirty="0">
                <a:solidFill>
                  <a:schemeClr val="accent1">
                    <a:lumMod val="75000"/>
                  </a:schemeClr>
                </a:solidFill>
                <a:latin typeface="Arial" panose="020B0604020202020204" pitchFamily="34" charset="0"/>
                <a:cs typeface="Arial" panose="020B0604020202020204" pitchFamily="34" charset="0"/>
              </a:rPr>
              <a:t> </a:t>
            </a:r>
            <a:r>
              <a:rPr kumimoji="1" lang="en-US" altLang="zh-CN" sz="2400" b="1" dirty="0">
                <a:solidFill>
                  <a:schemeClr val="accent1">
                    <a:lumMod val="75000"/>
                  </a:schemeClr>
                </a:solidFill>
                <a:latin typeface="Arial" panose="020B0604020202020204" pitchFamily="34" charset="0"/>
                <a:cs typeface="Arial" panose="020B0604020202020204" pitchFamily="34" charset="0"/>
              </a:rPr>
              <a:t>specialized hardware </a:t>
            </a:r>
            <a:r>
              <a:rPr kumimoji="1" lang="en-US" altLang="zh-CN" sz="2400" dirty="0">
                <a:latin typeface="Arial" panose="020B0604020202020204" pitchFamily="34" charset="0"/>
                <a:cs typeface="Arial" panose="020B0604020202020204" pitchFamily="34" charset="0"/>
              </a:rPr>
              <a:t>for</a:t>
            </a:r>
            <a:r>
              <a:rPr kumimoji="1" lang="en-US" altLang="zh-CN" sz="2400" dirty="0">
                <a:solidFill>
                  <a:schemeClr val="accent1">
                    <a:lumMod val="75000"/>
                  </a:schemeClr>
                </a:solidFill>
                <a:latin typeface="Arial" panose="020B0604020202020204" pitchFamily="34" charset="0"/>
                <a:cs typeface="Arial" panose="020B0604020202020204" pitchFamily="34" charset="0"/>
              </a:rPr>
              <a:t> </a:t>
            </a:r>
            <a:r>
              <a:rPr kumimoji="1" lang="en-US" altLang="zh-CN" sz="2400" b="1" dirty="0">
                <a:solidFill>
                  <a:schemeClr val="accent6">
                    <a:lumMod val="75000"/>
                  </a:schemeClr>
                </a:solidFill>
                <a:latin typeface="Arial" panose="020B0604020202020204" pitchFamily="34" charset="0"/>
                <a:cs typeface="Arial" panose="020B0604020202020204" pitchFamily="34" charset="0"/>
              </a:rPr>
              <a:t>dataflow analysis </a:t>
            </a:r>
            <a:r>
              <a:rPr kumimoji="1" lang="en-US" altLang="zh-CN" sz="2400" dirty="0">
                <a:latin typeface="Arial" panose="020B0604020202020204" pitchFamily="34" charset="0"/>
                <a:cs typeface="Arial" panose="020B0604020202020204" pitchFamily="34" charset="0"/>
              </a:rPr>
              <a:t>remains </a:t>
            </a:r>
            <a:r>
              <a:rPr kumimoji="1" lang="en-US" altLang="zh-CN" sz="2400" b="1" dirty="0">
                <a:solidFill>
                  <a:srgbClr val="C00000"/>
                </a:solidFill>
                <a:latin typeface="Arial" panose="020B0604020202020204" pitchFamily="34" charset="0"/>
                <a:cs typeface="Arial" panose="020B0604020202020204" pitchFamily="34" charset="0"/>
              </a:rPr>
              <a:t>unexplored</a:t>
            </a:r>
            <a:r>
              <a:rPr kumimoji="1" lang="en-US" altLang="zh-CN" sz="2400" dirty="0">
                <a:latin typeface="Arial" panose="020B0604020202020204" pitchFamily="34" charset="0"/>
                <a:cs typeface="Arial" panose="020B0604020202020204" pitchFamily="34" charset="0"/>
              </a:rPr>
              <a:t>. </a:t>
            </a:r>
            <a:endParaRPr kumimoji="1"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2442509"/>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9" grpId="0" animBg="1"/>
      <p:bldP spid="10" grpId="0"/>
      <p:bldP spid="11" grpId="0"/>
      <p:bldP spid="13" grpId="0"/>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CCB3A7-1450-364C-87CB-2A3EAF2A5123}"/>
              </a:ext>
            </a:extLst>
          </p:cNvPr>
          <p:cNvSpPr>
            <a:spLocks noGrp="1"/>
          </p:cNvSpPr>
          <p:nvPr>
            <p:ph type="title"/>
          </p:nvPr>
        </p:nvSpPr>
        <p:spPr/>
        <p:txBody>
          <a:bodyPr/>
          <a:lstStyle/>
          <a:p>
            <a:r>
              <a:rPr kumimoji="1" lang="en-US" altLang="zh-CN" dirty="0"/>
              <a:t>Research Question: An </a:t>
            </a:r>
            <a:r>
              <a:rPr kumimoji="1" lang="en-US" altLang="zh-CN" u="sng" dirty="0">
                <a:solidFill>
                  <a:srgbClr val="C00000"/>
                </a:solidFill>
              </a:rPr>
              <a:t>Explorative</a:t>
            </a:r>
            <a:r>
              <a:rPr kumimoji="1" lang="en-US" altLang="zh-CN" dirty="0"/>
              <a:t> Step</a:t>
            </a:r>
            <a:endParaRPr kumimoji="1" lang="zh-CN" altLang="en-US" dirty="0"/>
          </a:p>
        </p:txBody>
      </p:sp>
      <p:sp>
        <p:nvSpPr>
          <p:cNvPr id="4" name="灯片编号占位符 3">
            <a:extLst>
              <a:ext uri="{FF2B5EF4-FFF2-40B4-BE49-F238E27FC236}">
                <a16:creationId xmlns:a16="http://schemas.microsoft.com/office/drawing/2014/main" id="{83D50964-2B83-0146-9E32-8F23DA70EB05}"/>
              </a:ext>
            </a:extLst>
          </p:cNvPr>
          <p:cNvSpPr>
            <a:spLocks noGrp="1"/>
          </p:cNvSpPr>
          <p:nvPr>
            <p:ph type="sldNum" sz="quarter" idx="12"/>
          </p:nvPr>
        </p:nvSpPr>
        <p:spPr/>
        <p:txBody>
          <a:bodyPr/>
          <a:lstStyle/>
          <a:p>
            <a:fld id="{978860AA-0FA6-EE41-AD3E-89DCDAAFC63F}" type="slidenum">
              <a:rPr kumimoji="1" lang="zh-CN" altLang="en-US" smtClean="0"/>
              <a:t>5</a:t>
            </a:fld>
            <a:endParaRPr kumimoji="1" lang="zh-CN" altLang="en-US" dirty="0"/>
          </a:p>
        </p:txBody>
      </p:sp>
      <p:sp>
        <p:nvSpPr>
          <p:cNvPr id="5" name="文本框 4">
            <a:extLst>
              <a:ext uri="{FF2B5EF4-FFF2-40B4-BE49-F238E27FC236}">
                <a16:creationId xmlns:a16="http://schemas.microsoft.com/office/drawing/2014/main" id="{4BB16256-AB79-EE4D-959D-4BC78B822B7C}"/>
              </a:ext>
            </a:extLst>
          </p:cNvPr>
          <p:cNvSpPr txBox="1"/>
          <p:nvPr/>
        </p:nvSpPr>
        <p:spPr>
          <a:xfrm>
            <a:off x="646154" y="1575057"/>
            <a:ext cx="10895679" cy="614057"/>
          </a:xfrm>
          <a:prstGeom prst="rect">
            <a:avLst/>
          </a:prstGeom>
          <a:ln w="28575"/>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0000" rtlCol="0" anchor="ctr">
            <a:noAutofit/>
          </a:bodyPr>
          <a:lstStyle/>
          <a:p>
            <a:pPr algn="ctr"/>
            <a:r>
              <a:rPr kumimoji="1" lang="en-US" altLang="zh-CN" sz="2400" dirty="0">
                <a:latin typeface="Arial" panose="020B0604020202020204" pitchFamily="34" charset="0"/>
                <a:cs typeface="Arial" panose="020B0604020202020204" pitchFamily="34" charset="0"/>
              </a:rPr>
              <a:t>Designing</a:t>
            </a:r>
            <a:r>
              <a:rPr kumimoji="1" lang="en-US" altLang="zh-CN" sz="2400" dirty="0">
                <a:solidFill>
                  <a:schemeClr val="accent1">
                    <a:lumMod val="75000"/>
                  </a:schemeClr>
                </a:solidFill>
                <a:latin typeface="Arial" panose="020B0604020202020204" pitchFamily="34" charset="0"/>
                <a:cs typeface="Arial" panose="020B0604020202020204" pitchFamily="34" charset="0"/>
              </a:rPr>
              <a:t> </a:t>
            </a:r>
            <a:r>
              <a:rPr kumimoji="1" lang="en-US" altLang="zh-CN" sz="2400" b="1" dirty="0">
                <a:solidFill>
                  <a:schemeClr val="accent1">
                    <a:lumMod val="75000"/>
                  </a:schemeClr>
                </a:solidFill>
                <a:latin typeface="Arial" panose="020B0604020202020204" pitchFamily="34" charset="0"/>
                <a:cs typeface="Arial" panose="020B0604020202020204" pitchFamily="34" charset="0"/>
              </a:rPr>
              <a:t>specialized hardware </a:t>
            </a:r>
            <a:r>
              <a:rPr kumimoji="1" lang="en-US" altLang="zh-CN" sz="2400" dirty="0">
                <a:latin typeface="Arial" panose="020B0604020202020204" pitchFamily="34" charset="0"/>
                <a:cs typeface="Arial" panose="020B0604020202020204" pitchFamily="34" charset="0"/>
              </a:rPr>
              <a:t>for</a:t>
            </a:r>
            <a:r>
              <a:rPr kumimoji="1" lang="en-US" altLang="zh-CN" sz="2400" dirty="0">
                <a:solidFill>
                  <a:schemeClr val="accent1">
                    <a:lumMod val="75000"/>
                  </a:schemeClr>
                </a:solidFill>
                <a:latin typeface="Arial" panose="020B0604020202020204" pitchFamily="34" charset="0"/>
                <a:cs typeface="Arial" panose="020B0604020202020204" pitchFamily="34" charset="0"/>
              </a:rPr>
              <a:t> </a:t>
            </a:r>
            <a:r>
              <a:rPr kumimoji="1" lang="en-US" altLang="zh-CN" sz="2400" b="1" dirty="0">
                <a:solidFill>
                  <a:schemeClr val="accent6">
                    <a:lumMod val="75000"/>
                  </a:schemeClr>
                </a:solidFill>
                <a:latin typeface="Arial" panose="020B0604020202020204" pitchFamily="34" charset="0"/>
                <a:cs typeface="Arial" panose="020B0604020202020204" pitchFamily="34" charset="0"/>
              </a:rPr>
              <a:t>dataflow analysis </a:t>
            </a:r>
            <a:r>
              <a:rPr kumimoji="1" lang="en-US" altLang="zh-CN" sz="2400" dirty="0">
                <a:latin typeface="Arial" panose="020B0604020202020204" pitchFamily="34" charset="0"/>
                <a:cs typeface="Arial" panose="020B0604020202020204" pitchFamily="34" charset="0"/>
              </a:rPr>
              <a:t>remains </a:t>
            </a:r>
            <a:r>
              <a:rPr kumimoji="1" lang="en-US" altLang="zh-CN" sz="2400" b="1" dirty="0">
                <a:solidFill>
                  <a:srgbClr val="C00000"/>
                </a:solidFill>
                <a:latin typeface="Arial" panose="020B0604020202020204" pitchFamily="34" charset="0"/>
                <a:cs typeface="Arial" panose="020B0604020202020204" pitchFamily="34" charset="0"/>
              </a:rPr>
              <a:t>unexplored</a:t>
            </a:r>
            <a:r>
              <a:rPr kumimoji="1" lang="en-US" altLang="zh-CN" sz="2400" dirty="0">
                <a:latin typeface="Arial" panose="020B0604020202020204" pitchFamily="34" charset="0"/>
                <a:cs typeface="Arial" panose="020B0604020202020204" pitchFamily="34" charset="0"/>
              </a:rPr>
              <a:t>. </a:t>
            </a:r>
            <a:endParaRPr kumimoji="1" lang="zh-CN" altLang="en-US" sz="2400" dirty="0">
              <a:latin typeface="Arial" panose="020B0604020202020204" pitchFamily="34" charset="0"/>
              <a:cs typeface="Arial" panose="020B0604020202020204" pitchFamily="34" charset="0"/>
            </a:endParaRPr>
          </a:p>
        </p:txBody>
      </p:sp>
      <p:sp>
        <p:nvSpPr>
          <p:cNvPr id="7" name="矩形 6">
            <a:extLst>
              <a:ext uri="{FF2B5EF4-FFF2-40B4-BE49-F238E27FC236}">
                <a16:creationId xmlns:a16="http://schemas.microsoft.com/office/drawing/2014/main" id="{1123B91D-1799-6748-A3CD-AA437C07E756}"/>
              </a:ext>
            </a:extLst>
          </p:cNvPr>
          <p:cNvSpPr/>
          <p:nvPr/>
        </p:nvSpPr>
        <p:spPr>
          <a:xfrm>
            <a:off x="766473" y="2446170"/>
            <a:ext cx="5329527" cy="9051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accent1">
                    <a:lumMod val="75000"/>
                  </a:schemeClr>
                </a:solidFill>
              </a:rPr>
              <a:t>An </a:t>
            </a:r>
            <a:r>
              <a:rPr kumimoji="1" lang="en-US" altLang="zh-CN" sz="2400" b="1" u="sng" dirty="0">
                <a:solidFill>
                  <a:schemeClr val="accent1">
                    <a:lumMod val="75000"/>
                  </a:schemeClr>
                </a:solidFill>
              </a:rPr>
              <a:t>FPGA</a:t>
            </a:r>
          </a:p>
          <a:p>
            <a:pPr algn="ctr"/>
            <a:r>
              <a:rPr kumimoji="1" lang="en-US" altLang="zh-CN" sz="2400" dirty="0">
                <a:solidFill>
                  <a:schemeClr val="bg2">
                    <a:lumMod val="10000"/>
                  </a:schemeClr>
                </a:solidFill>
              </a:rPr>
              <a:t>(Field-Programmable Gate Array)</a:t>
            </a:r>
            <a:endParaRPr kumimoji="1" lang="zh-CN" altLang="en-US" sz="2400" dirty="0">
              <a:solidFill>
                <a:schemeClr val="bg2">
                  <a:lumMod val="10000"/>
                </a:schemeClr>
              </a:solidFill>
            </a:endParaRPr>
          </a:p>
        </p:txBody>
      </p:sp>
      <p:sp>
        <p:nvSpPr>
          <p:cNvPr id="8" name="矩形 7">
            <a:extLst>
              <a:ext uri="{FF2B5EF4-FFF2-40B4-BE49-F238E27FC236}">
                <a16:creationId xmlns:a16="http://schemas.microsoft.com/office/drawing/2014/main" id="{0872DB33-906E-4746-8171-0D6879F42107}"/>
              </a:ext>
            </a:extLst>
          </p:cNvPr>
          <p:cNvSpPr/>
          <p:nvPr/>
        </p:nvSpPr>
        <p:spPr>
          <a:xfrm>
            <a:off x="6335940" y="2446170"/>
            <a:ext cx="5085573" cy="9051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u="sng" dirty="0">
                <a:solidFill>
                  <a:schemeClr val="accent6">
                    <a:lumMod val="75000"/>
                  </a:schemeClr>
                </a:solidFill>
              </a:rPr>
              <a:t>Set-based</a:t>
            </a:r>
            <a:r>
              <a:rPr kumimoji="1" lang="en-US" altLang="zh-CN" sz="2400" b="1" dirty="0">
                <a:solidFill>
                  <a:schemeClr val="accent6">
                    <a:lumMod val="75000"/>
                  </a:schemeClr>
                </a:solidFill>
              </a:rPr>
              <a:t> </a:t>
            </a:r>
            <a:r>
              <a:rPr kumimoji="1" lang="en-US" altLang="zh-CN" sz="2400" b="1" u="sng" dirty="0">
                <a:solidFill>
                  <a:schemeClr val="accent6">
                    <a:lumMod val="75000"/>
                  </a:schemeClr>
                </a:solidFill>
              </a:rPr>
              <a:t>Intra-procedural</a:t>
            </a:r>
          </a:p>
          <a:p>
            <a:pPr algn="ctr"/>
            <a:r>
              <a:rPr kumimoji="1" lang="en-US" altLang="zh-CN" sz="2400" b="1" dirty="0">
                <a:solidFill>
                  <a:schemeClr val="accent6">
                    <a:lumMod val="75000"/>
                  </a:schemeClr>
                </a:solidFill>
              </a:rPr>
              <a:t>Dataflow Analysis</a:t>
            </a:r>
          </a:p>
        </p:txBody>
      </p:sp>
      <p:sp>
        <p:nvSpPr>
          <p:cNvPr id="15" name="内容占位符 2">
            <a:extLst>
              <a:ext uri="{FF2B5EF4-FFF2-40B4-BE49-F238E27FC236}">
                <a16:creationId xmlns:a16="http://schemas.microsoft.com/office/drawing/2014/main" id="{0D5792AA-CF56-6841-9D2D-8929EFF4433E}"/>
              </a:ext>
            </a:extLst>
          </p:cNvPr>
          <p:cNvSpPr>
            <a:spLocks noGrp="1"/>
          </p:cNvSpPr>
          <p:nvPr>
            <p:ph idx="1"/>
          </p:nvPr>
        </p:nvSpPr>
        <p:spPr>
          <a:xfrm>
            <a:off x="766473" y="3595481"/>
            <a:ext cx="5329527" cy="2481963"/>
          </a:xfrm>
          <a:solidFill>
            <a:schemeClr val="accent3">
              <a:lumMod val="20000"/>
              <a:lumOff val="80000"/>
              <a:alpha val="70000"/>
            </a:schemeClr>
          </a:solidFill>
        </p:spPr>
        <p:txBody>
          <a:bodyPr>
            <a:noAutofit/>
          </a:bodyPr>
          <a:lstStyle/>
          <a:p>
            <a:pPr>
              <a:lnSpc>
                <a:spcPct val="150000"/>
              </a:lnSpc>
            </a:pPr>
            <a:r>
              <a:rPr kumimoji="1" lang="en-US" altLang="zh-CN" sz="2400" dirty="0">
                <a:cs typeface="Arial" panose="020B0604020202020204" pitchFamily="34" charset="0"/>
              </a:rPr>
              <a:t>Choice 1: </a:t>
            </a:r>
            <a:r>
              <a:rPr kumimoji="1" lang="en-US" altLang="zh-CN" sz="2400" u="sng" dirty="0">
                <a:solidFill>
                  <a:schemeClr val="accent1">
                    <a:lumMod val="75000"/>
                  </a:schemeClr>
                </a:solidFill>
                <a:cs typeface="Arial" panose="020B0604020202020204" pitchFamily="34" charset="0"/>
              </a:rPr>
              <a:t>FPGA</a:t>
            </a:r>
          </a:p>
          <a:p>
            <a:pPr marL="457200" lvl="1" indent="0">
              <a:lnSpc>
                <a:spcPct val="150000"/>
              </a:lnSpc>
              <a:buNone/>
            </a:pPr>
            <a:r>
              <a:rPr kumimoji="1" lang="en-US" altLang="zh-CN" sz="2000" dirty="0">
                <a:latin typeface="Arial" panose="020B0604020202020204" pitchFamily="34" charset="0"/>
                <a:cs typeface="Arial" panose="020B0604020202020204" pitchFamily="34" charset="0"/>
              </a:rPr>
              <a:t>Highly customizable and well-suited for </a:t>
            </a:r>
            <a:r>
              <a:rPr kumimoji="1" lang="en-US" altLang="zh-CN" sz="2000" dirty="0">
                <a:solidFill>
                  <a:srgbClr val="C00000"/>
                </a:solidFill>
                <a:latin typeface="Arial" panose="020B0604020202020204" pitchFamily="34" charset="0"/>
                <a:cs typeface="Arial" panose="020B0604020202020204" pitchFamily="34" charset="0"/>
              </a:rPr>
              <a:t>rapidly prototyping </a:t>
            </a:r>
            <a:r>
              <a:rPr kumimoji="1" lang="en-US" altLang="zh-CN" sz="2000" dirty="0">
                <a:latin typeface="Arial" panose="020B0604020202020204" pitchFamily="34" charset="0"/>
                <a:cs typeface="Arial" panose="020B0604020202020204" pitchFamily="34" charset="0"/>
              </a:rPr>
              <a:t>specialized hardware</a:t>
            </a:r>
          </a:p>
          <a:p>
            <a:pPr marL="457200" lvl="1" indent="0">
              <a:lnSpc>
                <a:spcPct val="150000"/>
              </a:lnSpc>
              <a:buNone/>
            </a:pPr>
            <a:r>
              <a:rPr kumimoji="1" lang="en-US" altLang="zh-CN" sz="2000" dirty="0">
                <a:latin typeface="Arial" panose="020B0604020202020204" pitchFamily="34" charset="0"/>
                <a:cs typeface="Arial" panose="020B0604020202020204" pitchFamily="34" charset="0"/>
              </a:rPr>
              <a:t>Too expensive to tape out an ASIC</a:t>
            </a:r>
            <a:endParaRPr kumimoji="1" lang="zh-CN" altLang="en-US" sz="2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内容占位符 2">
                <a:extLst>
                  <a:ext uri="{FF2B5EF4-FFF2-40B4-BE49-F238E27FC236}">
                    <a16:creationId xmlns:a16="http://schemas.microsoft.com/office/drawing/2014/main" id="{017E7043-2272-F94D-B630-E795C096ACA4}"/>
                  </a:ext>
                </a:extLst>
              </p:cNvPr>
              <p:cNvSpPr txBox="1">
                <a:spLocks/>
              </p:cNvSpPr>
              <p:nvPr/>
            </p:nvSpPr>
            <p:spPr>
              <a:xfrm>
                <a:off x="6335940" y="3595481"/>
                <a:ext cx="5085573" cy="2481963"/>
              </a:xfrm>
              <a:prstGeom prst="rect">
                <a:avLst/>
              </a:prstGeom>
              <a:solidFill>
                <a:schemeClr val="accent3">
                  <a:lumMod val="20000"/>
                  <a:lumOff val="80000"/>
                  <a:alpha val="7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kumimoji="1" lang="en-US" altLang="zh-CN" sz="2400" dirty="0">
                    <a:cs typeface="Arial" panose="020B0604020202020204" pitchFamily="34" charset="0"/>
                  </a:rPr>
                  <a:t>Choice 2: </a:t>
                </a:r>
                <a:r>
                  <a:rPr kumimoji="1" lang="en-US" altLang="zh-CN" sz="2400" u="sng" dirty="0">
                    <a:solidFill>
                      <a:schemeClr val="accent6">
                        <a:lumMod val="75000"/>
                      </a:schemeClr>
                    </a:solidFill>
                    <a:cs typeface="Arial" panose="020B0604020202020204" pitchFamily="34" charset="0"/>
                  </a:rPr>
                  <a:t>Set/Bit-vector </a:t>
                </a:r>
                <a:r>
                  <a:rPr kumimoji="1" lang="en-US" altLang="zh-CN" sz="2400" dirty="0">
                    <a:cs typeface="Arial" panose="020B0604020202020204" pitchFamily="34" charset="0"/>
                  </a:rPr>
                  <a:t>based</a:t>
                </a:r>
              </a:p>
              <a:p>
                <a:pPr marL="457200" lvl="1" indent="0">
                  <a:lnSpc>
                    <a:spcPct val="125000"/>
                  </a:lnSpc>
                  <a:buNone/>
                </a:pPr>
                <a:r>
                  <a:rPr kumimoji="1" lang="en-US" altLang="zh-CN" sz="2000" dirty="0">
                    <a:latin typeface="Arial" panose="020B0604020202020204" pitchFamily="34" charset="0"/>
                    <a:cs typeface="Arial" panose="020B0604020202020204" pitchFamily="34" charset="0"/>
                  </a:rPr>
                  <a:t>Good </a:t>
                </a:r>
                <a:r>
                  <a:rPr kumimoji="1" lang="en-US" altLang="zh-CN" sz="2000" dirty="0">
                    <a:solidFill>
                      <a:srgbClr val="C00000"/>
                    </a:solidFill>
                    <a:latin typeface="Arial" panose="020B0604020202020204" pitchFamily="34" charset="0"/>
                    <a:cs typeface="Arial" panose="020B0604020202020204" pitchFamily="34" charset="0"/>
                  </a:rPr>
                  <a:t>distributivity property </a:t>
                </a:r>
                <a:r>
                  <a:rPr kumimoji="1" lang="en-US" altLang="zh-CN" sz="2000" dirty="0">
                    <a:latin typeface="Arial" panose="020B0604020202020204" pitchFamily="34" charset="0"/>
                    <a:cs typeface="Arial" panose="020B0604020202020204" pitchFamily="34" charset="0"/>
                  </a:rPr>
                  <a:t>to leverage</a:t>
                </a:r>
              </a:p>
              <a:p>
                <a:pPr marL="457200" lvl="1" indent="0" algn="just">
                  <a:lnSpc>
                    <a:spcPct val="125000"/>
                  </a:lnSpc>
                  <a:buNone/>
                </a:pPr>
                <a14:m>
                  <m:oMathPara xmlns:m="http://schemas.openxmlformats.org/officeDocument/2006/math">
                    <m:oMathParaPr>
                      <m:jc m:val="left"/>
                    </m:oMathParaPr>
                    <m:oMath xmlns:m="http://schemas.openxmlformats.org/officeDocument/2006/math">
                      <m:r>
                        <a:rPr kumimoji="1" lang="en-US" altLang="zh-CN" sz="2000" b="0" i="1" smtClean="0">
                          <a:latin typeface="Cambria Math" panose="02040503050406030204" pitchFamily="18" charset="0"/>
                          <a:cs typeface="Arial" panose="020B0604020202020204" pitchFamily="34" charset="0"/>
                        </a:rPr>
                        <m:t>𝐹</m:t>
                      </m:r>
                      <m:d>
                        <m:dPr>
                          <m:ctrlPr>
                            <a:rPr kumimoji="1" lang="en-US" altLang="zh-CN" sz="2000" b="0" i="1" smtClean="0">
                              <a:latin typeface="Cambria Math" panose="02040503050406030204" pitchFamily="18" charset="0"/>
                              <a:cs typeface="Arial" panose="020B0604020202020204" pitchFamily="34" charset="0"/>
                            </a:rPr>
                          </m:ctrlPr>
                        </m:dPr>
                        <m:e>
                          <m:sSub>
                            <m:sSubPr>
                              <m:ctrlPr>
                                <a:rPr kumimoji="1" lang="en-US" altLang="zh-CN" sz="2000" b="0" i="1" smtClean="0">
                                  <a:latin typeface="Cambria Math" panose="02040503050406030204" pitchFamily="18" charset="0"/>
                                  <a:cs typeface="Arial" panose="020B0604020202020204" pitchFamily="34" charset="0"/>
                                </a:rPr>
                              </m:ctrlPr>
                            </m:sSubPr>
                            <m:e>
                              <m:r>
                                <a:rPr kumimoji="1" lang="en-US" altLang="zh-CN" sz="2000" b="0" i="1" smtClean="0">
                                  <a:latin typeface="Cambria Math" panose="02040503050406030204" pitchFamily="18" charset="0"/>
                                  <a:cs typeface="Arial" panose="020B0604020202020204" pitchFamily="34" charset="0"/>
                                </a:rPr>
                                <m:t>𝑥</m:t>
                              </m:r>
                            </m:e>
                            <m:sub>
                              <m:r>
                                <a:rPr kumimoji="1" lang="en-US" altLang="zh-CN" sz="2000" b="0" i="1" smtClean="0">
                                  <a:latin typeface="Cambria Math" panose="02040503050406030204" pitchFamily="18" charset="0"/>
                                  <a:cs typeface="Arial" panose="020B0604020202020204" pitchFamily="34" charset="0"/>
                                </a:rPr>
                                <m:t>1</m:t>
                              </m:r>
                            </m:sub>
                          </m:sSub>
                          <m:r>
                            <a:rPr kumimoji="1" lang="en-US" altLang="zh-CN" sz="2000" b="0" i="1" smtClean="0">
                              <a:latin typeface="Cambria Math" panose="02040503050406030204" pitchFamily="18" charset="0"/>
                              <a:cs typeface="Arial" panose="020B0604020202020204" pitchFamily="34" charset="0"/>
                            </a:rPr>
                            <m:t>,…,</m:t>
                          </m:r>
                          <m:sSub>
                            <m:sSubPr>
                              <m:ctrlPr>
                                <a:rPr kumimoji="1" lang="en-US" altLang="zh-CN" sz="2000" b="0" i="1" smtClean="0">
                                  <a:latin typeface="Cambria Math" panose="02040503050406030204" pitchFamily="18" charset="0"/>
                                  <a:cs typeface="Arial" panose="020B0604020202020204" pitchFamily="34" charset="0"/>
                                </a:rPr>
                              </m:ctrlPr>
                            </m:sSubPr>
                            <m:e>
                              <m:r>
                                <a:rPr kumimoji="1" lang="en-US" altLang="zh-CN" sz="2000" b="0" i="1" smtClean="0">
                                  <a:latin typeface="Cambria Math" panose="02040503050406030204" pitchFamily="18" charset="0"/>
                                  <a:cs typeface="Arial" panose="020B0604020202020204" pitchFamily="34" charset="0"/>
                                </a:rPr>
                                <m:t>𝑥</m:t>
                              </m:r>
                            </m:e>
                            <m:sub>
                              <m:r>
                                <a:rPr kumimoji="1" lang="en-US" altLang="zh-CN" sz="2000" b="0" i="1" smtClean="0">
                                  <a:latin typeface="Cambria Math" panose="02040503050406030204" pitchFamily="18" charset="0"/>
                                  <a:cs typeface="Arial" panose="020B0604020202020204" pitchFamily="34" charset="0"/>
                                </a:rPr>
                                <m:t>𝑛</m:t>
                              </m:r>
                            </m:sub>
                          </m:sSub>
                        </m:e>
                      </m:d>
                      <m:d>
                        <m:dPr>
                          <m:begChr m:val="["/>
                          <m:endChr m:val="]"/>
                          <m:ctrlPr>
                            <a:rPr kumimoji="1" lang="en-US" altLang="zh-CN" sz="2000" b="0" i="1" smtClean="0">
                              <a:latin typeface="Cambria Math" panose="02040503050406030204" pitchFamily="18" charset="0"/>
                              <a:cs typeface="Arial" panose="020B0604020202020204" pitchFamily="34" charset="0"/>
                            </a:rPr>
                          </m:ctrlPr>
                        </m:dPr>
                        <m:e>
                          <m:r>
                            <a:rPr kumimoji="1" lang="en-US" altLang="zh-CN" sz="2000" b="0" i="1" smtClean="0">
                              <a:latin typeface="Cambria Math" panose="02040503050406030204" pitchFamily="18" charset="0"/>
                              <a:cs typeface="Arial" panose="020B0604020202020204" pitchFamily="34" charset="0"/>
                            </a:rPr>
                            <m:t>𝑖</m:t>
                          </m:r>
                        </m:e>
                      </m:d>
                      <m:r>
                        <a:rPr kumimoji="1" lang="en-US" altLang="zh-CN" sz="2000" b="0" i="1" smtClean="0">
                          <a:latin typeface="Cambria Math" panose="02040503050406030204" pitchFamily="18" charset="0"/>
                          <a:cs typeface="Arial" panose="020B0604020202020204" pitchFamily="34" charset="0"/>
                        </a:rPr>
                        <m:t>=</m:t>
                      </m:r>
                      <m:r>
                        <a:rPr kumimoji="1" lang="en-US" altLang="zh-CN" sz="2000" b="0" i="1" smtClean="0">
                          <a:latin typeface="Cambria Math" panose="02040503050406030204" pitchFamily="18" charset="0"/>
                          <a:cs typeface="Arial" panose="020B0604020202020204" pitchFamily="34" charset="0"/>
                        </a:rPr>
                        <m:t>𝐹</m:t>
                      </m:r>
                      <m:d>
                        <m:dPr>
                          <m:ctrlPr>
                            <a:rPr kumimoji="1" lang="en-US" altLang="zh-CN" sz="2000" b="0" i="1" smtClean="0">
                              <a:latin typeface="Cambria Math" panose="02040503050406030204" pitchFamily="18" charset="0"/>
                              <a:cs typeface="Arial" panose="020B0604020202020204" pitchFamily="34" charset="0"/>
                            </a:rPr>
                          </m:ctrlPr>
                        </m:dPr>
                        <m:e>
                          <m:sSub>
                            <m:sSubPr>
                              <m:ctrlPr>
                                <a:rPr kumimoji="1" lang="en-US" altLang="zh-CN" sz="2000" b="0" i="1" smtClean="0">
                                  <a:latin typeface="Cambria Math" panose="02040503050406030204" pitchFamily="18" charset="0"/>
                                  <a:cs typeface="Arial" panose="020B0604020202020204" pitchFamily="34" charset="0"/>
                                </a:rPr>
                              </m:ctrlPr>
                            </m:sSubPr>
                            <m:e>
                              <m:r>
                                <a:rPr kumimoji="1" lang="en-US" altLang="zh-CN" sz="2000" b="0" i="1" smtClean="0">
                                  <a:latin typeface="Cambria Math" panose="02040503050406030204" pitchFamily="18" charset="0"/>
                                  <a:cs typeface="Arial" panose="020B0604020202020204" pitchFamily="34" charset="0"/>
                                </a:rPr>
                                <m:t>𝑥</m:t>
                              </m:r>
                            </m:e>
                            <m:sub>
                              <m:r>
                                <a:rPr kumimoji="1" lang="en-US" altLang="zh-CN" sz="2000" b="0" i="1" smtClean="0">
                                  <a:latin typeface="Cambria Math" panose="02040503050406030204" pitchFamily="18" charset="0"/>
                                  <a:cs typeface="Arial" panose="020B0604020202020204" pitchFamily="34" charset="0"/>
                                </a:rPr>
                                <m:t>1</m:t>
                              </m:r>
                            </m:sub>
                          </m:sSub>
                          <m:d>
                            <m:dPr>
                              <m:begChr m:val="["/>
                              <m:endChr m:val="]"/>
                              <m:ctrlPr>
                                <a:rPr kumimoji="1" lang="en-US" altLang="zh-CN" sz="2000" b="0" i="1" smtClean="0">
                                  <a:latin typeface="Cambria Math" panose="02040503050406030204" pitchFamily="18" charset="0"/>
                                  <a:cs typeface="Arial" panose="020B0604020202020204" pitchFamily="34" charset="0"/>
                                </a:rPr>
                              </m:ctrlPr>
                            </m:dPr>
                            <m:e>
                              <m:r>
                                <a:rPr kumimoji="1" lang="en-US" altLang="zh-CN" sz="2000" b="0" i="1" smtClean="0">
                                  <a:latin typeface="Cambria Math" panose="02040503050406030204" pitchFamily="18" charset="0"/>
                                  <a:cs typeface="Arial" panose="020B0604020202020204" pitchFamily="34" charset="0"/>
                                </a:rPr>
                                <m:t>𝑖</m:t>
                              </m:r>
                            </m:e>
                          </m:d>
                          <m:r>
                            <a:rPr kumimoji="1" lang="en-US" altLang="zh-CN" sz="2000" b="0" i="1" smtClean="0">
                              <a:latin typeface="Cambria Math" panose="02040503050406030204" pitchFamily="18" charset="0"/>
                              <a:cs typeface="Arial" panose="020B0604020202020204" pitchFamily="34" charset="0"/>
                            </a:rPr>
                            <m:t>,…,</m:t>
                          </m:r>
                          <m:sSub>
                            <m:sSubPr>
                              <m:ctrlPr>
                                <a:rPr kumimoji="1" lang="en-US" altLang="zh-CN" sz="2000" b="0" i="1" smtClean="0">
                                  <a:latin typeface="Cambria Math" panose="02040503050406030204" pitchFamily="18" charset="0"/>
                                  <a:cs typeface="Arial" panose="020B0604020202020204" pitchFamily="34" charset="0"/>
                                </a:rPr>
                              </m:ctrlPr>
                            </m:sSubPr>
                            <m:e>
                              <m:r>
                                <a:rPr kumimoji="1" lang="en-US" altLang="zh-CN" sz="2000" b="0" i="1" smtClean="0">
                                  <a:latin typeface="Cambria Math" panose="02040503050406030204" pitchFamily="18" charset="0"/>
                                  <a:cs typeface="Arial" panose="020B0604020202020204" pitchFamily="34" charset="0"/>
                                </a:rPr>
                                <m:t>𝑥</m:t>
                              </m:r>
                            </m:e>
                            <m:sub>
                              <m:r>
                                <a:rPr kumimoji="1" lang="en-US" altLang="zh-CN" sz="2000" b="0" i="1" smtClean="0">
                                  <a:latin typeface="Cambria Math" panose="02040503050406030204" pitchFamily="18" charset="0"/>
                                  <a:cs typeface="Arial" panose="020B0604020202020204" pitchFamily="34" charset="0"/>
                                </a:rPr>
                                <m:t>𝑛</m:t>
                              </m:r>
                            </m:sub>
                          </m:sSub>
                          <m:d>
                            <m:dPr>
                              <m:begChr m:val="["/>
                              <m:endChr m:val="]"/>
                              <m:ctrlPr>
                                <a:rPr kumimoji="1" lang="en-US" altLang="zh-CN" sz="2000" b="0" i="1" smtClean="0">
                                  <a:latin typeface="Cambria Math" panose="02040503050406030204" pitchFamily="18" charset="0"/>
                                  <a:cs typeface="Arial" panose="020B0604020202020204" pitchFamily="34" charset="0"/>
                                </a:rPr>
                              </m:ctrlPr>
                            </m:dPr>
                            <m:e>
                              <m:r>
                                <a:rPr kumimoji="1" lang="en-US" altLang="zh-CN" sz="2000" b="0" i="1" smtClean="0">
                                  <a:latin typeface="Cambria Math" panose="02040503050406030204" pitchFamily="18" charset="0"/>
                                  <a:cs typeface="Arial" panose="020B0604020202020204" pitchFamily="34" charset="0"/>
                                </a:rPr>
                                <m:t>𝑖</m:t>
                              </m:r>
                            </m:e>
                          </m:d>
                        </m:e>
                      </m:d>
                    </m:oMath>
                  </m:oMathPara>
                </a14:m>
                <a:endParaRPr kumimoji="1" lang="en-US" altLang="zh-CN" sz="2000" dirty="0">
                  <a:latin typeface="Arial" panose="020B0604020202020204" pitchFamily="34" charset="0"/>
                  <a:cs typeface="Arial" panose="020B0604020202020204" pitchFamily="34" charset="0"/>
                </a:endParaRPr>
              </a:p>
              <a:p>
                <a:pPr>
                  <a:lnSpc>
                    <a:spcPct val="125000"/>
                  </a:lnSpc>
                </a:pPr>
                <a:r>
                  <a:rPr kumimoji="1" lang="en-US" altLang="zh-CN" sz="2400" dirty="0">
                    <a:cs typeface="Arial" panose="020B0604020202020204" pitchFamily="34" charset="0"/>
                  </a:rPr>
                  <a:t>Choice 3: </a:t>
                </a:r>
                <a:r>
                  <a:rPr kumimoji="1" lang="en-US" altLang="zh-CN" sz="2400" u="sng" dirty="0">
                    <a:solidFill>
                      <a:schemeClr val="accent6">
                        <a:lumMod val="75000"/>
                      </a:schemeClr>
                    </a:solidFill>
                    <a:cs typeface="Arial" panose="020B0604020202020204" pitchFamily="34" charset="0"/>
                  </a:rPr>
                  <a:t>Intra-procedural</a:t>
                </a:r>
              </a:p>
              <a:p>
                <a:pPr marL="457200" lvl="1" indent="0">
                  <a:lnSpc>
                    <a:spcPct val="125000"/>
                  </a:lnSpc>
                  <a:buNone/>
                </a:pPr>
                <a:r>
                  <a:rPr kumimoji="1" lang="en-US" altLang="zh-CN" sz="2000" dirty="0">
                    <a:latin typeface="Arial" panose="020B0604020202020204" pitchFamily="34" charset="0"/>
                    <a:cs typeface="Arial" panose="020B0604020202020204" pitchFamily="34" charset="0"/>
                  </a:rPr>
                  <a:t>Easier to implement &amp; widely used</a:t>
                </a:r>
                <a:endParaRPr kumimoji="1" lang="zh-CN" altLang="en-US" sz="2000" dirty="0">
                  <a:latin typeface="Arial" panose="020B0604020202020204" pitchFamily="34" charset="0"/>
                  <a:cs typeface="Arial" panose="020B0604020202020204" pitchFamily="34" charset="0"/>
                </a:endParaRPr>
              </a:p>
            </p:txBody>
          </p:sp>
        </mc:Choice>
        <mc:Fallback xmlns="">
          <p:sp>
            <p:nvSpPr>
              <p:cNvPr id="16" name="内容占位符 2">
                <a:extLst>
                  <a:ext uri="{FF2B5EF4-FFF2-40B4-BE49-F238E27FC236}">
                    <a16:creationId xmlns:a16="http://schemas.microsoft.com/office/drawing/2014/main" id="{017E7043-2272-F94D-B630-E795C096ACA4}"/>
                  </a:ext>
                </a:extLst>
              </p:cNvPr>
              <p:cNvSpPr txBox="1">
                <a:spLocks noRot="1" noChangeAspect="1" noMove="1" noResize="1" noEditPoints="1" noAdjustHandles="1" noChangeArrowheads="1" noChangeShapeType="1" noTextEdit="1"/>
              </p:cNvSpPr>
              <p:nvPr/>
            </p:nvSpPr>
            <p:spPr>
              <a:xfrm>
                <a:off x="6335940" y="3595481"/>
                <a:ext cx="5085573" cy="2481963"/>
              </a:xfrm>
              <a:prstGeom prst="rect">
                <a:avLst/>
              </a:prstGeom>
              <a:blipFill>
                <a:blip r:embed="rId3"/>
                <a:stretch>
                  <a:fillRect l="-1493" b="-510"/>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E59F7A3B-4B3F-AD43-B1A2-EC3BBF816E7D}"/>
              </a:ext>
            </a:extLst>
          </p:cNvPr>
          <p:cNvSpPr txBox="1"/>
          <p:nvPr/>
        </p:nvSpPr>
        <p:spPr>
          <a:xfrm>
            <a:off x="4566168" y="6125517"/>
            <a:ext cx="3055645" cy="461665"/>
          </a:xfrm>
          <a:prstGeom prst="rect">
            <a:avLst/>
          </a:prstGeom>
          <a:noFill/>
        </p:spPr>
        <p:txBody>
          <a:bodyPr wrap="none" rtlCol="0">
            <a:spAutoFit/>
          </a:bodyPr>
          <a:lstStyle/>
          <a:p>
            <a:r>
              <a:rPr kumimoji="1" lang="en-US" altLang="zh-CN" sz="2400" dirty="0">
                <a:solidFill>
                  <a:srgbClr val="C00000"/>
                </a:solidFill>
              </a:rPr>
              <a:t>Starting-point</a:t>
            </a:r>
            <a:r>
              <a:rPr kumimoji="1" lang="en-US" altLang="zh-CN" sz="2400" dirty="0"/>
              <a:t> Choices</a:t>
            </a:r>
            <a:endParaRPr kumimoji="1" lang="zh-CN" altLang="en-US" sz="2400" dirty="0"/>
          </a:p>
        </p:txBody>
      </p:sp>
    </p:spTree>
    <p:extLst>
      <p:ext uri="{BB962C8B-B14F-4D97-AF65-F5344CB8AC3E}">
        <p14:creationId xmlns:p14="http://schemas.microsoft.com/office/powerpoint/2010/main" val="1523111191"/>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bg/>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5" grpId="0" uiExpand="1" build="p" animBg="1"/>
      <p:bldP spid="16" grpId="0" animBg="1"/>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6345D1F0-E75B-064D-BEEA-B58FC388A7F1}"/>
              </a:ext>
            </a:extLst>
          </p:cNvPr>
          <p:cNvSpPr>
            <a:spLocks noGrp="1"/>
          </p:cNvSpPr>
          <p:nvPr>
            <p:ph type="title"/>
          </p:nvPr>
        </p:nvSpPr>
        <p:spPr>
          <a:xfrm>
            <a:off x="838200" y="376238"/>
            <a:ext cx="10515600" cy="1617662"/>
          </a:xfrm>
        </p:spPr>
        <p:txBody>
          <a:bodyPr anchor="ctr">
            <a:normAutofit/>
          </a:bodyPr>
          <a:lstStyle/>
          <a:p>
            <a:pPr algn="ctr"/>
            <a:r>
              <a:rPr kumimoji="1" lang="en-US" altLang="zh-CN" sz="4800" b="0" i="0" u="none" strike="noStrike" kern="1200" cap="none" spc="0" normalizeH="0" baseline="0" noProof="0" dirty="0">
                <a:ln>
                  <a:noFill/>
                </a:ln>
                <a:solidFill>
                  <a:srgbClr val="E7E6E6">
                    <a:lumMod val="10000"/>
                  </a:srgbClr>
                </a:solidFill>
                <a:effectLst/>
                <a:uLnTx/>
                <a:uFillTx/>
                <a:latin typeface="Candara" panose="020E0502030303020204"/>
                <a:ea typeface="华文楷体" panose="02010600040101010101" pitchFamily="2" charset="-122"/>
                <a:cs typeface="+mj-cs"/>
              </a:rPr>
              <a:t>An </a:t>
            </a:r>
            <a:r>
              <a:rPr kumimoji="1" lang="en-US" altLang="zh-CN" sz="4800" b="0" i="0" u="sng" strike="noStrike" kern="1200" cap="none" spc="0" normalizeH="0" baseline="0" noProof="0" dirty="0">
                <a:ln>
                  <a:noFill/>
                </a:ln>
                <a:solidFill>
                  <a:srgbClr val="C00000"/>
                </a:solidFill>
                <a:effectLst/>
                <a:uLnTx/>
                <a:uFillTx/>
                <a:latin typeface="Candara" panose="020E0502030303020204"/>
                <a:ea typeface="华文楷体" panose="02010600040101010101" pitchFamily="2" charset="-122"/>
                <a:cs typeface="+mj-cs"/>
              </a:rPr>
              <a:t>Explorative</a:t>
            </a:r>
            <a:r>
              <a:rPr kumimoji="1" lang="en-US" altLang="zh-CN" sz="4800" b="0" i="0" u="none" strike="noStrike" kern="1200" cap="none" spc="0" normalizeH="0" baseline="0" noProof="0" dirty="0">
                <a:ln>
                  <a:noFill/>
                </a:ln>
                <a:solidFill>
                  <a:srgbClr val="E7E6E6">
                    <a:lumMod val="10000"/>
                  </a:srgbClr>
                </a:solidFill>
                <a:effectLst/>
                <a:uLnTx/>
                <a:uFillTx/>
                <a:latin typeface="Candara" panose="020E0502030303020204"/>
                <a:ea typeface="华文楷体" panose="02010600040101010101" pitchFamily="2" charset="-122"/>
                <a:cs typeface="+mj-cs"/>
              </a:rPr>
              <a:t> Step</a:t>
            </a:r>
            <a:endParaRPr lang="zh-CN" altLang="en-US" sz="6600" dirty="0"/>
          </a:p>
        </p:txBody>
      </p:sp>
      <p:sp>
        <p:nvSpPr>
          <p:cNvPr id="4" name="灯片编号占位符 3">
            <a:extLst>
              <a:ext uri="{FF2B5EF4-FFF2-40B4-BE49-F238E27FC236}">
                <a16:creationId xmlns:a16="http://schemas.microsoft.com/office/drawing/2014/main" id="{EA024BCD-301F-9745-86B3-E749A7578336}"/>
              </a:ext>
            </a:extLst>
          </p:cNvPr>
          <p:cNvSpPr>
            <a:spLocks noGrp="1"/>
          </p:cNvSpPr>
          <p:nvPr>
            <p:ph type="sldNum" sz="quarter" idx="12"/>
          </p:nvPr>
        </p:nvSpPr>
        <p:spPr/>
        <p:txBody>
          <a:bodyPr/>
          <a:lstStyle/>
          <a:p>
            <a:fld id="{978860AA-0FA6-EE41-AD3E-89DCDAAFC63F}" type="slidenum">
              <a:rPr kumimoji="1" lang="zh-CN" altLang="en-US" smtClean="0"/>
              <a:t>6</a:t>
            </a:fld>
            <a:endParaRPr kumimoji="1" lang="zh-CN" altLang="en-US"/>
          </a:p>
        </p:txBody>
      </p:sp>
      <p:sp>
        <p:nvSpPr>
          <p:cNvPr id="7" name="文本框 6">
            <a:extLst>
              <a:ext uri="{FF2B5EF4-FFF2-40B4-BE49-F238E27FC236}">
                <a16:creationId xmlns:a16="http://schemas.microsoft.com/office/drawing/2014/main" id="{9C78E4F3-C820-6548-B785-DF9EC2C90AD6}"/>
              </a:ext>
            </a:extLst>
          </p:cNvPr>
          <p:cNvSpPr txBox="1"/>
          <p:nvPr/>
        </p:nvSpPr>
        <p:spPr>
          <a:xfrm>
            <a:off x="855471" y="4508894"/>
            <a:ext cx="1824282" cy="584775"/>
          </a:xfrm>
          <a:prstGeom prst="rect">
            <a:avLst/>
          </a:prstGeom>
          <a:noFill/>
        </p:spPr>
        <p:txBody>
          <a:bodyPr wrap="none" rtlCol="0">
            <a:spAutoFit/>
          </a:bodyPr>
          <a:lstStyle/>
          <a:p>
            <a:r>
              <a:rPr kumimoji="1" lang="en-US" altLang="zh-CN" sz="3200" dirty="0">
                <a:solidFill>
                  <a:schemeClr val="accent2">
                    <a:lumMod val="75000"/>
                  </a:schemeClr>
                </a:solidFill>
                <a:latin typeface="Arial" panose="020B0604020202020204" pitchFamily="34" charset="0"/>
                <a:cs typeface="Arial" panose="020B0604020202020204" pitchFamily="34" charset="0"/>
              </a:rPr>
              <a:t>Initial Try</a:t>
            </a:r>
            <a:endParaRPr kumimoji="1" lang="zh-CN" altLang="en-US" sz="3200" dirty="0">
              <a:solidFill>
                <a:schemeClr val="accent2">
                  <a:lumMod val="75000"/>
                </a:schemeClr>
              </a:solidFill>
              <a:latin typeface="Arial" panose="020B0604020202020204" pitchFamily="34" charset="0"/>
              <a:cs typeface="Arial" panose="020B0604020202020204" pitchFamily="34" charset="0"/>
            </a:endParaRPr>
          </a:p>
        </p:txBody>
      </p:sp>
      <p:sp>
        <p:nvSpPr>
          <p:cNvPr id="8" name="文本框 7">
            <a:extLst>
              <a:ext uri="{FF2B5EF4-FFF2-40B4-BE49-F238E27FC236}">
                <a16:creationId xmlns:a16="http://schemas.microsoft.com/office/drawing/2014/main" id="{9EE24E0F-CF75-FA45-9365-D2600A21B8AB}"/>
              </a:ext>
            </a:extLst>
          </p:cNvPr>
          <p:cNvSpPr txBox="1"/>
          <p:nvPr/>
        </p:nvSpPr>
        <p:spPr>
          <a:xfrm>
            <a:off x="4782361" y="4508894"/>
            <a:ext cx="2234907" cy="584775"/>
          </a:xfrm>
          <a:prstGeom prst="rect">
            <a:avLst/>
          </a:prstGeom>
          <a:noFill/>
        </p:spPr>
        <p:txBody>
          <a:bodyPr wrap="none" rtlCol="0">
            <a:spAutoFit/>
          </a:bodyPr>
          <a:lstStyle/>
          <a:p>
            <a:r>
              <a:rPr kumimoji="1" lang="en-US" altLang="zh-CN" sz="3200" dirty="0">
                <a:solidFill>
                  <a:schemeClr val="accent1">
                    <a:lumMod val="75000"/>
                  </a:schemeClr>
                </a:solidFill>
                <a:latin typeface="Arial" panose="020B0604020202020204" pitchFamily="34" charset="0"/>
                <a:cs typeface="Arial" panose="020B0604020202020204" pitchFamily="34" charset="0"/>
              </a:rPr>
              <a:t>Challenges</a:t>
            </a:r>
            <a:endParaRPr kumimoji="1" lang="zh-CN" altLang="en-US" sz="3200" dirty="0">
              <a:solidFill>
                <a:schemeClr val="accent1">
                  <a:lumMod val="75000"/>
                </a:schemeClr>
              </a:solidFill>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D091D86E-86F1-CD4A-A61D-B6514C351445}"/>
              </a:ext>
            </a:extLst>
          </p:cNvPr>
          <p:cNvSpPr txBox="1"/>
          <p:nvPr/>
        </p:nvSpPr>
        <p:spPr>
          <a:xfrm>
            <a:off x="9119876" y="4508894"/>
            <a:ext cx="2462534" cy="584775"/>
          </a:xfrm>
          <a:prstGeom prst="rect">
            <a:avLst/>
          </a:prstGeom>
          <a:noFill/>
        </p:spPr>
        <p:txBody>
          <a:bodyPr wrap="none" rtlCol="0">
            <a:spAutoFit/>
          </a:bodyPr>
          <a:lstStyle/>
          <a:p>
            <a:r>
              <a:rPr kumimoji="1" lang="en-US" altLang="zh-CN" sz="3200" dirty="0">
                <a:solidFill>
                  <a:schemeClr val="accent6">
                    <a:lumMod val="75000"/>
                  </a:schemeClr>
                </a:solidFill>
                <a:latin typeface="Arial" panose="020B0604020202020204" pitchFamily="34" charset="0"/>
                <a:cs typeface="Arial" panose="020B0604020202020204" pitchFamily="34" charset="0"/>
              </a:rPr>
              <a:t>Final Design</a:t>
            </a:r>
            <a:endParaRPr kumimoji="1" lang="zh-CN" altLang="en-US" sz="3200" dirty="0">
              <a:solidFill>
                <a:schemeClr val="accent6">
                  <a:lumMod val="75000"/>
                </a:schemeClr>
              </a:solidFill>
              <a:latin typeface="Arial" panose="020B0604020202020204" pitchFamily="34" charset="0"/>
              <a:cs typeface="Arial" panose="020B0604020202020204" pitchFamily="34" charset="0"/>
            </a:endParaRPr>
          </a:p>
        </p:txBody>
      </p:sp>
      <p:sp>
        <p:nvSpPr>
          <p:cNvPr id="14" name="右箭头 13">
            <a:extLst>
              <a:ext uri="{FF2B5EF4-FFF2-40B4-BE49-F238E27FC236}">
                <a16:creationId xmlns:a16="http://schemas.microsoft.com/office/drawing/2014/main" id="{FA547DA7-A9E9-3B48-97CB-3E3DC6158884}"/>
              </a:ext>
            </a:extLst>
          </p:cNvPr>
          <p:cNvSpPr/>
          <p:nvPr/>
        </p:nvSpPr>
        <p:spPr>
          <a:xfrm>
            <a:off x="3340564" y="4596821"/>
            <a:ext cx="780983" cy="408920"/>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右箭头 14">
            <a:extLst>
              <a:ext uri="{FF2B5EF4-FFF2-40B4-BE49-F238E27FC236}">
                <a16:creationId xmlns:a16="http://schemas.microsoft.com/office/drawing/2014/main" id="{4D17ECF9-FB34-D246-81B7-BCFBC79EED6C}"/>
              </a:ext>
            </a:extLst>
          </p:cNvPr>
          <p:cNvSpPr/>
          <p:nvPr/>
        </p:nvSpPr>
        <p:spPr>
          <a:xfrm>
            <a:off x="7678079" y="4596821"/>
            <a:ext cx="780983" cy="408920"/>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1631722C-9C5E-9B45-8658-7FB9D147B6DB}"/>
              </a:ext>
            </a:extLst>
          </p:cNvPr>
          <p:cNvSpPr txBox="1"/>
          <p:nvPr/>
        </p:nvSpPr>
        <p:spPr>
          <a:xfrm>
            <a:off x="3241177" y="5201391"/>
            <a:ext cx="979755" cy="461665"/>
          </a:xfrm>
          <a:prstGeom prst="rect">
            <a:avLst/>
          </a:prstGeom>
          <a:noFill/>
        </p:spPr>
        <p:txBody>
          <a:bodyPr wrap="none" rtlCol="0">
            <a:spAutoFit/>
          </a:bodyPr>
          <a:lstStyle/>
          <a:p>
            <a:r>
              <a:rPr kumimoji="1" lang="en-US" altLang="zh-CN" sz="2400" dirty="0">
                <a:solidFill>
                  <a:schemeClr val="bg2">
                    <a:lumMod val="25000"/>
                  </a:schemeClr>
                </a:solidFill>
              </a:rPr>
              <a:t>reveal</a:t>
            </a:r>
            <a:endParaRPr kumimoji="1" lang="zh-CN" altLang="en-US" sz="2400" dirty="0">
              <a:solidFill>
                <a:schemeClr val="bg2">
                  <a:lumMod val="25000"/>
                </a:schemeClr>
              </a:solidFill>
            </a:endParaRPr>
          </a:p>
        </p:txBody>
      </p:sp>
      <p:sp>
        <p:nvSpPr>
          <p:cNvPr id="17" name="文本框 16">
            <a:extLst>
              <a:ext uri="{FF2B5EF4-FFF2-40B4-BE49-F238E27FC236}">
                <a16:creationId xmlns:a16="http://schemas.microsoft.com/office/drawing/2014/main" id="{A25113FE-6777-0244-A663-96FA2E3590E1}"/>
              </a:ext>
            </a:extLst>
          </p:cNvPr>
          <p:cNvSpPr txBox="1"/>
          <p:nvPr/>
        </p:nvSpPr>
        <p:spPr>
          <a:xfrm>
            <a:off x="7322212" y="5201390"/>
            <a:ext cx="1492716" cy="461665"/>
          </a:xfrm>
          <a:prstGeom prst="rect">
            <a:avLst/>
          </a:prstGeom>
          <a:noFill/>
        </p:spPr>
        <p:txBody>
          <a:bodyPr wrap="none" rtlCol="0">
            <a:spAutoFit/>
          </a:bodyPr>
          <a:lstStyle/>
          <a:p>
            <a:r>
              <a:rPr kumimoji="1" lang="en-US" altLang="zh-CN" sz="2400" dirty="0">
                <a:solidFill>
                  <a:schemeClr val="bg2">
                    <a:lumMod val="25000"/>
                  </a:schemeClr>
                </a:solidFill>
              </a:rPr>
              <a:t>overcome</a:t>
            </a:r>
            <a:endParaRPr kumimoji="1" lang="zh-CN" altLang="en-US" sz="2400" dirty="0">
              <a:solidFill>
                <a:schemeClr val="bg2">
                  <a:lumMod val="25000"/>
                </a:schemeClr>
              </a:solidFill>
            </a:endParaRPr>
          </a:p>
        </p:txBody>
      </p:sp>
      <p:pic>
        <p:nvPicPr>
          <p:cNvPr id="19" name="图片 18">
            <a:extLst>
              <a:ext uri="{FF2B5EF4-FFF2-40B4-BE49-F238E27FC236}">
                <a16:creationId xmlns:a16="http://schemas.microsoft.com/office/drawing/2014/main" id="{9D392EBF-45BA-D940-8E45-FD35A0FD8B75}"/>
              </a:ext>
            </a:extLst>
          </p:cNvPr>
          <p:cNvPicPr>
            <a:picLocks noChangeAspect="1"/>
          </p:cNvPicPr>
          <p:nvPr/>
        </p:nvPicPr>
        <p:blipFill>
          <a:blip r:embed="rId3"/>
          <a:stretch>
            <a:fillRect/>
          </a:stretch>
        </p:blipFill>
        <p:spPr>
          <a:xfrm>
            <a:off x="4436751" y="2520319"/>
            <a:ext cx="2926126" cy="1841553"/>
          </a:xfrm>
          <a:prstGeom prst="rect">
            <a:avLst/>
          </a:prstGeom>
        </p:spPr>
      </p:pic>
      <p:pic>
        <p:nvPicPr>
          <p:cNvPr id="22" name="图片 21">
            <a:extLst>
              <a:ext uri="{FF2B5EF4-FFF2-40B4-BE49-F238E27FC236}">
                <a16:creationId xmlns:a16="http://schemas.microsoft.com/office/drawing/2014/main" id="{2CB12721-00EF-4C49-A71C-C2D4A9B77A01}"/>
              </a:ext>
            </a:extLst>
          </p:cNvPr>
          <p:cNvPicPr>
            <a:picLocks noChangeAspect="1"/>
          </p:cNvPicPr>
          <p:nvPr/>
        </p:nvPicPr>
        <p:blipFill rotWithShape="1">
          <a:blip r:embed="rId4"/>
          <a:srcRect l="4266" r="2822"/>
          <a:stretch/>
        </p:blipFill>
        <p:spPr>
          <a:xfrm>
            <a:off x="9595819" y="2418458"/>
            <a:ext cx="1510649" cy="1943414"/>
          </a:xfrm>
          <a:prstGeom prst="rect">
            <a:avLst/>
          </a:prstGeom>
        </p:spPr>
      </p:pic>
      <p:pic>
        <p:nvPicPr>
          <p:cNvPr id="1026" name="Picture 2" descr="还记得表情包里的成功小孩吗？他18岁了？_凤凰网">
            <a:extLst>
              <a:ext uri="{FF2B5EF4-FFF2-40B4-BE49-F238E27FC236}">
                <a16:creationId xmlns:a16="http://schemas.microsoft.com/office/drawing/2014/main" id="{4D1A7688-B31A-1A4C-A0A7-A395BB8E3E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2520319"/>
            <a:ext cx="1841553" cy="1841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146544"/>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4" grpId="0" animBg="1"/>
      <p:bldP spid="15" grpId="0" animBg="1"/>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6345D1F0-E75B-064D-BEEA-B58FC388A7F1}"/>
              </a:ext>
            </a:extLst>
          </p:cNvPr>
          <p:cNvSpPr>
            <a:spLocks noGrp="1"/>
          </p:cNvSpPr>
          <p:nvPr>
            <p:ph type="title"/>
          </p:nvPr>
        </p:nvSpPr>
        <p:spPr>
          <a:xfrm>
            <a:off x="838200" y="376238"/>
            <a:ext cx="10515600" cy="1617662"/>
          </a:xfrm>
        </p:spPr>
        <p:txBody>
          <a:bodyPr anchor="ctr">
            <a:normAutofit/>
          </a:bodyPr>
          <a:lstStyle/>
          <a:p>
            <a:pPr algn="ctr"/>
            <a:r>
              <a:rPr kumimoji="1" lang="en-US" altLang="zh-CN" sz="4800" b="0" i="0" u="none" strike="noStrike" kern="1200" cap="none" spc="0" normalizeH="0" baseline="0" noProof="0" dirty="0">
                <a:ln>
                  <a:noFill/>
                </a:ln>
                <a:solidFill>
                  <a:srgbClr val="E7E6E6">
                    <a:lumMod val="10000"/>
                  </a:srgbClr>
                </a:solidFill>
                <a:effectLst/>
                <a:uLnTx/>
                <a:uFillTx/>
                <a:latin typeface="Candara" panose="020E0502030303020204"/>
                <a:ea typeface="华文楷体" panose="02010600040101010101" pitchFamily="2" charset="-122"/>
                <a:cs typeface="+mj-cs"/>
              </a:rPr>
              <a:t>An </a:t>
            </a:r>
            <a:r>
              <a:rPr kumimoji="1" lang="en-US" altLang="zh-CN" sz="4800" b="0" i="0" u="sng" strike="noStrike" kern="1200" cap="none" spc="0" normalizeH="0" baseline="0" noProof="0" dirty="0">
                <a:ln>
                  <a:noFill/>
                </a:ln>
                <a:solidFill>
                  <a:srgbClr val="C00000"/>
                </a:solidFill>
                <a:effectLst/>
                <a:uLnTx/>
                <a:uFillTx/>
                <a:latin typeface="Candara" panose="020E0502030303020204"/>
                <a:ea typeface="华文楷体" panose="02010600040101010101" pitchFamily="2" charset="-122"/>
                <a:cs typeface="+mj-cs"/>
              </a:rPr>
              <a:t>Explorative</a:t>
            </a:r>
            <a:r>
              <a:rPr kumimoji="1" lang="en-US" altLang="zh-CN" sz="4800" b="0" i="0" u="none" strike="noStrike" kern="1200" cap="none" spc="0" normalizeH="0" baseline="0" noProof="0" dirty="0">
                <a:ln>
                  <a:noFill/>
                </a:ln>
                <a:solidFill>
                  <a:srgbClr val="E7E6E6">
                    <a:lumMod val="10000"/>
                  </a:srgbClr>
                </a:solidFill>
                <a:effectLst/>
                <a:uLnTx/>
                <a:uFillTx/>
                <a:latin typeface="Candara" panose="020E0502030303020204"/>
                <a:ea typeface="华文楷体" panose="02010600040101010101" pitchFamily="2" charset="-122"/>
                <a:cs typeface="+mj-cs"/>
              </a:rPr>
              <a:t> Step</a:t>
            </a:r>
            <a:endParaRPr lang="zh-CN" altLang="en-US" sz="6600" dirty="0"/>
          </a:p>
        </p:txBody>
      </p:sp>
      <p:sp>
        <p:nvSpPr>
          <p:cNvPr id="4" name="灯片编号占位符 3">
            <a:extLst>
              <a:ext uri="{FF2B5EF4-FFF2-40B4-BE49-F238E27FC236}">
                <a16:creationId xmlns:a16="http://schemas.microsoft.com/office/drawing/2014/main" id="{EA024BCD-301F-9745-86B3-E749A7578336}"/>
              </a:ext>
            </a:extLst>
          </p:cNvPr>
          <p:cNvSpPr>
            <a:spLocks noGrp="1"/>
          </p:cNvSpPr>
          <p:nvPr>
            <p:ph type="sldNum" sz="quarter" idx="12"/>
          </p:nvPr>
        </p:nvSpPr>
        <p:spPr/>
        <p:txBody>
          <a:bodyPr/>
          <a:lstStyle/>
          <a:p>
            <a:fld id="{978860AA-0FA6-EE41-AD3E-89DCDAAFC63F}" type="slidenum">
              <a:rPr kumimoji="1" lang="zh-CN" altLang="en-US" smtClean="0"/>
              <a:t>7</a:t>
            </a:fld>
            <a:endParaRPr kumimoji="1" lang="zh-CN" altLang="en-US"/>
          </a:p>
        </p:txBody>
      </p:sp>
      <p:sp>
        <p:nvSpPr>
          <p:cNvPr id="7" name="文本框 6">
            <a:extLst>
              <a:ext uri="{FF2B5EF4-FFF2-40B4-BE49-F238E27FC236}">
                <a16:creationId xmlns:a16="http://schemas.microsoft.com/office/drawing/2014/main" id="{9C78E4F3-C820-6548-B785-DF9EC2C90AD6}"/>
              </a:ext>
            </a:extLst>
          </p:cNvPr>
          <p:cNvSpPr txBox="1"/>
          <p:nvPr/>
        </p:nvSpPr>
        <p:spPr>
          <a:xfrm>
            <a:off x="855471" y="4508894"/>
            <a:ext cx="1824282" cy="584775"/>
          </a:xfrm>
          <a:prstGeom prst="rect">
            <a:avLst/>
          </a:prstGeom>
          <a:noFill/>
        </p:spPr>
        <p:txBody>
          <a:bodyPr wrap="none" rtlCol="0">
            <a:spAutoFit/>
          </a:bodyPr>
          <a:lstStyle/>
          <a:p>
            <a:r>
              <a:rPr kumimoji="1" lang="en-US" altLang="zh-CN" sz="3200" dirty="0">
                <a:solidFill>
                  <a:schemeClr val="accent2">
                    <a:lumMod val="75000"/>
                  </a:schemeClr>
                </a:solidFill>
                <a:latin typeface="Arial" panose="020B0604020202020204" pitchFamily="34" charset="0"/>
                <a:cs typeface="Arial" panose="020B0604020202020204" pitchFamily="34" charset="0"/>
              </a:rPr>
              <a:t>Initial Try</a:t>
            </a:r>
            <a:endParaRPr kumimoji="1" lang="zh-CN" altLang="en-US" sz="3200" dirty="0">
              <a:solidFill>
                <a:schemeClr val="accent2">
                  <a:lumMod val="75000"/>
                </a:schemeClr>
              </a:solidFill>
              <a:latin typeface="Arial" panose="020B0604020202020204" pitchFamily="34" charset="0"/>
              <a:cs typeface="Arial" panose="020B0604020202020204" pitchFamily="34" charset="0"/>
            </a:endParaRPr>
          </a:p>
        </p:txBody>
      </p:sp>
      <p:sp>
        <p:nvSpPr>
          <p:cNvPr id="8" name="文本框 7">
            <a:extLst>
              <a:ext uri="{FF2B5EF4-FFF2-40B4-BE49-F238E27FC236}">
                <a16:creationId xmlns:a16="http://schemas.microsoft.com/office/drawing/2014/main" id="{9EE24E0F-CF75-FA45-9365-D2600A21B8AB}"/>
              </a:ext>
            </a:extLst>
          </p:cNvPr>
          <p:cNvSpPr txBox="1"/>
          <p:nvPr/>
        </p:nvSpPr>
        <p:spPr>
          <a:xfrm>
            <a:off x="4782361" y="4508894"/>
            <a:ext cx="2234907" cy="584775"/>
          </a:xfrm>
          <a:prstGeom prst="rect">
            <a:avLst/>
          </a:prstGeom>
          <a:noFill/>
        </p:spPr>
        <p:txBody>
          <a:bodyPr wrap="none" rtlCol="0">
            <a:spAutoFit/>
          </a:bodyPr>
          <a:lstStyle/>
          <a:p>
            <a:r>
              <a:rPr kumimoji="1" lang="en-US" altLang="zh-CN" sz="3200" dirty="0">
                <a:solidFill>
                  <a:schemeClr val="accent1">
                    <a:lumMod val="75000"/>
                  </a:schemeClr>
                </a:solidFill>
                <a:latin typeface="Arial" panose="020B0604020202020204" pitchFamily="34" charset="0"/>
                <a:cs typeface="Arial" panose="020B0604020202020204" pitchFamily="34" charset="0"/>
              </a:rPr>
              <a:t>Challenges</a:t>
            </a:r>
            <a:endParaRPr kumimoji="1" lang="zh-CN" altLang="en-US" sz="3200" dirty="0">
              <a:solidFill>
                <a:schemeClr val="accent1">
                  <a:lumMod val="75000"/>
                </a:schemeClr>
              </a:solidFill>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D091D86E-86F1-CD4A-A61D-B6514C351445}"/>
              </a:ext>
            </a:extLst>
          </p:cNvPr>
          <p:cNvSpPr txBox="1"/>
          <p:nvPr/>
        </p:nvSpPr>
        <p:spPr>
          <a:xfrm>
            <a:off x="9119876" y="4508894"/>
            <a:ext cx="2462534" cy="584775"/>
          </a:xfrm>
          <a:prstGeom prst="rect">
            <a:avLst/>
          </a:prstGeom>
          <a:noFill/>
        </p:spPr>
        <p:txBody>
          <a:bodyPr wrap="none" rtlCol="0">
            <a:spAutoFit/>
          </a:bodyPr>
          <a:lstStyle/>
          <a:p>
            <a:r>
              <a:rPr kumimoji="1" lang="en-US" altLang="zh-CN" sz="3200" dirty="0">
                <a:solidFill>
                  <a:schemeClr val="accent6">
                    <a:lumMod val="75000"/>
                  </a:schemeClr>
                </a:solidFill>
                <a:latin typeface="Arial" panose="020B0604020202020204" pitchFamily="34" charset="0"/>
                <a:cs typeface="Arial" panose="020B0604020202020204" pitchFamily="34" charset="0"/>
              </a:rPr>
              <a:t>Final Design</a:t>
            </a:r>
            <a:endParaRPr kumimoji="1" lang="zh-CN" altLang="en-US" sz="3200" dirty="0">
              <a:solidFill>
                <a:schemeClr val="accent6">
                  <a:lumMod val="75000"/>
                </a:schemeClr>
              </a:solidFill>
              <a:latin typeface="Arial" panose="020B0604020202020204" pitchFamily="34" charset="0"/>
              <a:cs typeface="Arial" panose="020B0604020202020204" pitchFamily="34" charset="0"/>
            </a:endParaRPr>
          </a:p>
        </p:txBody>
      </p:sp>
      <p:sp>
        <p:nvSpPr>
          <p:cNvPr id="14" name="右箭头 13">
            <a:extLst>
              <a:ext uri="{FF2B5EF4-FFF2-40B4-BE49-F238E27FC236}">
                <a16:creationId xmlns:a16="http://schemas.microsoft.com/office/drawing/2014/main" id="{FA547DA7-A9E9-3B48-97CB-3E3DC6158884}"/>
              </a:ext>
            </a:extLst>
          </p:cNvPr>
          <p:cNvSpPr/>
          <p:nvPr/>
        </p:nvSpPr>
        <p:spPr>
          <a:xfrm>
            <a:off x="3340564" y="4596821"/>
            <a:ext cx="780983" cy="408920"/>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右箭头 14">
            <a:extLst>
              <a:ext uri="{FF2B5EF4-FFF2-40B4-BE49-F238E27FC236}">
                <a16:creationId xmlns:a16="http://schemas.microsoft.com/office/drawing/2014/main" id="{4D17ECF9-FB34-D246-81B7-BCFBC79EED6C}"/>
              </a:ext>
            </a:extLst>
          </p:cNvPr>
          <p:cNvSpPr/>
          <p:nvPr/>
        </p:nvSpPr>
        <p:spPr>
          <a:xfrm>
            <a:off x="7678079" y="4596821"/>
            <a:ext cx="780983" cy="408920"/>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1631722C-9C5E-9B45-8658-7FB9D147B6DB}"/>
              </a:ext>
            </a:extLst>
          </p:cNvPr>
          <p:cNvSpPr txBox="1"/>
          <p:nvPr/>
        </p:nvSpPr>
        <p:spPr>
          <a:xfrm>
            <a:off x="3241177" y="5201391"/>
            <a:ext cx="979755" cy="461665"/>
          </a:xfrm>
          <a:prstGeom prst="rect">
            <a:avLst/>
          </a:prstGeom>
          <a:noFill/>
        </p:spPr>
        <p:txBody>
          <a:bodyPr wrap="none" rtlCol="0">
            <a:spAutoFit/>
          </a:bodyPr>
          <a:lstStyle/>
          <a:p>
            <a:r>
              <a:rPr kumimoji="1" lang="en-US" altLang="zh-CN" sz="2400" dirty="0">
                <a:solidFill>
                  <a:schemeClr val="bg2">
                    <a:lumMod val="25000"/>
                  </a:schemeClr>
                </a:solidFill>
              </a:rPr>
              <a:t>reveal</a:t>
            </a:r>
            <a:endParaRPr kumimoji="1" lang="zh-CN" altLang="en-US" sz="2400" dirty="0">
              <a:solidFill>
                <a:schemeClr val="bg2">
                  <a:lumMod val="25000"/>
                </a:schemeClr>
              </a:solidFill>
            </a:endParaRPr>
          </a:p>
        </p:txBody>
      </p:sp>
      <p:sp>
        <p:nvSpPr>
          <p:cNvPr id="17" name="文本框 16">
            <a:extLst>
              <a:ext uri="{FF2B5EF4-FFF2-40B4-BE49-F238E27FC236}">
                <a16:creationId xmlns:a16="http://schemas.microsoft.com/office/drawing/2014/main" id="{A25113FE-6777-0244-A663-96FA2E3590E1}"/>
              </a:ext>
            </a:extLst>
          </p:cNvPr>
          <p:cNvSpPr txBox="1"/>
          <p:nvPr/>
        </p:nvSpPr>
        <p:spPr>
          <a:xfrm>
            <a:off x="7322212" y="5201390"/>
            <a:ext cx="1492716" cy="461665"/>
          </a:xfrm>
          <a:prstGeom prst="rect">
            <a:avLst/>
          </a:prstGeom>
          <a:noFill/>
        </p:spPr>
        <p:txBody>
          <a:bodyPr wrap="none" rtlCol="0">
            <a:spAutoFit/>
          </a:bodyPr>
          <a:lstStyle/>
          <a:p>
            <a:r>
              <a:rPr kumimoji="1" lang="en-US" altLang="zh-CN" sz="2400" dirty="0">
                <a:solidFill>
                  <a:schemeClr val="bg2">
                    <a:lumMod val="25000"/>
                  </a:schemeClr>
                </a:solidFill>
              </a:rPr>
              <a:t>overcome</a:t>
            </a:r>
            <a:endParaRPr kumimoji="1" lang="zh-CN" altLang="en-US" sz="2400" dirty="0">
              <a:solidFill>
                <a:schemeClr val="bg2">
                  <a:lumMod val="25000"/>
                </a:schemeClr>
              </a:solidFill>
            </a:endParaRPr>
          </a:p>
        </p:txBody>
      </p:sp>
      <p:pic>
        <p:nvPicPr>
          <p:cNvPr id="19" name="图片 18">
            <a:extLst>
              <a:ext uri="{FF2B5EF4-FFF2-40B4-BE49-F238E27FC236}">
                <a16:creationId xmlns:a16="http://schemas.microsoft.com/office/drawing/2014/main" id="{9D392EBF-45BA-D940-8E45-FD35A0FD8B75}"/>
              </a:ext>
            </a:extLst>
          </p:cNvPr>
          <p:cNvPicPr>
            <a:picLocks noChangeAspect="1"/>
          </p:cNvPicPr>
          <p:nvPr/>
        </p:nvPicPr>
        <p:blipFill>
          <a:blip r:embed="rId3"/>
          <a:stretch>
            <a:fillRect/>
          </a:stretch>
        </p:blipFill>
        <p:spPr>
          <a:xfrm>
            <a:off x="4436751" y="2520319"/>
            <a:ext cx="2926126" cy="1841553"/>
          </a:xfrm>
          <a:prstGeom prst="rect">
            <a:avLst/>
          </a:prstGeom>
        </p:spPr>
      </p:pic>
      <p:pic>
        <p:nvPicPr>
          <p:cNvPr id="22" name="图片 21">
            <a:extLst>
              <a:ext uri="{FF2B5EF4-FFF2-40B4-BE49-F238E27FC236}">
                <a16:creationId xmlns:a16="http://schemas.microsoft.com/office/drawing/2014/main" id="{2CB12721-00EF-4C49-A71C-C2D4A9B77A01}"/>
              </a:ext>
            </a:extLst>
          </p:cNvPr>
          <p:cNvPicPr>
            <a:picLocks noChangeAspect="1"/>
          </p:cNvPicPr>
          <p:nvPr/>
        </p:nvPicPr>
        <p:blipFill rotWithShape="1">
          <a:blip r:embed="rId4"/>
          <a:srcRect l="4266" r="2822"/>
          <a:stretch/>
        </p:blipFill>
        <p:spPr>
          <a:xfrm>
            <a:off x="9595819" y="2418458"/>
            <a:ext cx="1510649" cy="1943414"/>
          </a:xfrm>
          <a:prstGeom prst="rect">
            <a:avLst/>
          </a:prstGeom>
        </p:spPr>
      </p:pic>
      <p:pic>
        <p:nvPicPr>
          <p:cNvPr id="1026" name="Picture 2" descr="还记得表情包里的成功小孩吗？他18岁了？_凤凰网">
            <a:extLst>
              <a:ext uri="{FF2B5EF4-FFF2-40B4-BE49-F238E27FC236}">
                <a16:creationId xmlns:a16="http://schemas.microsoft.com/office/drawing/2014/main" id="{4D1A7688-B31A-1A4C-A0A7-A395BB8E3E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2520319"/>
            <a:ext cx="1841553" cy="1841553"/>
          </a:xfrm>
          <a:prstGeom prst="rect">
            <a:avLst/>
          </a:prstGeom>
          <a:noFill/>
          <a:extLst>
            <a:ext uri="{909E8E84-426E-40DD-AFC4-6F175D3DCCD1}">
              <a14:hiddenFill xmlns:a14="http://schemas.microsoft.com/office/drawing/2010/main">
                <a:solidFill>
                  <a:srgbClr val="FFFFFF"/>
                </a:solidFill>
              </a14:hiddenFill>
            </a:ext>
          </a:extLst>
        </p:spPr>
      </p:pic>
      <p:sp>
        <p:nvSpPr>
          <p:cNvPr id="6" name="右箭头 5">
            <a:extLst>
              <a:ext uri="{FF2B5EF4-FFF2-40B4-BE49-F238E27FC236}">
                <a16:creationId xmlns:a16="http://schemas.microsoft.com/office/drawing/2014/main" id="{CA616108-0B45-FF44-85F6-A29536DFAAC5}"/>
              </a:ext>
            </a:extLst>
          </p:cNvPr>
          <p:cNvSpPr/>
          <p:nvPr/>
        </p:nvSpPr>
        <p:spPr>
          <a:xfrm rot="16200000">
            <a:off x="1434297" y="5504029"/>
            <a:ext cx="649357" cy="693295"/>
          </a:xfrm>
          <a:prstGeom prst="rightArrow">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20424173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1F97DE-23DE-D741-A4DE-C37D48C6316A}"/>
              </a:ext>
            </a:extLst>
          </p:cNvPr>
          <p:cNvSpPr>
            <a:spLocks noGrp="1"/>
          </p:cNvSpPr>
          <p:nvPr>
            <p:ph type="title"/>
          </p:nvPr>
        </p:nvSpPr>
        <p:spPr/>
        <p:txBody>
          <a:bodyPr/>
          <a:lstStyle/>
          <a:p>
            <a:r>
              <a:rPr kumimoji="1" lang="en-US" altLang="zh-CN" dirty="0"/>
              <a:t>Initial Try: A </a:t>
            </a:r>
            <a:r>
              <a:rPr kumimoji="1" lang="en-US" altLang="zh-CN" dirty="0">
                <a:solidFill>
                  <a:schemeClr val="accent2">
                    <a:lumMod val="75000"/>
                  </a:schemeClr>
                </a:solidFill>
              </a:rPr>
              <a:t>Straightforward</a:t>
            </a:r>
            <a:r>
              <a:rPr kumimoji="1" lang="en-US" altLang="zh-CN" dirty="0"/>
              <a:t> Accelerator</a:t>
            </a:r>
            <a:endParaRPr kumimoji="1" lang="zh-CN" altLang="en-US" dirty="0"/>
          </a:p>
        </p:txBody>
      </p:sp>
      <p:sp>
        <p:nvSpPr>
          <p:cNvPr id="4" name="灯片编号占位符 3">
            <a:extLst>
              <a:ext uri="{FF2B5EF4-FFF2-40B4-BE49-F238E27FC236}">
                <a16:creationId xmlns:a16="http://schemas.microsoft.com/office/drawing/2014/main" id="{CFABC4F5-D1D1-AF44-8226-79D984BA54B3}"/>
              </a:ext>
            </a:extLst>
          </p:cNvPr>
          <p:cNvSpPr>
            <a:spLocks noGrp="1"/>
          </p:cNvSpPr>
          <p:nvPr>
            <p:ph type="sldNum" sz="quarter" idx="12"/>
          </p:nvPr>
        </p:nvSpPr>
        <p:spPr/>
        <p:txBody>
          <a:bodyPr/>
          <a:lstStyle/>
          <a:p>
            <a:fld id="{978860AA-0FA6-EE41-AD3E-89DCDAAFC63F}" type="slidenum">
              <a:rPr kumimoji="1" lang="zh-CN" altLang="en-US" smtClean="0"/>
              <a:t>8</a:t>
            </a:fld>
            <a:endParaRPr kumimoji="1" lang="zh-CN" altLang="en-US"/>
          </a:p>
        </p:txBody>
      </p:sp>
      <p:cxnSp>
        <p:nvCxnSpPr>
          <p:cNvPr id="5" name="直接箭头连接符 232">
            <a:extLst>
              <a:ext uri="{FF2B5EF4-FFF2-40B4-BE49-F238E27FC236}">
                <a16:creationId xmlns:a16="http://schemas.microsoft.com/office/drawing/2014/main" id="{25CBAC1C-D07F-B94B-AA9A-8E0E72F3128B}"/>
              </a:ext>
            </a:extLst>
          </p:cNvPr>
          <p:cNvCxnSpPr/>
          <p:nvPr/>
        </p:nvCxnSpPr>
        <p:spPr>
          <a:xfrm>
            <a:off x="4937786" y="2149027"/>
            <a:ext cx="1028700" cy="0"/>
          </a:xfrm>
          <a:prstGeom prst="straightConnector1">
            <a:avLst/>
          </a:prstGeom>
          <a:ln w="1270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0EB1699E-FDF8-2247-8612-B075B111DF47}"/>
              </a:ext>
            </a:extLst>
          </p:cNvPr>
          <p:cNvSpPr txBox="1"/>
          <p:nvPr/>
        </p:nvSpPr>
        <p:spPr>
          <a:xfrm>
            <a:off x="462253" y="1882340"/>
            <a:ext cx="464061" cy="3838615"/>
          </a:xfrm>
          <a:prstGeom prst="rect">
            <a:avLst/>
          </a:prstGeom>
          <a:noFill/>
        </p:spPr>
        <p:txBody>
          <a:bodyPr wrap="square" rtlCol="0">
            <a:spAutoFit/>
          </a:bodyPr>
          <a:lstStyle/>
          <a:p>
            <a:pPr>
              <a:lnSpc>
                <a:spcPct val="150000"/>
              </a:lnSpc>
            </a:pPr>
            <a:r>
              <a:rPr lang="en-US" altLang="zh-CN" dirty="0">
                <a:latin typeface="Consolas" panose="020B0609020204030204" pitchFamily="49" charset="0"/>
              </a:rPr>
              <a:t>1</a:t>
            </a:r>
          </a:p>
          <a:p>
            <a:pPr>
              <a:lnSpc>
                <a:spcPct val="150000"/>
              </a:lnSpc>
            </a:pPr>
            <a:r>
              <a:rPr lang="en-US" altLang="zh-CN" dirty="0">
                <a:latin typeface="Consolas" panose="020B0609020204030204" pitchFamily="49" charset="0"/>
              </a:rPr>
              <a:t>2</a:t>
            </a:r>
          </a:p>
          <a:p>
            <a:pPr>
              <a:lnSpc>
                <a:spcPct val="150000"/>
              </a:lnSpc>
            </a:pPr>
            <a:r>
              <a:rPr lang="en-US" altLang="zh-CN" dirty="0">
                <a:latin typeface="Consolas" panose="020B0609020204030204" pitchFamily="49" charset="0"/>
              </a:rPr>
              <a:t>3</a:t>
            </a:r>
          </a:p>
          <a:p>
            <a:pPr>
              <a:lnSpc>
                <a:spcPct val="150000"/>
              </a:lnSpc>
            </a:pPr>
            <a:r>
              <a:rPr lang="en-US" altLang="zh-CN" dirty="0">
                <a:latin typeface="Consolas" panose="020B0609020204030204" pitchFamily="49" charset="0"/>
              </a:rPr>
              <a:t>4</a:t>
            </a:r>
          </a:p>
          <a:p>
            <a:pPr>
              <a:lnSpc>
                <a:spcPct val="150000"/>
              </a:lnSpc>
              <a:spcBef>
                <a:spcPts val="360"/>
              </a:spcBef>
            </a:pPr>
            <a:r>
              <a:rPr lang="en-US" altLang="zh-CN" dirty="0">
                <a:latin typeface="Consolas" panose="020B0609020204030204" pitchFamily="49" charset="0"/>
              </a:rPr>
              <a:t>5</a:t>
            </a:r>
          </a:p>
          <a:p>
            <a:pPr>
              <a:lnSpc>
                <a:spcPct val="150000"/>
              </a:lnSpc>
            </a:pPr>
            <a:r>
              <a:rPr lang="en-US" altLang="zh-CN" dirty="0">
                <a:latin typeface="Consolas" panose="020B0609020204030204" pitchFamily="49" charset="0"/>
              </a:rPr>
              <a:t>6</a:t>
            </a:r>
            <a:endParaRPr lang="en-US" altLang="zh-CN" dirty="0">
              <a:solidFill>
                <a:schemeClr val="bg1"/>
              </a:solidFill>
              <a:latin typeface="Consolas" panose="020B0609020204030204" pitchFamily="49" charset="0"/>
            </a:endParaRPr>
          </a:p>
          <a:p>
            <a:pPr>
              <a:lnSpc>
                <a:spcPct val="150000"/>
              </a:lnSpc>
            </a:pPr>
            <a:r>
              <a:rPr lang="en-US" altLang="zh-CN" dirty="0">
                <a:latin typeface="Consolas" panose="020B0609020204030204" pitchFamily="49" charset="0"/>
              </a:rPr>
              <a:t>7</a:t>
            </a:r>
            <a:r>
              <a:rPr lang="en-US" altLang="zh-CN" dirty="0">
                <a:solidFill>
                  <a:schemeClr val="bg1"/>
                </a:solidFill>
                <a:latin typeface="Consolas" panose="020B0609020204030204" pitchFamily="49" charset="0"/>
              </a:rPr>
              <a:t>-</a:t>
            </a:r>
            <a:endParaRPr lang="en-US" altLang="zh-CN" dirty="0">
              <a:latin typeface="Consolas" panose="020B0609020204030204" pitchFamily="49" charset="0"/>
            </a:endParaRPr>
          </a:p>
          <a:p>
            <a:pPr>
              <a:lnSpc>
                <a:spcPct val="150000"/>
              </a:lnSpc>
            </a:pPr>
            <a:r>
              <a:rPr lang="en-US" altLang="zh-CN" dirty="0">
                <a:latin typeface="Consolas" panose="020B0609020204030204" pitchFamily="49" charset="0"/>
              </a:rPr>
              <a:t>8</a:t>
            </a:r>
            <a:r>
              <a:rPr lang="en-US" altLang="zh-CN" dirty="0">
                <a:solidFill>
                  <a:schemeClr val="bg1"/>
                </a:solidFill>
                <a:latin typeface="Consolas" panose="020B0609020204030204" pitchFamily="49" charset="0"/>
              </a:rPr>
              <a:t>-</a:t>
            </a:r>
            <a:endParaRPr lang="en-US" altLang="zh-CN" dirty="0">
              <a:latin typeface="Consolas" panose="020B0609020204030204" pitchFamily="49" charset="0"/>
            </a:endParaRPr>
          </a:p>
          <a:p>
            <a:pPr>
              <a:lnSpc>
                <a:spcPct val="150000"/>
              </a:lnSpc>
            </a:pPr>
            <a:r>
              <a:rPr lang="en-US" altLang="zh-CN" dirty="0">
                <a:latin typeface="Consolas" panose="020B0609020204030204" pitchFamily="49" charset="0"/>
              </a:rPr>
              <a:t>9</a:t>
            </a:r>
            <a:r>
              <a:rPr lang="en-US" altLang="zh-CN" dirty="0">
                <a:solidFill>
                  <a:schemeClr val="bg1"/>
                </a:solidFill>
                <a:latin typeface="Consolas" panose="020B0609020204030204" pitchFamily="49" charset="0"/>
              </a:rPr>
              <a:t>-</a:t>
            </a:r>
            <a:endParaRPr lang="zh-CN" altLang="en-US" dirty="0">
              <a:latin typeface="Consolas" panose="020B0609020204030204" pitchFamily="49"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A6958D02-BB0E-9B44-8457-91CCA3C9651B}"/>
                  </a:ext>
                </a:extLst>
              </p:cNvPr>
              <p:cNvSpPr txBox="1"/>
              <p:nvPr/>
            </p:nvSpPr>
            <p:spPr>
              <a:xfrm>
                <a:off x="1039075" y="1882340"/>
                <a:ext cx="4623828" cy="3839962"/>
              </a:xfrm>
              <a:prstGeom prst="rect">
                <a:avLst/>
              </a:prstGeom>
              <a:noFill/>
            </p:spPr>
            <p:txBody>
              <a:bodyPr wrap="square" rtlCol="0">
                <a:spAutoFit/>
              </a:bodyPr>
              <a:lstStyle/>
              <a:p>
                <a:pPr>
                  <a:lnSpc>
                    <a:spcPct val="150000"/>
                  </a:lnSpc>
                </a:pPr>
                <a14:m>
                  <m:oMath xmlns:m="http://schemas.openxmlformats.org/officeDocument/2006/math">
                    <m:r>
                      <a:rPr lang="en-US" altLang="zh-CN" b="0" i="1" smtClean="0">
                        <a:latin typeface="Cambria Math" panose="02040503050406030204" pitchFamily="18" charset="0"/>
                      </a:rPr>
                      <m:t>𝑊</m:t>
                    </m:r>
                    <m:r>
                      <a:rPr lang="en-US" altLang="zh-CN" b="0" i="1" smtClean="0">
                        <a:latin typeface="Cambria Math" panose="02040503050406030204" pitchFamily="18" charset="0"/>
                        <a:ea typeface="Cambria Math" panose="02040503050406030204" pitchFamily="18" charset="0"/>
                      </a:rPr>
                      <m:t>←</m:t>
                    </m:r>
                  </m:oMath>
                </a14:m>
                <a:r>
                  <a:rPr lang="en-US" altLang="zh-CN" dirty="0"/>
                  <a:t> </a:t>
                </a:r>
                <a:r>
                  <a:rPr lang="en-US" altLang="zh-CN" dirty="0">
                    <a:latin typeface="Times New Roman" panose="02020603050405020304" pitchFamily="18" charset="0"/>
                    <a:cs typeface="Times New Roman" panose="02020603050405020304" pitchFamily="18" charset="0"/>
                  </a:rPr>
                  <a:t>{all the</a:t>
                </a:r>
                <a:r>
                  <a:rPr lang="en-US" altLang="zh-CN" dirty="0">
                    <a:solidFill>
                      <a:schemeClr val="bg1"/>
                    </a:solidFill>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entry nodes of the</a:t>
                </a:r>
                <a:r>
                  <a:rPr lang="en-US" altLang="zh-CN" dirty="0">
                    <a:solidFill>
                      <a:schemeClr val="bg1"/>
                    </a:solidFill>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CFG}</a:t>
                </a:r>
              </a:p>
              <a:p>
                <a:pPr>
                  <a:lnSpc>
                    <a:spcPct val="150000"/>
                  </a:lnSpc>
                </a:pPr>
                <a:r>
                  <a:rPr lang="en-US" altLang="zh-CN" b="1" dirty="0">
                    <a:latin typeface="Consolas" panose="020B0609020204030204" pitchFamily="49" charset="0"/>
                  </a:rPr>
                  <a:t>repeat</a:t>
                </a:r>
              </a:p>
              <a:p>
                <a:pPr marL="288290">
                  <a:lnSpc>
                    <a:spcPct val="150000"/>
                  </a:lnSpc>
                </a:pPr>
                <a:r>
                  <a:rPr lang="en-US" altLang="zh-CN" dirty="0">
                    <a:latin typeface="Times New Roman" panose="02020603050405020304" pitchFamily="18" charset="0"/>
                    <a:cs typeface="Times New Roman" panose="02020603050405020304" pitchFamily="18" charset="0"/>
                  </a:rPr>
                  <a:t> Retrieve node </a:t>
                </a:r>
                <a:r>
                  <a:rPr lang="en-US" altLang="zh-CN" i="1" dirty="0">
                    <a:latin typeface="Times New Roman" panose="02020603050405020304" pitchFamily="18" charset="0"/>
                    <a:cs typeface="Times New Roman" panose="02020603050405020304" pitchFamily="18" charset="0"/>
                  </a:rPr>
                  <a:t>k</a:t>
                </a:r>
                <a:r>
                  <a:rPr lang="en-US" altLang="zh-CN" dirty="0">
                    <a:latin typeface="Times New Roman" panose="02020603050405020304" pitchFamily="18" charset="0"/>
                    <a:cs typeface="Times New Roman" panose="02020603050405020304" pitchFamily="18" charset="0"/>
                  </a:rPr>
                  <a:t> from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𝑊</m:t>
                    </m:r>
                  </m:oMath>
                </a14:m>
                <a:r>
                  <a:rPr lang="en-US" altLang="zh-CN" dirty="0">
                    <a:latin typeface="Times New Roman" panose="02020603050405020304" pitchFamily="18" charset="0"/>
                    <a:cs typeface="Times New Roman" panose="02020603050405020304" pitchFamily="18" charset="0"/>
                  </a:rPr>
                  <a:t> </a:t>
                </a:r>
                <a:r>
                  <a:rPr lang="en-US" altLang="zh-CN" dirty="0"/>
                  <a:t> </a:t>
                </a:r>
              </a:p>
              <a:p>
                <a:pPr marL="288290">
                  <a:lnSpc>
                    <a:spcPct val="150000"/>
                  </a:lnSpc>
                </a:pPr>
                <a:r>
                  <a:rPr lang="en-US" altLang="zh-CN" dirty="0"/>
                  <a:t> </a:t>
                </a:r>
                <a14:m>
                  <m:oMath xmlns:m="http://schemas.openxmlformats.org/officeDocument/2006/math">
                    <m:r>
                      <a:rPr lang="en-US" altLang="zh-CN" i="1" dirty="0" smtClean="0">
                        <a:latin typeface="Cambria Math" panose="02040503050406030204" pitchFamily="18" charset="0"/>
                      </a:rPr>
                      <m:t>𝐼𝑁</m:t>
                    </m:r>
                    <m:d>
                      <m:dPr>
                        <m:begChr m:val="["/>
                        <m:endChr m:val="]"/>
                        <m:ctrlPr>
                          <a:rPr lang="en-US" altLang="zh-CN" i="1" dirty="0" smtClean="0">
                            <a:latin typeface="Cambria Math" panose="02040503050406030204" pitchFamily="18" charset="0"/>
                          </a:rPr>
                        </m:ctrlPr>
                      </m:dPr>
                      <m:e>
                        <m:r>
                          <a:rPr lang="en-US" altLang="zh-CN" b="0" i="1" dirty="0" smtClean="0">
                            <a:latin typeface="Cambria Math" panose="02040503050406030204" pitchFamily="18" charset="0"/>
                          </a:rPr>
                          <m:t>𝑘</m:t>
                        </m:r>
                      </m:e>
                    </m:d>
                    <m:r>
                      <a:rPr lang="en-US" altLang="zh-CN" i="1" dirty="0" smtClean="0">
                        <a:latin typeface="Cambria Math" panose="02040503050406030204" pitchFamily="18" charset="0"/>
                        <a:ea typeface="Cambria Math" panose="02040503050406030204" pitchFamily="18" charset="0"/>
                      </a:rPr>
                      <m:t>←</m:t>
                    </m:r>
                    <m:r>
                      <m:rPr>
                        <m:nor/>
                      </m:rPr>
                      <a:rPr lang="zh-CN" altLang="en-US" dirty="0" smtClean="0">
                        <a:latin typeface="Cambria Math" panose="02040503050406030204" pitchFamily="18" charset="0"/>
                      </a:rPr>
                      <m:t>⊗</m:t>
                    </m:r>
                    <m:r>
                      <m:rPr>
                        <m:nor/>
                      </m:rPr>
                      <a:rPr lang="en-US" altLang="zh-CN" b="0" i="0" dirty="0" smtClean="0">
                        <a:latin typeface="Cambria Math" panose="02040503050406030204" pitchFamily="18" charset="0"/>
                      </a:rPr>
                      <m:t> </m:t>
                    </m:r>
                    <m:r>
                      <a:rPr lang="en-US" altLang="zh-CN" i="1" baseline="-25000" dirty="0" smtClean="0">
                        <a:latin typeface="Cambria Math" panose="02040503050406030204" pitchFamily="18" charset="0"/>
                      </a:rPr>
                      <m:t>𝑝</m:t>
                    </m:r>
                    <m:r>
                      <a:rPr lang="en-US" altLang="zh-CN" i="1" baseline="-14000" dirty="0" smtClean="0">
                        <a:latin typeface="Cambria Math" panose="02040503050406030204" pitchFamily="18" charset="0"/>
                        <a:ea typeface="Cambria Math" panose="02040503050406030204" pitchFamily="18" charset="0"/>
                      </a:rPr>
                      <m:t>∈</m:t>
                    </m:r>
                    <m:r>
                      <a:rPr lang="en-US" altLang="zh-CN" i="1" baseline="-25000" dirty="0" smtClean="0">
                        <a:latin typeface="Cambria Math" panose="02040503050406030204" pitchFamily="18" charset="0"/>
                      </a:rPr>
                      <m:t>𝑝𝑟𝑒</m:t>
                    </m:r>
                    <m:r>
                      <a:rPr lang="en-US" altLang="zh-CN" b="0" i="1" baseline="-25000" dirty="0" smtClean="0">
                        <a:latin typeface="Cambria Math" panose="02040503050406030204" pitchFamily="18" charset="0"/>
                      </a:rPr>
                      <m:t>𝑑</m:t>
                    </m:r>
                    <m:r>
                      <a:rPr lang="en-US" altLang="zh-CN" b="0" i="1" baseline="-14000" dirty="0" smtClean="0">
                        <a:latin typeface="Cambria Math" panose="02040503050406030204" pitchFamily="18" charset="0"/>
                      </a:rPr>
                      <m:t>(</m:t>
                    </m:r>
                    <m:r>
                      <a:rPr lang="en-US" altLang="zh-CN" b="0" i="1" baseline="-25000" dirty="0" smtClean="0">
                        <a:latin typeface="Cambria Math" panose="02040503050406030204" pitchFamily="18" charset="0"/>
                      </a:rPr>
                      <m:t>𝑘</m:t>
                    </m:r>
                    <m:r>
                      <a:rPr lang="en-US" altLang="zh-CN" b="0" i="1" baseline="-14000" dirty="0" smtClean="0">
                        <a:latin typeface="Cambria Math" panose="02040503050406030204" pitchFamily="18" charset="0"/>
                      </a:rPr>
                      <m:t>)</m:t>
                    </m:r>
                    <m:r>
                      <a:rPr lang="en-US" altLang="zh-CN" b="0" i="1" dirty="0" smtClean="0">
                        <a:latin typeface="Cambria Math" panose="02040503050406030204" pitchFamily="18" charset="0"/>
                      </a:rPr>
                      <m:t>𝑂𝑈𝑇</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𝑝</m:t>
                    </m:r>
                    <m:r>
                      <a:rPr lang="en-US" altLang="zh-CN" b="0" i="1" dirty="0" smtClean="0">
                        <a:latin typeface="Cambria Math" panose="02040503050406030204" pitchFamily="18" charset="0"/>
                      </a:rPr>
                      <m:t>]</m:t>
                    </m:r>
                  </m:oMath>
                </a14:m>
                <a:endParaRPr lang="en-US" altLang="zh-CN" dirty="0">
                  <a:latin typeface="Cambria Math" panose="02040503050406030204" pitchFamily="18" charset="0"/>
                </a:endParaRPr>
              </a:p>
              <a:p>
                <a:pPr marL="288290">
                  <a:lnSpc>
                    <a:spcPct val="150000"/>
                  </a:lnSpc>
                  <a:spcBef>
                    <a:spcPts val="360"/>
                  </a:spcBef>
                </a:pPr>
                <a:r>
                  <a:rPr lang="en-US" altLang="zh-CN" dirty="0">
                    <a:latin typeface="Times New Roman" panose="02020603050405020304" pitchFamily="18" charset="0"/>
                    <a:cs typeface="Times New Roman" panose="02020603050405020304" pitchFamily="18" charset="0"/>
                  </a:rPr>
                  <a:t>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𝑇𝑀𝑃</m:t>
                    </m:r>
                    <m:r>
                      <a:rPr lang="en-US" altLang="zh-CN" i="1" dirty="0" smtClean="0">
                        <a:latin typeface="Cambria Math" panose="02040503050406030204" pitchFamily="18" charset="0"/>
                        <a:ea typeface="Cambria Math" panose="02040503050406030204" pitchFamily="18" charset="0"/>
                      </a:rPr>
                      <m:t> ←</m:t>
                    </m:r>
                    <m:r>
                      <a:rPr lang="en-US" altLang="zh-CN"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ea typeface="Cambria Math" panose="02040503050406030204" pitchFamily="18" charset="0"/>
                        <a:cs typeface="Times New Roman" panose="02020603050405020304" pitchFamily="18" charset="0"/>
                      </a:rPr>
                      <m:t>𝐼𝑁</m:t>
                    </m:r>
                    <m:r>
                      <a:rPr lang="en-US" altLang="zh-CN"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ea typeface="Cambria Math" panose="02040503050406030204" pitchFamily="18" charset="0"/>
                        <a:cs typeface="Times New Roman" panose="02020603050405020304" pitchFamily="18" charset="0"/>
                      </a:rPr>
                      <m:t>𝑘</m:t>
                    </m:r>
                    <m:r>
                      <a:rPr lang="en-US" altLang="zh-CN"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ea typeface="Cambria Math" panose="02040503050406030204" pitchFamily="18" charset="0"/>
                        <a:cs typeface="Cambria Math" panose="02040503050406030204" pitchFamily="18" charset="0"/>
                      </a:rPr>
                      <m:t>𝐾𝐼𝐿𝐿</m:t>
                    </m:r>
                    <m:r>
                      <a:rPr lang="en-US" altLang="zh-CN"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ea typeface="Cambria Math" panose="02040503050406030204" pitchFamily="18" charset="0"/>
                        <a:cs typeface="Times New Roman" panose="02020603050405020304" pitchFamily="18" charset="0"/>
                      </a:rPr>
                      <m:t>𝑘</m:t>
                    </m:r>
                    <m:r>
                      <a:rPr lang="en-US" altLang="zh-CN"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ea typeface="Cambria Math" panose="02040503050406030204" pitchFamily="18" charset="0"/>
                        <a:cs typeface="Times New Roman" panose="02020603050405020304" pitchFamily="18" charset="0"/>
                      </a:rPr>
                      <m:t>𝐺𝐸𝑁</m:t>
                    </m:r>
                    <m:r>
                      <a:rPr lang="en-US" altLang="zh-CN"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ea typeface="Cambria Math" panose="02040503050406030204" pitchFamily="18" charset="0"/>
                        <a:cs typeface="Times New Roman" panose="02020603050405020304" pitchFamily="18" charset="0"/>
                      </a:rPr>
                      <m:t>𝑘</m:t>
                    </m:r>
                    <m:r>
                      <a:rPr lang="en-US" altLang="zh-CN" i="1" dirty="0"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CN" dirty="0">
                  <a:latin typeface="Times New Roman" panose="02020603050405020304" pitchFamily="18" charset="0"/>
                  <a:ea typeface="Cambria Math" panose="02040503050406030204" pitchFamily="18" charset="0"/>
                  <a:cs typeface="Times New Roman" panose="02020603050405020304" pitchFamily="18" charset="0"/>
                </a:endParaRPr>
              </a:p>
              <a:p>
                <a:pPr marL="288290">
                  <a:lnSpc>
                    <a:spcPct val="150000"/>
                  </a:lnSpc>
                </a:pPr>
                <a:r>
                  <a:rPr lang="en-US" altLang="zh-CN" dirty="0">
                    <a:latin typeface="Times New Roman" panose="02020603050405020304" pitchFamily="18" charset="0"/>
                    <a:ea typeface="Cambria Math" panose="02040503050406030204" pitchFamily="18" charset="0"/>
                    <a:cs typeface="Times New Roman" panose="02020603050405020304" pitchFamily="18" charset="0"/>
                  </a:rPr>
                  <a:t> </a:t>
                </a:r>
                <a:r>
                  <a:rPr lang="en-US" altLang="zh-CN" b="1" dirty="0">
                    <a:latin typeface="Consolas" panose="020B0609020204030204" pitchFamily="49" charset="0"/>
                    <a:ea typeface="Cambria Math" panose="02040503050406030204" pitchFamily="18" charset="0"/>
                    <a:cs typeface="Times New Roman" panose="02020603050405020304" pitchFamily="18" charset="0"/>
                  </a:rPr>
                  <a:t>if</a:t>
                </a:r>
                <a14:m>
                  <m:oMath xmlns:m="http://schemas.openxmlformats.org/officeDocument/2006/math">
                    <m:r>
                      <a:rPr lang="en-US" altLang="zh-CN" i="1" dirty="0"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CN" i="1" dirty="0" smtClean="0">
                        <a:latin typeface="Cambria Math" panose="02040503050406030204" pitchFamily="18" charset="0"/>
                        <a:ea typeface="Cambria Math" panose="02040503050406030204" pitchFamily="18" charset="0"/>
                        <a:cs typeface="Times New Roman" panose="02020603050405020304" pitchFamily="18" charset="0"/>
                      </a:rPr>
                      <m:t>𝑇𝑀𝑃</m:t>
                    </m:r>
                    <m:r>
                      <a:rPr lang="en-US" altLang="zh-CN"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𝑂𝑈𝑇</m:t>
                    </m:r>
                    <m:d>
                      <m:dPr>
                        <m:begChr m:val="["/>
                        <m:endChr m:val="]"/>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𝑘</m:t>
                        </m:r>
                      </m:e>
                    </m:d>
                    <m:r>
                      <a:rPr lang="en-US" altLang="zh-CN" b="1" i="0"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US" altLang="zh-CN" b="1" dirty="0">
                    <a:latin typeface="Consolas" panose="020B0609020204030204" pitchFamily="49" charset="0"/>
                    <a:ea typeface="Cambria Math" panose="02040503050406030204" pitchFamily="18" charset="0"/>
                    <a:cs typeface="Times New Roman" panose="02020603050405020304" pitchFamily="18" charset="0"/>
                  </a:rPr>
                  <a:t>then</a:t>
                </a:r>
                <a:endParaRPr lang="en-US" altLang="zh-CN" b="1" dirty="0">
                  <a:latin typeface="Consolas" panose="020B0609020204030204" pitchFamily="49" charset="0"/>
                  <a:cs typeface="Times New Roman" panose="02020603050405020304" pitchFamily="18" charset="0"/>
                </a:endParaRPr>
              </a:p>
              <a:p>
                <a:pPr marL="575945">
                  <a:lnSpc>
                    <a:spcPct val="150000"/>
                  </a:lnSpc>
                </a:pPr>
                <a:r>
                  <a:rPr lang="en-US" altLang="zh-CN" b="1" dirty="0">
                    <a:latin typeface="Consolas" panose="020B0609020204030204" pitchFamily="49" charset="0"/>
                    <a:cs typeface="Times New Roman" panose="02020603050405020304" pitchFamily="18" charset="0"/>
                  </a:rPr>
                  <a:t> </a:t>
                </a:r>
                <a14:m>
                  <m:oMath xmlns:m="http://schemas.openxmlformats.org/officeDocument/2006/math">
                    <m:r>
                      <a:rPr lang="en-US" altLang="zh-CN" b="0" i="1" smtClean="0">
                        <a:latin typeface="Cambria Math" panose="02040503050406030204" pitchFamily="18" charset="0"/>
                        <a:cs typeface="Times New Roman" panose="02020603050405020304" pitchFamily="18" charset="0"/>
                      </a:rPr>
                      <m:t>𝑂𝑈𝑇</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𝑘</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𝑇𝑀𝑃</m:t>
                    </m:r>
                  </m:oMath>
                </a14:m>
                <a:endParaRPr lang="en-US" altLang="zh-CN" dirty="0">
                  <a:latin typeface="Consolas" panose="020B0609020204030204" pitchFamily="49" charset="0"/>
                  <a:cs typeface="Times New Roman" panose="02020603050405020304" pitchFamily="18" charset="0"/>
                </a:endParaRPr>
              </a:p>
              <a:p>
                <a:pPr marL="575945">
                  <a:lnSpc>
                    <a:spcPct val="150000"/>
                  </a:lnSpc>
                </a:pPr>
                <a:r>
                  <a:rPr lang="en-US" altLang="zh-CN" dirty="0">
                    <a:latin typeface="Consolas" panose="020B0609020204030204" pitchFamily="49" charset="0"/>
                    <a:cs typeface="Times New Roman" panose="02020603050405020304" pitchFamily="18" charset="0"/>
                  </a:rPr>
                  <a:t> </a:t>
                </a:r>
                <a14:m>
                  <m:oMath xmlns:m="http://schemas.openxmlformats.org/officeDocument/2006/math">
                    <m:r>
                      <a:rPr lang="en-US" altLang="zh-CN" b="0" i="1" smtClean="0">
                        <a:latin typeface="Cambria Math" panose="02040503050406030204" pitchFamily="18" charset="0"/>
                        <a:cs typeface="Times New Roman" panose="02020603050405020304" pitchFamily="18" charset="0"/>
                      </a:rPr>
                      <m:t>𝑊</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𝑊</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𝑠𝑢𝑐𝑐</m:t>
                    </m:r>
                    <m:d>
                      <m:d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𝑘</m:t>
                        </m:r>
                      </m:e>
                    </m:d>
                  </m:oMath>
                </a14:m>
                <a:endParaRPr lang="en-US" altLang="zh-CN" dirty="0">
                  <a:latin typeface="Consolas" panose="020B0609020204030204" pitchFamily="49" charset="0"/>
                  <a:ea typeface="Cambria Math" panose="02040503050406030204" pitchFamily="18" charset="0"/>
                  <a:cs typeface="Times New Roman" panose="02020603050405020304" pitchFamily="18" charset="0"/>
                </a:endParaRPr>
              </a:p>
              <a:p>
                <a:pPr>
                  <a:lnSpc>
                    <a:spcPct val="150000"/>
                  </a:lnSpc>
                </a:pPr>
                <a:r>
                  <a:rPr lang="en-US" altLang="zh-CN" b="1" dirty="0">
                    <a:latin typeface="Consolas" panose="020B0609020204030204" pitchFamily="49" charset="0"/>
                  </a:rPr>
                  <a:t>until </a:t>
                </a:r>
                <a14:m>
                  <m:oMath xmlns:m="http://schemas.openxmlformats.org/officeDocument/2006/math">
                    <m:r>
                      <a:rPr lang="en-US" altLang="zh-CN" b="1">
                        <a:latin typeface="Cambria Math" panose="02040503050406030204" pitchFamily="18" charset="0"/>
                        <a:cs typeface="Times New Roman" panose="02020603050405020304" pitchFamily="18" charset="0"/>
                      </a:rPr>
                      <m:t>𝑊</m:t>
                    </m:r>
                    <m:r>
                      <a:rPr lang="en-US" altLang="zh-CN" b="1" i="0" dirty="0" smtClean="0">
                        <a:latin typeface="Cambria Math" panose="02040503050406030204" pitchFamily="18" charset="0"/>
                        <a:cs typeface="Times New Roman" panose="02020603050405020304" pitchFamily="18" charset="0"/>
                      </a:rPr>
                      <m:t> </m:t>
                    </m:r>
                    <m:r>
                      <m:rPr>
                        <m:sty m:val="p"/>
                      </m:rPr>
                      <a:rPr lang="en-US" altLang="zh-CN" b="1" i="1" dirty="0">
                        <a:latin typeface="Cambria Math" panose="02040503050406030204" pitchFamily="18" charset="0"/>
                        <a:cs typeface="Times New Roman" panose="02020603050405020304" pitchFamily="18" charset="0"/>
                      </a:rPr>
                      <m:t>is</m:t>
                    </m:r>
                    <m:r>
                      <a:rPr lang="en-US" altLang="zh-CN" b="1" i="0" dirty="0" smtClean="0">
                        <a:latin typeface="Cambria Math" panose="02040503050406030204" pitchFamily="18" charset="0"/>
                        <a:cs typeface="Times New Roman" panose="02020603050405020304" pitchFamily="18" charset="0"/>
                      </a:rPr>
                      <m:t> </m:t>
                    </m:r>
                    <m:r>
                      <m:rPr>
                        <m:sty m:val="p"/>
                      </m:rPr>
                      <a:rPr lang="en-US" altLang="zh-CN" b="1" i="1" dirty="0">
                        <a:latin typeface="Cambria Math" panose="02040503050406030204" pitchFamily="18" charset="0"/>
                        <a:cs typeface="Times New Roman" panose="02020603050405020304" pitchFamily="18" charset="0"/>
                      </a:rPr>
                      <m:t>empty</m:t>
                    </m:r>
                    <m:r>
                      <a:rPr lang="en-US" altLang="zh-CN" b="1" smtClean="0">
                        <a:latin typeface="Cambria Math" panose="02040503050406030204" pitchFamily="18" charset="0"/>
                        <a:cs typeface="Times New Roman" panose="02020603050405020304" pitchFamily="18" charset="0"/>
                      </a:rPr>
                      <m:t> </m:t>
                    </m:r>
                  </m:oMath>
                </a14:m>
                <a:endParaRPr lang="en-US" altLang="zh-CN" b="1" dirty="0">
                  <a:latin typeface="Cambria Math" panose="020405030504060302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A6958D02-BB0E-9B44-8457-91CCA3C9651B}"/>
                  </a:ext>
                </a:extLst>
              </p:cNvPr>
              <p:cNvSpPr txBox="1">
                <a:spLocks noRot="1" noChangeAspect="1" noMove="1" noResize="1" noEditPoints="1" noAdjustHandles="1" noChangeArrowheads="1" noChangeShapeType="1" noTextEdit="1"/>
              </p:cNvSpPr>
              <p:nvPr/>
            </p:nvSpPr>
            <p:spPr>
              <a:xfrm>
                <a:off x="1039075" y="1882340"/>
                <a:ext cx="4623828" cy="3839962"/>
              </a:xfrm>
              <a:prstGeom prst="rect">
                <a:avLst/>
              </a:prstGeom>
              <a:blipFill>
                <a:blip r:embed="rId3"/>
                <a:stretch>
                  <a:fillRect l="-1096" b="-1980"/>
                </a:stretch>
              </a:blipFill>
            </p:spPr>
            <p:txBody>
              <a:bodyPr/>
              <a:lstStyle/>
              <a:p>
                <a:r>
                  <a:rPr lang="zh-CN" altLang="en-US">
                    <a:noFill/>
                  </a:rPr>
                  <a:t> </a:t>
                </a:r>
              </a:p>
            </p:txBody>
          </p:sp>
        </mc:Fallback>
      </mc:AlternateContent>
      <p:cxnSp>
        <p:nvCxnSpPr>
          <p:cNvPr id="8" name="直接连接符 10">
            <a:extLst>
              <a:ext uri="{FF2B5EF4-FFF2-40B4-BE49-F238E27FC236}">
                <a16:creationId xmlns:a16="http://schemas.microsoft.com/office/drawing/2014/main" id="{3AEF38FC-5E92-DD4F-BAE2-0C55DB2C4581}"/>
              </a:ext>
            </a:extLst>
          </p:cNvPr>
          <p:cNvCxnSpPr/>
          <p:nvPr/>
        </p:nvCxnSpPr>
        <p:spPr>
          <a:xfrm>
            <a:off x="389863" y="5721307"/>
            <a:ext cx="4691130" cy="0"/>
          </a:xfrm>
          <a:prstGeom prst="line">
            <a:avLst/>
          </a:prstGeom>
          <a:ln w="28575"/>
        </p:spPr>
        <p:style>
          <a:lnRef idx="1">
            <a:schemeClr val="dk1"/>
          </a:lnRef>
          <a:fillRef idx="0">
            <a:schemeClr val="dk1"/>
          </a:fillRef>
          <a:effectRef idx="0">
            <a:schemeClr val="dk1"/>
          </a:effectRef>
          <a:fontRef idx="minor">
            <a:schemeClr val="tx1"/>
          </a:fontRef>
        </p:style>
      </p:cxnSp>
      <p:sp>
        <p:nvSpPr>
          <p:cNvPr id="9" name="文本框 8">
            <a:extLst>
              <a:ext uri="{FF2B5EF4-FFF2-40B4-BE49-F238E27FC236}">
                <a16:creationId xmlns:a16="http://schemas.microsoft.com/office/drawing/2014/main" id="{FB867805-43FF-7D4A-9996-5E47D6734C91}"/>
              </a:ext>
            </a:extLst>
          </p:cNvPr>
          <p:cNvSpPr txBox="1"/>
          <p:nvPr/>
        </p:nvSpPr>
        <p:spPr>
          <a:xfrm>
            <a:off x="389862" y="1444762"/>
            <a:ext cx="4739027"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Algorithm 1: Classic Worklist Algorithm</a:t>
            </a:r>
            <a:endParaRPr lang="zh-CN" altLang="en-US" b="1" dirty="0">
              <a:latin typeface="Times New Roman" panose="02020603050405020304" pitchFamily="18" charset="0"/>
              <a:cs typeface="Times New Roman" panose="02020603050405020304" pitchFamily="18" charset="0"/>
            </a:endParaRPr>
          </a:p>
        </p:txBody>
      </p:sp>
      <p:cxnSp>
        <p:nvCxnSpPr>
          <p:cNvPr id="10" name="直接连接符 11">
            <a:extLst>
              <a:ext uri="{FF2B5EF4-FFF2-40B4-BE49-F238E27FC236}">
                <a16:creationId xmlns:a16="http://schemas.microsoft.com/office/drawing/2014/main" id="{DDF707A1-F45F-9D47-AFBC-F32A262AEC69}"/>
              </a:ext>
            </a:extLst>
          </p:cNvPr>
          <p:cNvCxnSpPr/>
          <p:nvPr/>
        </p:nvCxnSpPr>
        <p:spPr>
          <a:xfrm>
            <a:off x="389863" y="1882340"/>
            <a:ext cx="473902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直接连接符 12">
            <a:extLst>
              <a:ext uri="{FF2B5EF4-FFF2-40B4-BE49-F238E27FC236}">
                <a16:creationId xmlns:a16="http://schemas.microsoft.com/office/drawing/2014/main" id="{911A4D1B-A3D6-7A41-9EA9-7D871444974A}"/>
              </a:ext>
            </a:extLst>
          </p:cNvPr>
          <p:cNvCxnSpPr/>
          <p:nvPr/>
        </p:nvCxnSpPr>
        <p:spPr>
          <a:xfrm>
            <a:off x="389863" y="1376515"/>
            <a:ext cx="4739027" cy="0"/>
          </a:xfrm>
          <a:prstGeom prst="line">
            <a:avLst/>
          </a:prstGeom>
          <a:ln w="28575"/>
        </p:spPr>
        <p:style>
          <a:lnRef idx="1">
            <a:schemeClr val="dk1"/>
          </a:lnRef>
          <a:fillRef idx="0">
            <a:schemeClr val="dk1"/>
          </a:fillRef>
          <a:effectRef idx="0">
            <a:schemeClr val="dk1"/>
          </a:effectRef>
          <a:fontRef idx="minor">
            <a:schemeClr val="tx1"/>
          </a:fontRef>
        </p:style>
      </p:cxnSp>
      <p:sp>
        <p:nvSpPr>
          <p:cNvPr id="12" name="矩形 11">
            <a:extLst>
              <a:ext uri="{FF2B5EF4-FFF2-40B4-BE49-F238E27FC236}">
                <a16:creationId xmlns:a16="http://schemas.microsoft.com/office/drawing/2014/main" id="{28CFD1B3-9B63-AB45-854B-296AA51337AD}"/>
              </a:ext>
            </a:extLst>
          </p:cNvPr>
          <p:cNvSpPr/>
          <p:nvPr/>
        </p:nvSpPr>
        <p:spPr>
          <a:xfrm>
            <a:off x="968983" y="1974090"/>
            <a:ext cx="3827417" cy="3778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0772A66D-10F5-0742-B9E6-B348D244B8EA}"/>
              </a:ext>
            </a:extLst>
          </p:cNvPr>
          <p:cNvSpPr/>
          <p:nvPr/>
        </p:nvSpPr>
        <p:spPr>
          <a:xfrm>
            <a:off x="1334742" y="3233855"/>
            <a:ext cx="2992121" cy="3778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2BF0B119-677D-AA4F-9378-9F921CBDE1BD}"/>
              </a:ext>
            </a:extLst>
          </p:cNvPr>
          <p:cNvSpPr/>
          <p:nvPr/>
        </p:nvSpPr>
        <p:spPr>
          <a:xfrm>
            <a:off x="1334742" y="3684594"/>
            <a:ext cx="3705498" cy="3778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A7F38AE7-2A21-934F-B7C4-47B08E84B1BD}"/>
              </a:ext>
            </a:extLst>
          </p:cNvPr>
          <p:cNvSpPr/>
          <p:nvPr/>
        </p:nvSpPr>
        <p:spPr>
          <a:xfrm>
            <a:off x="1334584" y="4135380"/>
            <a:ext cx="2629535" cy="11525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6AD65BF9-575A-9647-AB68-DFB056676E1B}"/>
              </a:ext>
            </a:extLst>
          </p:cNvPr>
          <p:cNvSpPr/>
          <p:nvPr/>
        </p:nvSpPr>
        <p:spPr>
          <a:xfrm>
            <a:off x="6173920" y="1814094"/>
            <a:ext cx="3390900" cy="669866"/>
          </a:xfrm>
          <a:prstGeom prst="rect">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框 16">
            <a:extLst>
              <a:ext uri="{FF2B5EF4-FFF2-40B4-BE49-F238E27FC236}">
                <a16:creationId xmlns:a16="http://schemas.microsoft.com/office/drawing/2014/main" id="{6E11493B-1A0C-FC48-A732-0A343949B058}"/>
              </a:ext>
            </a:extLst>
          </p:cNvPr>
          <p:cNvSpPr txBox="1"/>
          <p:nvPr/>
        </p:nvSpPr>
        <p:spPr>
          <a:xfrm>
            <a:off x="6181902" y="1747473"/>
            <a:ext cx="1820091" cy="338554"/>
          </a:xfrm>
          <a:prstGeom prst="rect">
            <a:avLst/>
          </a:prstGeom>
          <a:noFill/>
          <a:effectLst/>
        </p:spPr>
        <p:txBody>
          <a:bodyPr wrap="square" rtlCol="0">
            <a:spAutoFit/>
          </a:bodyPr>
          <a:lstStyle/>
          <a:p>
            <a:r>
              <a:rPr lang="en-US" altLang="zh-CN" sz="1600" dirty="0">
                <a:latin typeface="Consolas" panose="020B0609020204030204" pitchFamily="49" charset="0"/>
              </a:rPr>
              <a:t>worklist unit</a:t>
            </a:r>
            <a:endParaRPr lang="zh-CN" altLang="en-US" sz="1600" dirty="0">
              <a:latin typeface="Consolas" panose="020B0609020204030204" pitchFamily="49" charset="0"/>
            </a:endParaRPr>
          </a:p>
        </p:txBody>
      </p:sp>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058FC4A2-FD3B-C142-BD81-C1890A4F3AA7}"/>
                  </a:ext>
                </a:extLst>
              </p:cNvPr>
              <p:cNvSpPr/>
              <p:nvPr/>
            </p:nvSpPr>
            <p:spPr>
              <a:xfrm>
                <a:off x="6272655" y="2116805"/>
                <a:ext cx="370801" cy="324395"/>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i="1" baseline="-25000" dirty="0" smtClean="0">
                          <a:solidFill>
                            <a:schemeClr val="tx1"/>
                          </a:solidFill>
                          <a:latin typeface="Cambria Math" panose="02040503050406030204" pitchFamily="18" charset="0"/>
                        </a:rPr>
                        <m:t>0</m:t>
                      </m:r>
                    </m:oMath>
                  </m:oMathPara>
                </a14:m>
                <a:endParaRPr lang="zh-CN" altLang="en-US" baseline="-25000" dirty="0">
                  <a:solidFill>
                    <a:schemeClr val="tx1"/>
                  </a:solidFill>
                </a:endParaRPr>
              </a:p>
            </p:txBody>
          </p:sp>
        </mc:Choice>
        <mc:Fallback xmlns="">
          <p:sp>
            <p:nvSpPr>
              <p:cNvPr id="18" name="矩形 17">
                <a:extLst>
                  <a:ext uri="{FF2B5EF4-FFF2-40B4-BE49-F238E27FC236}">
                    <a16:creationId xmlns:a16="http://schemas.microsoft.com/office/drawing/2014/main" id="{058FC4A2-FD3B-C142-BD81-C1890A4F3AA7}"/>
                  </a:ext>
                </a:extLst>
              </p:cNvPr>
              <p:cNvSpPr>
                <a:spLocks noRot="1" noChangeAspect="1" noMove="1" noResize="1" noEditPoints="1" noAdjustHandles="1" noChangeArrowheads="1" noChangeShapeType="1" noTextEdit="1"/>
              </p:cNvSpPr>
              <p:nvPr/>
            </p:nvSpPr>
            <p:spPr>
              <a:xfrm>
                <a:off x="6272655" y="2116805"/>
                <a:ext cx="370801" cy="324395"/>
              </a:xfrm>
              <a:prstGeom prst="rect">
                <a:avLst/>
              </a:prstGeom>
              <a:blipFill>
                <a:blip r:embed="rId4"/>
                <a:stretch>
                  <a:fillRect l="-6452"/>
                </a:stretch>
              </a:blipFill>
              <a:ln>
                <a:solidFill>
                  <a:schemeClr val="tx1"/>
                </a:solidFill>
              </a:ln>
              <a:effectLst/>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660E9047-51C9-054F-A06D-8AF4A5428A72}"/>
              </a:ext>
            </a:extLst>
          </p:cNvPr>
          <p:cNvSpPr txBox="1"/>
          <p:nvPr/>
        </p:nvSpPr>
        <p:spPr>
          <a:xfrm>
            <a:off x="8684808" y="2103107"/>
            <a:ext cx="767252" cy="369332"/>
          </a:xfrm>
          <a:prstGeom prst="rect">
            <a:avLst/>
          </a:prstGeom>
          <a:noFill/>
          <a:effectLst/>
        </p:spPr>
        <p:txBody>
          <a:bodyPr wrap="square" rtlCol="0">
            <a:spAutoFit/>
          </a:bodyPr>
          <a:lstStyle/>
          <a:p>
            <a:r>
              <a:rPr lang="en-US" altLang="zh-CN" dirty="0"/>
              <a:t>……</a:t>
            </a:r>
            <a:endParaRPr lang="zh-CN" altLang="en-US" dirty="0"/>
          </a:p>
        </p:txBody>
      </p: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1C3C6415-7E48-E744-A34E-7BF72AE2BBEC}"/>
                  </a:ext>
                </a:extLst>
              </p:cNvPr>
              <p:cNvSpPr/>
              <p:nvPr/>
            </p:nvSpPr>
            <p:spPr>
              <a:xfrm>
                <a:off x="6742192" y="2116805"/>
                <a:ext cx="370801" cy="324395"/>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b="0" i="1" baseline="-25000" dirty="0" smtClean="0">
                          <a:solidFill>
                            <a:schemeClr val="tx1"/>
                          </a:solidFill>
                          <a:latin typeface="Cambria Math" panose="02040503050406030204" pitchFamily="18" charset="0"/>
                        </a:rPr>
                        <m:t>1</m:t>
                      </m:r>
                    </m:oMath>
                  </m:oMathPara>
                </a14:m>
                <a:endParaRPr lang="zh-CN" altLang="en-US" baseline="-25000" dirty="0">
                  <a:solidFill>
                    <a:schemeClr val="tx1"/>
                  </a:solidFill>
                </a:endParaRPr>
              </a:p>
            </p:txBody>
          </p:sp>
        </mc:Choice>
        <mc:Fallback xmlns="">
          <p:sp>
            <p:nvSpPr>
              <p:cNvPr id="20" name="矩形 19">
                <a:extLst>
                  <a:ext uri="{FF2B5EF4-FFF2-40B4-BE49-F238E27FC236}">
                    <a16:creationId xmlns:a16="http://schemas.microsoft.com/office/drawing/2014/main" id="{1C3C6415-7E48-E744-A34E-7BF72AE2BBEC}"/>
                  </a:ext>
                </a:extLst>
              </p:cNvPr>
              <p:cNvSpPr>
                <a:spLocks noRot="1" noChangeAspect="1" noMove="1" noResize="1" noEditPoints="1" noAdjustHandles="1" noChangeArrowheads="1" noChangeShapeType="1" noTextEdit="1"/>
              </p:cNvSpPr>
              <p:nvPr/>
            </p:nvSpPr>
            <p:spPr>
              <a:xfrm>
                <a:off x="6742192" y="2116805"/>
                <a:ext cx="370801" cy="324395"/>
              </a:xfrm>
              <a:prstGeom prst="rect">
                <a:avLst/>
              </a:prstGeom>
              <a:blipFill>
                <a:blip r:embed="rId5"/>
                <a:stretch>
                  <a:fillRect l="-6452"/>
                </a:stretch>
              </a:blipFill>
              <a:ln>
                <a:solidFill>
                  <a:schemeClr val="tx1"/>
                </a:solid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B29CE28B-4523-144C-B2BA-FA459A503B70}"/>
                  </a:ext>
                </a:extLst>
              </p:cNvPr>
              <p:cNvSpPr/>
              <p:nvPr/>
            </p:nvSpPr>
            <p:spPr>
              <a:xfrm>
                <a:off x="7211729" y="2116805"/>
                <a:ext cx="370801" cy="324395"/>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b="0" i="1" baseline="-25000" dirty="0" smtClean="0">
                          <a:solidFill>
                            <a:schemeClr val="tx1"/>
                          </a:solidFill>
                          <a:latin typeface="Cambria Math" panose="02040503050406030204" pitchFamily="18" charset="0"/>
                        </a:rPr>
                        <m:t>2</m:t>
                      </m:r>
                    </m:oMath>
                  </m:oMathPara>
                </a14:m>
                <a:endParaRPr lang="zh-CN" altLang="en-US" baseline="-25000" dirty="0">
                  <a:solidFill>
                    <a:schemeClr val="tx1"/>
                  </a:solidFill>
                </a:endParaRPr>
              </a:p>
            </p:txBody>
          </p:sp>
        </mc:Choice>
        <mc:Fallback xmlns="">
          <p:sp>
            <p:nvSpPr>
              <p:cNvPr id="21" name="矩形 20">
                <a:extLst>
                  <a:ext uri="{FF2B5EF4-FFF2-40B4-BE49-F238E27FC236}">
                    <a16:creationId xmlns:a16="http://schemas.microsoft.com/office/drawing/2014/main" id="{B29CE28B-4523-144C-B2BA-FA459A503B70}"/>
                  </a:ext>
                </a:extLst>
              </p:cNvPr>
              <p:cNvSpPr>
                <a:spLocks noRot="1" noChangeAspect="1" noMove="1" noResize="1" noEditPoints="1" noAdjustHandles="1" noChangeArrowheads="1" noChangeShapeType="1" noTextEdit="1"/>
              </p:cNvSpPr>
              <p:nvPr/>
            </p:nvSpPr>
            <p:spPr>
              <a:xfrm>
                <a:off x="7211729" y="2116805"/>
                <a:ext cx="370801" cy="324395"/>
              </a:xfrm>
              <a:prstGeom prst="rect">
                <a:avLst/>
              </a:prstGeom>
              <a:blipFill>
                <a:blip r:embed="rId6"/>
                <a:stretch>
                  <a:fillRect l="-9677"/>
                </a:stretch>
              </a:blipFill>
              <a:ln>
                <a:solidFill>
                  <a:schemeClr val="tx1"/>
                </a:solid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7E250FC7-F7CF-0046-B7D0-81E57DF841FE}"/>
                  </a:ext>
                </a:extLst>
              </p:cNvPr>
              <p:cNvSpPr/>
              <p:nvPr/>
            </p:nvSpPr>
            <p:spPr>
              <a:xfrm>
                <a:off x="7681266" y="2116805"/>
                <a:ext cx="370801" cy="324395"/>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b="0" i="1" baseline="-25000" dirty="0" smtClean="0">
                          <a:solidFill>
                            <a:schemeClr val="tx1"/>
                          </a:solidFill>
                          <a:latin typeface="Cambria Math" panose="02040503050406030204" pitchFamily="18" charset="0"/>
                        </a:rPr>
                        <m:t>3</m:t>
                      </m:r>
                    </m:oMath>
                  </m:oMathPara>
                </a14:m>
                <a:endParaRPr lang="zh-CN" altLang="en-US" baseline="-25000" dirty="0">
                  <a:solidFill>
                    <a:schemeClr val="tx1"/>
                  </a:solidFill>
                </a:endParaRPr>
              </a:p>
            </p:txBody>
          </p:sp>
        </mc:Choice>
        <mc:Fallback xmlns="">
          <p:sp>
            <p:nvSpPr>
              <p:cNvPr id="22" name="矩形 21">
                <a:extLst>
                  <a:ext uri="{FF2B5EF4-FFF2-40B4-BE49-F238E27FC236}">
                    <a16:creationId xmlns:a16="http://schemas.microsoft.com/office/drawing/2014/main" id="{7E250FC7-F7CF-0046-B7D0-81E57DF841FE}"/>
                  </a:ext>
                </a:extLst>
              </p:cNvPr>
              <p:cNvSpPr>
                <a:spLocks noRot="1" noChangeAspect="1" noMove="1" noResize="1" noEditPoints="1" noAdjustHandles="1" noChangeArrowheads="1" noChangeShapeType="1" noTextEdit="1"/>
              </p:cNvSpPr>
              <p:nvPr/>
            </p:nvSpPr>
            <p:spPr>
              <a:xfrm>
                <a:off x="7681266" y="2116805"/>
                <a:ext cx="370801" cy="324395"/>
              </a:xfrm>
              <a:prstGeom prst="rect">
                <a:avLst/>
              </a:prstGeom>
              <a:blipFill>
                <a:blip r:embed="rId7"/>
                <a:stretch>
                  <a:fillRect l="-9677"/>
                </a:stretch>
              </a:blipFill>
              <a:ln>
                <a:solidFill>
                  <a:schemeClr val="tx1"/>
                </a:solid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972660A1-BA04-E845-AFF6-C9C876BF53F0}"/>
                  </a:ext>
                </a:extLst>
              </p:cNvPr>
              <p:cNvSpPr/>
              <p:nvPr/>
            </p:nvSpPr>
            <p:spPr>
              <a:xfrm>
                <a:off x="8150803" y="2116805"/>
                <a:ext cx="370801" cy="324395"/>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b="0" i="1" baseline="-25000" dirty="0" smtClean="0">
                          <a:solidFill>
                            <a:schemeClr val="tx1"/>
                          </a:solidFill>
                          <a:latin typeface="Cambria Math" panose="02040503050406030204" pitchFamily="18" charset="0"/>
                        </a:rPr>
                        <m:t>4</m:t>
                      </m:r>
                    </m:oMath>
                  </m:oMathPara>
                </a14:m>
                <a:endParaRPr lang="zh-CN" altLang="en-US" baseline="-25000" dirty="0">
                  <a:solidFill>
                    <a:schemeClr val="tx1"/>
                  </a:solidFill>
                </a:endParaRPr>
              </a:p>
            </p:txBody>
          </p:sp>
        </mc:Choice>
        <mc:Fallback xmlns="">
          <p:sp>
            <p:nvSpPr>
              <p:cNvPr id="23" name="矩形 22">
                <a:extLst>
                  <a:ext uri="{FF2B5EF4-FFF2-40B4-BE49-F238E27FC236}">
                    <a16:creationId xmlns:a16="http://schemas.microsoft.com/office/drawing/2014/main" id="{972660A1-BA04-E845-AFF6-C9C876BF53F0}"/>
                  </a:ext>
                </a:extLst>
              </p:cNvPr>
              <p:cNvSpPr>
                <a:spLocks noRot="1" noChangeAspect="1" noMove="1" noResize="1" noEditPoints="1" noAdjustHandles="1" noChangeArrowheads="1" noChangeShapeType="1" noTextEdit="1"/>
              </p:cNvSpPr>
              <p:nvPr/>
            </p:nvSpPr>
            <p:spPr>
              <a:xfrm>
                <a:off x="8150803" y="2116805"/>
                <a:ext cx="370801" cy="324395"/>
              </a:xfrm>
              <a:prstGeom prst="rect">
                <a:avLst/>
              </a:prstGeom>
              <a:blipFill>
                <a:blip r:embed="rId8"/>
                <a:stretch>
                  <a:fillRect l="-9677"/>
                </a:stretch>
              </a:blipFill>
              <a:ln>
                <a:solidFill>
                  <a:schemeClr val="tx1"/>
                </a:solidFill>
              </a:ln>
              <a:effectLst/>
            </p:spPr>
            <p:txBody>
              <a:bodyPr/>
              <a:lstStyle/>
              <a:p>
                <a:r>
                  <a:rPr lang="zh-CN" altLang="en-US">
                    <a:noFill/>
                  </a:rPr>
                  <a:t> </a:t>
                </a:r>
              </a:p>
            </p:txBody>
          </p:sp>
        </mc:Fallback>
      </mc:AlternateContent>
      <p:sp>
        <p:nvSpPr>
          <p:cNvPr id="24" name="矩形 23">
            <a:extLst>
              <a:ext uri="{FF2B5EF4-FFF2-40B4-BE49-F238E27FC236}">
                <a16:creationId xmlns:a16="http://schemas.microsoft.com/office/drawing/2014/main" id="{52D6B47F-0C8C-3A44-A0CB-32EF3CFE976B}"/>
              </a:ext>
            </a:extLst>
          </p:cNvPr>
          <p:cNvSpPr/>
          <p:nvPr/>
        </p:nvSpPr>
        <p:spPr>
          <a:xfrm>
            <a:off x="6181903" y="2617007"/>
            <a:ext cx="3390900" cy="975490"/>
          </a:xfrm>
          <a:prstGeom prst="rect">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矩形 24">
            <a:extLst>
              <a:ext uri="{FF2B5EF4-FFF2-40B4-BE49-F238E27FC236}">
                <a16:creationId xmlns:a16="http://schemas.microsoft.com/office/drawing/2014/main" id="{44897E25-4E3A-FA47-97F5-E5C8743F39BA}"/>
              </a:ext>
            </a:extLst>
          </p:cNvPr>
          <p:cNvSpPr/>
          <p:nvPr/>
        </p:nvSpPr>
        <p:spPr>
          <a:xfrm>
            <a:off x="6173920" y="3684594"/>
            <a:ext cx="3398884" cy="963881"/>
          </a:xfrm>
          <a:prstGeom prst="rect">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矩形 25">
            <a:extLst>
              <a:ext uri="{FF2B5EF4-FFF2-40B4-BE49-F238E27FC236}">
                <a16:creationId xmlns:a16="http://schemas.microsoft.com/office/drawing/2014/main" id="{E8E8BF91-EDD2-864D-ACAF-D27E6A6B11AD}"/>
              </a:ext>
            </a:extLst>
          </p:cNvPr>
          <p:cNvSpPr/>
          <p:nvPr/>
        </p:nvSpPr>
        <p:spPr>
          <a:xfrm>
            <a:off x="6181902" y="4772762"/>
            <a:ext cx="3398884" cy="738209"/>
          </a:xfrm>
          <a:prstGeom prst="rect">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D166F7BA-0386-5A46-89C1-145601D1BA40}"/>
              </a:ext>
            </a:extLst>
          </p:cNvPr>
          <p:cNvSpPr txBox="1"/>
          <p:nvPr/>
        </p:nvSpPr>
        <p:spPr>
          <a:xfrm>
            <a:off x="6198593" y="2616981"/>
            <a:ext cx="899886" cy="489814"/>
          </a:xfrm>
          <a:prstGeom prst="rect">
            <a:avLst/>
          </a:prstGeom>
          <a:noFill/>
          <a:effectLst/>
        </p:spPr>
        <p:txBody>
          <a:bodyPr wrap="square" rtlCol="0">
            <a:spAutoFit/>
          </a:bodyPr>
          <a:lstStyle/>
          <a:p>
            <a:pPr>
              <a:lnSpc>
                <a:spcPct val="80000"/>
              </a:lnSpc>
            </a:pPr>
            <a:r>
              <a:rPr lang="en-US" altLang="zh-CN" sz="1600" dirty="0">
                <a:latin typeface="Consolas" panose="020B0609020204030204" pitchFamily="49" charset="0"/>
              </a:rPr>
              <a:t>merge </a:t>
            </a:r>
          </a:p>
          <a:p>
            <a:pPr marL="36195">
              <a:lnSpc>
                <a:spcPct val="80000"/>
              </a:lnSpc>
            </a:pPr>
            <a:r>
              <a:rPr lang="en-US" altLang="zh-CN" sz="1600" dirty="0">
                <a:latin typeface="Consolas" panose="020B0609020204030204" pitchFamily="49" charset="0"/>
              </a:rPr>
              <a:t>unit</a:t>
            </a:r>
            <a:endParaRPr lang="zh-CN" altLang="en-US" sz="1600" dirty="0">
              <a:latin typeface="Consolas" panose="020B0609020204030204" pitchFamily="49" charset="0"/>
            </a:endParaRPr>
          </a:p>
        </p:txBody>
      </p:sp>
      <p:sp>
        <p:nvSpPr>
          <p:cNvPr id="28" name="文本框 27">
            <a:extLst>
              <a:ext uri="{FF2B5EF4-FFF2-40B4-BE49-F238E27FC236}">
                <a16:creationId xmlns:a16="http://schemas.microsoft.com/office/drawing/2014/main" id="{C57D882C-5CDE-AA46-ACB2-EC8F2C45F18A}"/>
              </a:ext>
            </a:extLst>
          </p:cNvPr>
          <p:cNvSpPr txBox="1"/>
          <p:nvPr/>
        </p:nvSpPr>
        <p:spPr>
          <a:xfrm>
            <a:off x="6181901" y="3676720"/>
            <a:ext cx="1145178" cy="489814"/>
          </a:xfrm>
          <a:prstGeom prst="rect">
            <a:avLst/>
          </a:prstGeom>
          <a:noFill/>
          <a:effectLst/>
        </p:spPr>
        <p:txBody>
          <a:bodyPr wrap="square" rtlCol="0">
            <a:spAutoFit/>
          </a:bodyPr>
          <a:lstStyle/>
          <a:p>
            <a:pPr>
              <a:lnSpc>
                <a:spcPct val="80000"/>
              </a:lnSpc>
            </a:pPr>
            <a:r>
              <a:rPr lang="en-US" altLang="zh-CN" sz="1600" dirty="0">
                <a:latin typeface="Consolas" panose="020B0609020204030204" pitchFamily="49" charset="0"/>
              </a:rPr>
              <a:t>transfer </a:t>
            </a:r>
          </a:p>
          <a:p>
            <a:pPr marL="36195">
              <a:lnSpc>
                <a:spcPct val="80000"/>
              </a:lnSpc>
            </a:pPr>
            <a:r>
              <a:rPr lang="en-US" altLang="zh-CN" sz="1600" dirty="0">
                <a:latin typeface="Consolas" panose="020B0609020204030204" pitchFamily="49" charset="0"/>
              </a:rPr>
              <a:t> unit</a:t>
            </a:r>
            <a:endParaRPr lang="zh-CN" altLang="en-US" sz="1600" dirty="0">
              <a:latin typeface="Consolas" panose="020B0609020204030204" pitchFamily="49" charset="0"/>
            </a:endParaRPr>
          </a:p>
        </p:txBody>
      </p:sp>
      <p:sp>
        <p:nvSpPr>
          <p:cNvPr id="29" name="文本框 28">
            <a:extLst>
              <a:ext uri="{FF2B5EF4-FFF2-40B4-BE49-F238E27FC236}">
                <a16:creationId xmlns:a16="http://schemas.microsoft.com/office/drawing/2014/main" id="{668B8054-98D6-874B-8BBF-47155799D145}"/>
              </a:ext>
            </a:extLst>
          </p:cNvPr>
          <p:cNvSpPr txBox="1"/>
          <p:nvPr/>
        </p:nvSpPr>
        <p:spPr>
          <a:xfrm>
            <a:off x="6181901" y="4738237"/>
            <a:ext cx="1145178" cy="489814"/>
          </a:xfrm>
          <a:prstGeom prst="rect">
            <a:avLst/>
          </a:prstGeom>
          <a:noFill/>
          <a:effectLst/>
        </p:spPr>
        <p:txBody>
          <a:bodyPr wrap="square" rtlCol="0">
            <a:spAutoFit/>
          </a:bodyPr>
          <a:lstStyle/>
          <a:p>
            <a:pPr>
              <a:lnSpc>
                <a:spcPct val="80000"/>
              </a:lnSpc>
            </a:pPr>
            <a:r>
              <a:rPr lang="en-US" altLang="zh-CN" sz="1600" dirty="0">
                <a:latin typeface="Consolas" panose="020B0609020204030204" pitchFamily="49" charset="0"/>
              </a:rPr>
              <a:t>update </a:t>
            </a:r>
          </a:p>
          <a:p>
            <a:pPr>
              <a:lnSpc>
                <a:spcPct val="80000"/>
              </a:lnSpc>
            </a:pPr>
            <a:r>
              <a:rPr lang="en-US" altLang="zh-CN" sz="1600" dirty="0">
                <a:latin typeface="Consolas" panose="020B0609020204030204" pitchFamily="49" charset="0"/>
              </a:rPr>
              <a:t> unit</a:t>
            </a:r>
            <a:endParaRPr lang="zh-CN" altLang="en-US" sz="1600" dirty="0">
              <a:latin typeface="Consolas" panose="020B0609020204030204" pitchFamily="49" charset="0"/>
            </a:endParaRPr>
          </a:p>
        </p:txBody>
      </p:sp>
      <p:grpSp>
        <p:nvGrpSpPr>
          <p:cNvPr id="30" name="组合 29">
            <a:extLst>
              <a:ext uri="{FF2B5EF4-FFF2-40B4-BE49-F238E27FC236}">
                <a16:creationId xmlns:a16="http://schemas.microsoft.com/office/drawing/2014/main" id="{69DB8EC2-CBCE-9942-941D-6FDFF025B5AC}"/>
              </a:ext>
            </a:extLst>
          </p:cNvPr>
          <p:cNvGrpSpPr/>
          <p:nvPr/>
        </p:nvGrpSpPr>
        <p:grpSpPr>
          <a:xfrm>
            <a:off x="6404395" y="3125316"/>
            <a:ext cx="715244" cy="300594"/>
            <a:chOff x="10417629" y="3702462"/>
            <a:chExt cx="715244" cy="300594"/>
          </a:xfrm>
          <a:effectLst/>
        </p:grpSpPr>
        <p:grpSp>
          <p:nvGrpSpPr>
            <p:cNvPr id="31" name="组合 30">
              <a:extLst>
                <a:ext uri="{FF2B5EF4-FFF2-40B4-BE49-F238E27FC236}">
                  <a16:creationId xmlns:a16="http://schemas.microsoft.com/office/drawing/2014/main" id="{A45190D9-BB62-B143-85E1-0C47217615CF}"/>
                </a:ext>
              </a:extLst>
            </p:cNvPr>
            <p:cNvGrpSpPr/>
            <p:nvPr/>
          </p:nvGrpSpPr>
          <p:grpSpPr>
            <a:xfrm>
              <a:off x="10417629" y="3702462"/>
              <a:ext cx="715244" cy="300594"/>
              <a:chOff x="10519229" y="3727121"/>
              <a:chExt cx="711615" cy="300594"/>
            </a:xfrm>
          </p:grpSpPr>
          <p:sp>
            <p:nvSpPr>
              <p:cNvPr id="35" name="流程图: 手动操作 84">
                <a:extLst>
                  <a:ext uri="{FF2B5EF4-FFF2-40B4-BE49-F238E27FC236}">
                    <a16:creationId xmlns:a16="http://schemas.microsoft.com/office/drawing/2014/main" id="{484C1109-72C1-E340-A325-DF9D0FA39B90}"/>
                  </a:ext>
                </a:extLst>
              </p:cNvPr>
              <p:cNvSpPr/>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流程图: 手动操作 85">
                <a:extLst>
                  <a:ext uri="{FF2B5EF4-FFF2-40B4-BE49-F238E27FC236}">
                    <a16:creationId xmlns:a16="http://schemas.microsoft.com/office/drawing/2014/main" id="{21FA7ED1-EE5F-7547-ABCB-A51EAD1B0ECB}"/>
                  </a:ext>
                </a:extLst>
              </p:cNvPr>
              <p:cNvSpPr/>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连接符 86">
                <a:extLst>
                  <a:ext uri="{FF2B5EF4-FFF2-40B4-BE49-F238E27FC236}">
                    <a16:creationId xmlns:a16="http://schemas.microsoft.com/office/drawing/2014/main" id="{A2CF581A-A2A3-5041-BFF5-AE0018453EE7}"/>
                  </a:ext>
                </a:extLst>
              </p:cNvPr>
              <p:cNvCxnSpPr/>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87">
                <a:extLst>
                  <a:ext uri="{FF2B5EF4-FFF2-40B4-BE49-F238E27FC236}">
                    <a16:creationId xmlns:a16="http://schemas.microsoft.com/office/drawing/2014/main" id="{41AACB59-6741-294A-909E-45D30AFA7E9D}"/>
                  </a:ext>
                </a:extLst>
              </p:cNvPr>
              <p:cNvCxnSpPr/>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椭圆 31">
              <a:extLst>
                <a:ext uri="{FF2B5EF4-FFF2-40B4-BE49-F238E27FC236}">
                  <a16:creationId xmlns:a16="http://schemas.microsoft.com/office/drawing/2014/main" id="{BBA5136B-5D21-6948-820A-3C1B568CCB11}"/>
                </a:ext>
              </a:extLst>
            </p:cNvPr>
            <p:cNvSpPr/>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82">
              <a:extLst>
                <a:ext uri="{FF2B5EF4-FFF2-40B4-BE49-F238E27FC236}">
                  <a16:creationId xmlns:a16="http://schemas.microsoft.com/office/drawing/2014/main" id="{84CD6CD6-9574-904C-983F-D7FE28195580}"/>
                </a:ext>
              </a:extLst>
            </p:cNvPr>
            <p:cNvCxnSpPr>
              <a:stCxn id="32" idx="2"/>
            </p:cNvCxnSpPr>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83">
              <a:extLst>
                <a:ext uri="{FF2B5EF4-FFF2-40B4-BE49-F238E27FC236}">
                  <a16:creationId xmlns:a16="http://schemas.microsoft.com/office/drawing/2014/main" id="{89B7CD0B-3B7B-B548-A6D0-D47882D5C605}"/>
                </a:ext>
              </a:extLst>
            </p:cNvPr>
            <p:cNvCxnSpPr>
              <a:endCxn id="32" idx="4"/>
            </p:cNvCxnSpPr>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9" name="组合 38">
            <a:extLst>
              <a:ext uri="{FF2B5EF4-FFF2-40B4-BE49-F238E27FC236}">
                <a16:creationId xmlns:a16="http://schemas.microsoft.com/office/drawing/2014/main" id="{CFEE3F73-7331-1B4B-A62C-BFB1CDCE2252}"/>
              </a:ext>
            </a:extLst>
          </p:cNvPr>
          <p:cNvGrpSpPr/>
          <p:nvPr/>
        </p:nvGrpSpPr>
        <p:grpSpPr>
          <a:xfrm>
            <a:off x="6713148" y="3125316"/>
            <a:ext cx="715244" cy="300594"/>
            <a:chOff x="10417629" y="3702462"/>
            <a:chExt cx="715244" cy="300594"/>
          </a:xfrm>
          <a:effectLst/>
        </p:grpSpPr>
        <p:grpSp>
          <p:nvGrpSpPr>
            <p:cNvPr id="40" name="组合 39">
              <a:extLst>
                <a:ext uri="{FF2B5EF4-FFF2-40B4-BE49-F238E27FC236}">
                  <a16:creationId xmlns:a16="http://schemas.microsoft.com/office/drawing/2014/main" id="{DB9AF1DD-F812-AC41-A9E6-7C9E0C5F6E80}"/>
                </a:ext>
              </a:extLst>
            </p:cNvPr>
            <p:cNvGrpSpPr/>
            <p:nvPr/>
          </p:nvGrpSpPr>
          <p:grpSpPr>
            <a:xfrm>
              <a:off x="10417629" y="3702462"/>
              <a:ext cx="715244" cy="300594"/>
              <a:chOff x="10519229" y="3727121"/>
              <a:chExt cx="711615" cy="300594"/>
            </a:xfrm>
          </p:grpSpPr>
          <p:sp>
            <p:nvSpPr>
              <p:cNvPr id="44" name="流程图: 手动操作 93">
                <a:extLst>
                  <a:ext uri="{FF2B5EF4-FFF2-40B4-BE49-F238E27FC236}">
                    <a16:creationId xmlns:a16="http://schemas.microsoft.com/office/drawing/2014/main" id="{468EE576-7D52-9D41-B794-CA1C1A5F85EE}"/>
                  </a:ext>
                </a:extLst>
              </p:cNvPr>
              <p:cNvSpPr/>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流程图: 手动操作 94">
                <a:extLst>
                  <a:ext uri="{FF2B5EF4-FFF2-40B4-BE49-F238E27FC236}">
                    <a16:creationId xmlns:a16="http://schemas.microsoft.com/office/drawing/2014/main" id="{39A4DB4A-463B-444F-8A8A-86FC8363BE67}"/>
                  </a:ext>
                </a:extLst>
              </p:cNvPr>
              <p:cNvSpPr/>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6" name="直接连接符 95">
                <a:extLst>
                  <a:ext uri="{FF2B5EF4-FFF2-40B4-BE49-F238E27FC236}">
                    <a16:creationId xmlns:a16="http://schemas.microsoft.com/office/drawing/2014/main" id="{48EA158A-4D8C-F944-918E-5CC4630BD027}"/>
                  </a:ext>
                </a:extLst>
              </p:cNvPr>
              <p:cNvCxnSpPr/>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96">
                <a:extLst>
                  <a:ext uri="{FF2B5EF4-FFF2-40B4-BE49-F238E27FC236}">
                    <a16:creationId xmlns:a16="http://schemas.microsoft.com/office/drawing/2014/main" id="{CC091845-6115-EC4F-B7CC-FA8E56E51AD6}"/>
                  </a:ext>
                </a:extLst>
              </p:cNvPr>
              <p:cNvCxnSpPr/>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1" name="椭圆 40">
              <a:extLst>
                <a:ext uri="{FF2B5EF4-FFF2-40B4-BE49-F238E27FC236}">
                  <a16:creationId xmlns:a16="http://schemas.microsoft.com/office/drawing/2014/main" id="{946BC4BB-5522-5945-B0AA-D791D0D486CE}"/>
                </a:ext>
              </a:extLst>
            </p:cNvPr>
            <p:cNvSpPr/>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 name="直接连接符 91">
              <a:extLst>
                <a:ext uri="{FF2B5EF4-FFF2-40B4-BE49-F238E27FC236}">
                  <a16:creationId xmlns:a16="http://schemas.microsoft.com/office/drawing/2014/main" id="{83B599A2-C324-6243-AD69-BE6A4FF3FE1C}"/>
                </a:ext>
              </a:extLst>
            </p:cNvPr>
            <p:cNvCxnSpPr>
              <a:stCxn id="41" idx="2"/>
            </p:cNvCxnSpPr>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92">
              <a:extLst>
                <a:ext uri="{FF2B5EF4-FFF2-40B4-BE49-F238E27FC236}">
                  <a16:creationId xmlns:a16="http://schemas.microsoft.com/office/drawing/2014/main" id="{60BA9854-D273-AD42-8F4D-65925C2EAB7B}"/>
                </a:ext>
              </a:extLst>
            </p:cNvPr>
            <p:cNvCxnSpPr>
              <a:endCxn id="41" idx="4"/>
            </p:cNvCxnSpPr>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8" name="组合 47">
            <a:extLst>
              <a:ext uri="{FF2B5EF4-FFF2-40B4-BE49-F238E27FC236}">
                <a16:creationId xmlns:a16="http://schemas.microsoft.com/office/drawing/2014/main" id="{D4670D85-778A-434E-BCA7-3E184B818AD1}"/>
              </a:ext>
            </a:extLst>
          </p:cNvPr>
          <p:cNvGrpSpPr/>
          <p:nvPr/>
        </p:nvGrpSpPr>
        <p:grpSpPr>
          <a:xfrm>
            <a:off x="7021901" y="3125316"/>
            <a:ext cx="715244" cy="300594"/>
            <a:chOff x="10417629" y="3702462"/>
            <a:chExt cx="715244" cy="300594"/>
          </a:xfrm>
          <a:effectLst/>
        </p:grpSpPr>
        <p:grpSp>
          <p:nvGrpSpPr>
            <p:cNvPr id="49" name="组合 48">
              <a:extLst>
                <a:ext uri="{FF2B5EF4-FFF2-40B4-BE49-F238E27FC236}">
                  <a16:creationId xmlns:a16="http://schemas.microsoft.com/office/drawing/2014/main" id="{09A99426-141D-1641-962F-62014828D956}"/>
                </a:ext>
              </a:extLst>
            </p:cNvPr>
            <p:cNvGrpSpPr/>
            <p:nvPr/>
          </p:nvGrpSpPr>
          <p:grpSpPr>
            <a:xfrm>
              <a:off x="10417629" y="3702462"/>
              <a:ext cx="715244" cy="300594"/>
              <a:chOff x="10519229" y="3727121"/>
              <a:chExt cx="711615" cy="300594"/>
            </a:xfrm>
          </p:grpSpPr>
          <p:sp>
            <p:nvSpPr>
              <p:cNvPr id="53" name="流程图: 手动操作 102">
                <a:extLst>
                  <a:ext uri="{FF2B5EF4-FFF2-40B4-BE49-F238E27FC236}">
                    <a16:creationId xmlns:a16="http://schemas.microsoft.com/office/drawing/2014/main" id="{C45FE9FA-4DC0-6E49-BB2F-BFC97922DB48}"/>
                  </a:ext>
                </a:extLst>
              </p:cNvPr>
              <p:cNvSpPr/>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流程图: 手动操作 103">
                <a:extLst>
                  <a:ext uri="{FF2B5EF4-FFF2-40B4-BE49-F238E27FC236}">
                    <a16:creationId xmlns:a16="http://schemas.microsoft.com/office/drawing/2014/main" id="{754CD1FE-3062-3B49-8540-79D8C60F50A0}"/>
                  </a:ext>
                </a:extLst>
              </p:cNvPr>
              <p:cNvSpPr/>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直接连接符 104">
                <a:extLst>
                  <a:ext uri="{FF2B5EF4-FFF2-40B4-BE49-F238E27FC236}">
                    <a16:creationId xmlns:a16="http://schemas.microsoft.com/office/drawing/2014/main" id="{B885F9D6-6CB0-A046-91B3-D67D32976F6C}"/>
                  </a:ext>
                </a:extLst>
              </p:cNvPr>
              <p:cNvCxnSpPr/>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105">
                <a:extLst>
                  <a:ext uri="{FF2B5EF4-FFF2-40B4-BE49-F238E27FC236}">
                    <a16:creationId xmlns:a16="http://schemas.microsoft.com/office/drawing/2014/main" id="{C47D4502-2EEE-D84D-8A26-CFD388F4DA92}"/>
                  </a:ext>
                </a:extLst>
              </p:cNvPr>
              <p:cNvCxnSpPr/>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 name="椭圆 49">
              <a:extLst>
                <a:ext uri="{FF2B5EF4-FFF2-40B4-BE49-F238E27FC236}">
                  <a16:creationId xmlns:a16="http://schemas.microsoft.com/office/drawing/2014/main" id="{2F6958F6-FB48-6A41-82B1-CDD00E8F88E5}"/>
                </a:ext>
              </a:extLst>
            </p:cNvPr>
            <p:cNvSpPr/>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连接符 100">
              <a:extLst>
                <a:ext uri="{FF2B5EF4-FFF2-40B4-BE49-F238E27FC236}">
                  <a16:creationId xmlns:a16="http://schemas.microsoft.com/office/drawing/2014/main" id="{7A45B774-2A0E-C543-B780-C20ABDEFAD44}"/>
                </a:ext>
              </a:extLst>
            </p:cNvPr>
            <p:cNvCxnSpPr>
              <a:stCxn id="50" idx="2"/>
            </p:cNvCxnSpPr>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101">
              <a:extLst>
                <a:ext uri="{FF2B5EF4-FFF2-40B4-BE49-F238E27FC236}">
                  <a16:creationId xmlns:a16="http://schemas.microsoft.com/office/drawing/2014/main" id="{AE99002D-7E07-3847-AE60-BD0A6652F592}"/>
                </a:ext>
              </a:extLst>
            </p:cNvPr>
            <p:cNvCxnSpPr>
              <a:endCxn id="50" idx="4"/>
            </p:cNvCxnSpPr>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7" name="组合 56">
            <a:extLst>
              <a:ext uri="{FF2B5EF4-FFF2-40B4-BE49-F238E27FC236}">
                <a16:creationId xmlns:a16="http://schemas.microsoft.com/office/drawing/2014/main" id="{855114F0-045F-024F-B71B-88806FA4F412}"/>
              </a:ext>
            </a:extLst>
          </p:cNvPr>
          <p:cNvGrpSpPr/>
          <p:nvPr/>
        </p:nvGrpSpPr>
        <p:grpSpPr>
          <a:xfrm>
            <a:off x="7330654" y="3125314"/>
            <a:ext cx="715244" cy="300594"/>
            <a:chOff x="10417629" y="3702462"/>
            <a:chExt cx="715244" cy="300594"/>
          </a:xfrm>
          <a:effectLst/>
        </p:grpSpPr>
        <p:grpSp>
          <p:nvGrpSpPr>
            <p:cNvPr id="58" name="组合 57">
              <a:extLst>
                <a:ext uri="{FF2B5EF4-FFF2-40B4-BE49-F238E27FC236}">
                  <a16:creationId xmlns:a16="http://schemas.microsoft.com/office/drawing/2014/main" id="{E3050C86-E14D-1B4F-B263-204864DC3481}"/>
                </a:ext>
              </a:extLst>
            </p:cNvPr>
            <p:cNvGrpSpPr/>
            <p:nvPr/>
          </p:nvGrpSpPr>
          <p:grpSpPr>
            <a:xfrm>
              <a:off x="10417629" y="3702462"/>
              <a:ext cx="715244" cy="300594"/>
              <a:chOff x="10519229" y="3727121"/>
              <a:chExt cx="711615" cy="300594"/>
            </a:xfrm>
          </p:grpSpPr>
          <p:sp>
            <p:nvSpPr>
              <p:cNvPr id="62" name="流程图: 手动操作 111">
                <a:extLst>
                  <a:ext uri="{FF2B5EF4-FFF2-40B4-BE49-F238E27FC236}">
                    <a16:creationId xmlns:a16="http://schemas.microsoft.com/office/drawing/2014/main" id="{C59AAAFB-0949-1142-990F-80B6A0C7AC63}"/>
                  </a:ext>
                </a:extLst>
              </p:cNvPr>
              <p:cNvSpPr/>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流程图: 手动操作 112">
                <a:extLst>
                  <a:ext uri="{FF2B5EF4-FFF2-40B4-BE49-F238E27FC236}">
                    <a16:creationId xmlns:a16="http://schemas.microsoft.com/office/drawing/2014/main" id="{DEAC04B7-B6EB-F248-8BF0-9A7D0906C0F9}"/>
                  </a:ext>
                </a:extLst>
              </p:cNvPr>
              <p:cNvSpPr/>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4" name="直接连接符 113">
                <a:extLst>
                  <a:ext uri="{FF2B5EF4-FFF2-40B4-BE49-F238E27FC236}">
                    <a16:creationId xmlns:a16="http://schemas.microsoft.com/office/drawing/2014/main" id="{DB1D9E0E-4BBE-B644-9066-AA4386289E7A}"/>
                  </a:ext>
                </a:extLst>
              </p:cNvPr>
              <p:cNvCxnSpPr/>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114">
                <a:extLst>
                  <a:ext uri="{FF2B5EF4-FFF2-40B4-BE49-F238E27FC236}">
                    <a16:creationId xmlns:a16="http://schemas.microsoft.com/office/drawing/2014/main" id="{1CEE326D-503E-254A-98D6-2A7D0EE01539}"/>
                  </a:ext>
                </a:extLst>
              </p:cNvPr>
              <p:cNvCxnSpPr/>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9" name="椭圆 58">
              <a:extLst>
                <a:ext uri="{FF2B5EF4-FFF2-40B4-BE49-F238E27FC236}">
                  <a16:creationId xmlns:a16="http://schemas.microsoft.com/office/drawing/2014/main" id="{5342E5B4-F791-3743-A349-E093751104E2}"/>
                </a:ext>
              </a:extLst>
            </p:cNvPr>
            <p:cNvSpPr/>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0" name="直接连接符 109">
              <a:extLst>
                <a:ext uri="{FF2B5EF4-FFF2-40B4-BE49-F238E27FC236}">
                  <a16:creationId xmlns:a16="http://schemas.microsoft.com/office/drawing/2014/main" id="{BA8C7093-5EC7-684B-8261-891C8526FE88}"/>
                </a:ext>
              </a:extLst>
            </p:cNvPr>
            <p:cNvCxnSpPr>
              <a:stCxn id="59" idx="2"/>
            </p:cNvCxnSpPr>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110">
              <a:extLst>
                <a:ext uri="{FF2B5EF4-FFF2-40B4-BE49-F238E27FC236}">
                  <a16:creationId xmlns:a16="http://schemas.microsoft.com/office/drawing/2014/main" id="{7CEBCC5F-C88B-6E4A-83BB-70F644ACFDF7}"/>
                </a:ext>
              </a:extLst>
            </p:cNvPr>
            <p:cNvCxnSpPr>
              <a:endCxn id="59" idx="4"/>
            </p:cNvCxnSpPr>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6" name="组合 65">
            <a:extLst>
              <a:ext uri="{FF2B5EF4-FFF2-40B4-BE49-F238E27FC236}">
                <a16:creationId xmlns:a16="http://schemas.microsoft.com/office/drawing/2014/main" id="{3F33A2FC-032F-8043-A688-3D835FB6DD0E}"/>
              </a:ext>
            </a:extLst>
          </p:cNvPr>
          <p:cNvGrpSpPr/>
          <p:nvPr/>
        </p:nvGrpSpPr>
        <p:grpSpPr>
          <a:xfrm>
            <a:off x="6404395" y="4169751"/>
            <a:ext cx="715244" cy="300594"/>
            <a:chOff x="10417629" y="3702462"/>
            <a:chExt cx="715244" cy="300594"/>
          </a:xfrm>
          <a:effectLst/>
        </p:grpSpPr>
        <p:grpSp>
          <p:nvGrpSpPr>
            <p:cNvPr id="67" name="组合 66">
              <a:extLst>
                <a:ext uri="{FF2B5EF4-FFF2-40B4-BE49-F238E27FC236}">
                  <a16:creationId xmlns:a16="http://schemas.microsoft.com/office/drawing/2014/main" id="{14306CBD-2CF0-894E-A6B0-B50869E7D8CC}"/>
                </a:ext>
              </a:extLst>
            </p:cNvPr>
            <p:cNvGrpSpPr/>
            <p:nvPr/>
          </p:nvGrpSpPr>
          <p:grpSpPr>
            <a:xfrm>
              <a:off x="10417629" y="3702462"/>
              <a:ext cx="715244" cy="300594"/>
              <a:chOff x="10519229" y="3727121"/>
              <a:chExt cx="711615" cy="300594"/>
            </a:xfrm>
          </p:grpSpPr>
          <p:sp>
            <p:nvSpPr>
              <p:cNvPr id="71" name="流程图: 手动操作 120">
                <a:extLst>
                  <a:ext uri="{FF2B5EF4-FFF2-40B4-BE49-F238E27FC236}">
                    <a16:creationId xmlns:a16="http://schemas.microsoft.com/office/drawing/2014/main" id="{FBFDF403-81F8-9B41-8E41-94CADEF1EA42}"/>
                  </a:ext>
                </a:extLst>
              </p:cNvPr>
              <p:cNvSpPr/>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流程图: 手动操作 121">
                <a:extLst>
                  <a:ext uri="{FF2B5EF4-FFF2-40B4-BE49-F238E27FC236}">
                    <a16:creationId xmlns:a16="http://schemas.microsoft.com/office/drawing/2014/main" id="{8EA4E31F-F19D-D845-B0C3-46FCF71B5A1D}"/>
                  </a:ext>
                </a:extLst>
              </p:cNvPr>
              <p:cNvSpPr/>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3" name="直接连接符 122">
                <a:extLst>
                  <a:ext uri="{FF2B5EF4-FFF2-40B4-BE49-F238E27FC236}">
                    <a16:creationId xmlns:a16="http://schemas.microsoft.com/office/drawing/2014/main" id="{84DD1234-E379-C144-9F89-620E607E5C78}"/>
                  </a:ext>
                </a:extLst>
              </p:cNvPr>
              <p:cNvCxnSpPr/>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123">
                <a:extLst>
                  <a:ext uri="{FF2B5EF4-FFF2-40B4-BE49-F238E27FC236}">
                    <a16:creationId xmlns:a16="http://schemas.microsoft.com/office/drawing/2014/main" id="{F02D0305-CBF6-8A4A-9ABA-B7EBAE16BCCC}"/>
                  </a:ext>
                </a:extLst>
              </p:cNvPr>
              <p:cNvCxnSpPr/>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8" name="椭圆 67">
              <a:extLst>
                <a:ext uri="{FF2B5EF4-FFF2-40B4-BE49-F238E27FC236}">
                  <a16:creationId xmlns:a16="http://schemas.microsoft.com/office/drawing/2014/main" id="{B3C460B3-C339-4D45-8B32-1A5055F97996}"/>
                </a:ext>
              </a:extLst>
            </p:cNvPr>
            <p:cNvSpPr/>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9" name="直接连接符 118">
              <a:extLst>
                <a:ext uri="{FF2B5EF4-FFF2-40B4-BE49-F238E27FC236}">
                  <a16:creationId xmlns:a16="http://schemas.microsoft.com/office/drawing/2014/main" id="{B04FCFBA-8F7E-4A4C-9DFF-84C3D1394D7F}"/>
                </a:ext>
              </a:extLst>
            </p:cNvPr>
            <p:cNvCxnSpPr>
              <a:stCxn id="68" idx="2"/>
            </p:cNvCxnSpPr>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119">
              <a:extLst>
                <a:ext uri="{FF2B5EF4-FFF2-40B4-BE49-F238E27FC236}">
                  <a16:creationId xmlns:a16="http://schemas.microsoft.com/office/drawing/2014/main" id="{C181B8C5-57AC-644E-8770-72E12E2BC1C6}"/>
                </a:ext>
              </a:extLst>
            </p:cNvPr>
            <p:cNvCxnSpPr>
              <a:endCxn id="68" idx="4"/>
            </p:cNvCxnSpPr>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5" name="组合 74">
            <a:extLst>
              <a:ext uri="{FF2B5EF4-FFF2-40B4-BE49-F238E27FC236}">
                <a16:creationId xmlns:a16="http://schemas.microsoft.com/office/drawing/2014/main" id="{E6D5447A-E0A3-8843-999D-CCF4F175F4D1}"/>
              </a:ext>
            </a:extLst>
          </p:cNvPr>
          <p:cNvGrpSpPr/>
          <p:nvPr/>
        </p:nvGrpSpPr>
        <p:grpSpPr>
          <a:xfrm>
            <a:off x="6713148" y="4169751"/>
            <a:ext cx="715244" cy="300594"/>
            <a:chOff x="10417629" y="3702462"/>
            <a:chExt cx="715244" cy="300594"/>
          </a:xfrm>
          <a:effectLst/>
        </p:grpSpPr>
        <p:grpSp>
          <p:nvGrpSpPr>
            <p:cNvPr id="76" name="组合 75">
              <a:extLst>
                <a:ext uri="{FF2B5EF4-FFF2-40B4-BE49-F238E27FC236}">
                  <a16:creationId xmlns:a16="http://schemas.microsoft.com/office/drawing/2014/main" id="{4A80B8B9-3786-494E-8F40-F600B4D06FD6}"/>
                </a:ext>
              </a:extLst>
            </p:cNvPr>
            <p:cNvGrpSpPr/>
            <p:nvPr/>
          </p:nvGrpSpPr>
          <p:grpSpPr>
            <a:xfrm>
              <a:off x="10417629" y="3702462"/>
              <a:ext cx="715244" cy="300594"/>
              <a:chOff x="10519229" y="3727121"/>
              <a:chExt cx="711615" cy="300594"/>
            </a:xfrm>
          </p:grpSpPr>
          <p:sp>
            <p:nvSpPr>
              <p:cNvPr id="80" name="流程图: 手动操作 129">
                <a:extLst>
                  <a:ext uri="{FF2B5EF4-FFF2-40B4-BE49-F238E27FC236}">
                    <a16:creationId xmlns:a16="http://schemas.microsoft.com/office/drawing/2014/main" id="{3EE3B8D8-04C7-404D-BBEC-B42795DFE8EE}"/>
                  </a:ext>
                </a:extLst>
              </p:cNvPr>
              <p:cNvSpPr/>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流程图: 手动操作 130">
                <a:extLst>
                  <a:ext uri="{FF2B5EF4-FFF2-40B4-BE49-F238E27FC236}">
                    <a16:creationId xmlns:a16="http://schemas.microsoft.com/office/drawing/2014/main" id="{8E5C688C-0227-1C47-B870-C010D91E90BC}"/>
                  </a:ext>
                </a:extLst>
              </p:cNvPr>
              <p:cNvSpPr/>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2" name="直接连接符 131">
                <a:extLst>
                  <a:ext uri="{FF2B5EF4-FFF2-40B4-BE49-F238E27FC236}">
                    <a16:creationId xmlns:a16="http://schemas.microsoft.com/office/drawing/2014/main" id="{2FA5669F-31DC-674C-9CA7-88ABC3EA68C4}"/>
                  </a:ext>
                </a:extLst>
              </p:cNvPr>
              <p:cNvCxnSpPr/>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132">
                <a:extLst>
                  <a:ext uri="{FF2B5EF4-FFF2-40B4-BE49-F238E27FC236}">
                    <a16:creationId xmlns:a16="http://schemas.microsoft.com/office/drawing/2014/main" id="{A59B28C5-7851-304C-A421-F872E8CC4DC0}"/>
                  </a:ext>
                </a:extLst>
              </p:cNvPr>
              <p:cNvCxnSpPr/>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7" name="椭圆 76">
              <a:extLst>
                <a:ext uri="{FF2B5EF4-FFF2-40B4-BE49-F238E27FC236}">
                  <a16:creationId xmlns:a16="http://schemas.microsoft.com/office/drawing/2014/main" id="{F0403DF1-018D-3045-9E40-A588770CDB17}"/>
                </a:ext>
              </a:extLst>
            </p:cNvPr>
            <p:cNvSpPr/>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8" name="直接连接符 127">
              <a:extLst>
                <a:ext uri="{FF2B5EF4-FFF2-40B4-BE49-F238E27FC236}">
                  <a16:creationId xmlns:a16="http://schemas.microsoft.com/office/drawing/2014/main" id="{DF1438DB-83F6-6F4F-A554-920A2B5E12C7}"/>
                </a:ext>
              </a:extLst>
            </p:cNvPr>
            <p:cNvCxnSpPr>
              <a:stCxn id="77" idx="2"/>
            </p:cNvCxnSpPr>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128">
              <a:extLst>
                <a:ext uri="{FF2B5EF4-FFF2-40B4-BE49-F238E27FC236}">
                  <a16:creationId xmlns:a16="http://schemas.microsoft.com/office/drawing/2014/main" id="{B2827334-506A-114C-AF61-6C3CF0196278}"/>
                </a:ext>
              </a:extLst>
            </p:cNvPr>
            <p:cNvCxnSpPr>
              <a:endCxn id="77" idx="4"/>
            </p:cNvCxnSpPr>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4" name="组合 83">
            <a:extLst>
              <a:ext uri="{FF2B5EF4-FFF2-40B4-BE49-F238E27FC236}">
                <a16:creationId xmlns:a16="http://schemas.microsoft.com/office/drawing/2014/main" id="{23A56B5E-9151-6448-9B1A-A4599CB2E7CC}"/>
              </a:ext>
            </a:extLst>
          </p:cNvPr>
          <p:cNvGrpSpPr/>
          <p:nvPr/>
        </p:nvGrpSpPr>
        <p:grpSpPr>
          <a:xfrm>
            <a:off x="7021901" y="4169751"/>
            <a:ext cx="715244" cy="300594"/>
            <a:chOff x="10417629" y="3702462"/>
            <a:chExt cx="715244" cy="300594"/>
          </a:xfrm>
          <a:effectLst/>
        </p:grpSpPr>
        <p:grpSp>
          <p:nvGrpSpPr>
            <p:cNvPr id="85" name="组合 84">
              <a:extLst>
                <a:ext uri="{FF2B5EF4-FFF2-40B4-BE49-F238E27FC236}">
                  <a16:creationId xmlns:a16="http://schemas.microsoft.com/office/drawing/2014/main" id="{20ED2639-EFC4-E34D-A71C-11851DBE7CC4}"/>
                </a:ext>
              </a:extLst>
            </p:cNvPr>
            <p:cNvGrpSpPr/>
            <p:nvPr/>
          </p:nvGrpSpPr>
          <p:grpSpPr>
            <a:xfrm>
              <a:off x="10417629" y="3702462"/>
              <a:ext cx="715244" cy="300594"/>
              <a:chOff x="10519229" y="3727121"/>
              <a:chExt cx="711615" cy="300594"/>
            </a:xfrm>
          </p:grpSpPr>
          <p:sp>
            <p:nvSpPr>
              <p:cNvPr id="89" name="流程图: 手动操作 138">
                <a:extLst>
                  <a:ext uri="{FF2B5EF4-FFF2-40B4-BE49-F238E27FC236}">
                    <a16:creationId xmlns:a16="http://schemas.microsoft.com/office/drawing/2014/main" id="{A41B27AE-340D-764A-8E24-E84E0F16C478}"/>
                  </a:ext>
                </a:extLst>
              </p:cNvPr>
              <p:cNvSpPr/>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流程图: 手动操作 139">
                <a:extLst>
                  <a:ext uri="{FF2B5EF4-FFF2-40B4-BE49-F238E27FC236}">
                    <a16:creationId xmlns:a16="http://schemas.microsoft.com/office/drawing/2014/main" id="{96342058-403E-5048-B5B9-5C0B1CC8C9E7}"/>
                  </a:ext>
                </a:extLst>
              </p:cNvPr>
              <p:cNvSpPr/>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1" name="直接连接符 140">
                <a:extLst>
                  <a:ext uri="{FF2B5EF4-FFF2-40B4-BE49-F238E27FC236}">
                    <a16:creationId xmlns:a16="http://schemas.microsoft.com/office/drawing/2014/main" id="{E2FD222C-9B93-1948-AA12-8AA07CAA2AA7}"/>
                  </a:ext>
                </a:extLst>
              </p:cNvPr>
              <p:cNvCxnSpPr/>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141">
                <a:extLst>
                  <a:ext uri="{FF2B5EF4-FFF2-40B4-BE49-F238E27FC236}">
                    <a16:creationId xmlns:a16="http://schemas.microsoft.com/office/drawing/2014/main" id="{FA11C2A7-C65F-7B40-97A0-5357519C4012}"/>
                  </a:ext>
                </a:extLst>
              </p:cNvPr>
              <p:cNvCxnSpPr/>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6" name="椭圆 85">
              <a:extLst>
                <a:ext uri="{FF2B5EF4-FFF2-40B4-BE49-F238E27FC236}">
                  <a16:creationId xmlns:a16="http://schemas.microsoft.com/office/drawing/2014/main" id="{C033DCA3-B950-1A4A-BBF6-B8F105A66A8F}"/>
                </a:ext>
              </a:extLst>
            </p:cNvPr>
            <p:cNvSpPr/>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7" name="直接连接符 136">
              <a:extLst>
                <a:ext uri="{FF2B5EF4-FFF2-40B4-BE49-F238E27FC236}">
                  <a16:creationId xmlns:a16="http://schemas.microsoft.com/office/drawing/2014/main" id="{98C37B43-0751-1B4D-AF3C-6C04351634C9}"/>
                </a:ext>
              </a:extLst>
            </p:cNvPr>
            <p:cNvCxnSpPr>
              <a:stCxn id="86" idx="2"/>
            </p:cNvCxnSpPr>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137">
              <a:extLst>
                <a:ext uri="{FF2B5EF4-FFF2-40B4-BE49-F238E27FC236}">
                  <a16:creationId xmlns:a16="http://schemas.microsoft.com/office/drawing/2014/main" id="{C0AEE645-970B-F843-8FF0-DEE12D80B2DC}"/>
                </a:ext>
              </a:extLst>
            </p:cNvPr>
            <p:cNvCxnSpPr>
              <a:endCxn id="86" idx="4"/>
            </p:cNvCxnSpPr>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3" name="组合 92">
            <a:extLst>
              <a:ext uri="{FF2B5EF4-FFF2-40B4-BE49-F238E27FC236}">
                <a16:creationId xmlns:a16="http://schemas.microsoft.com/office/drawing/2014/main" id="{A353D020-CE7D-9445-B74A-F19A720DB556}"/>
              </a:ext>
            </a:extLst>
          </p:cNvPr>
          <p:cNvGrpSpPr/>
          <p:nvPr/>
        </p:nvGrpSpPr>
        <p:grpSpPr>
          <a:xfrm>
            <a:off x="7330654" y="4169749"/>
            <a:ext cx="715244" cy="300594"/>
            <a:chOff x="10417629" y="3702462"/>
            <a:chExt cx="715244" cy="300594"/>
          </a:xfrm>
          <a:effectLst/>
        </p:grpSpPr>
        <p:grpSp>
          <p:nvGrpSpPr>
            <p:cNvPr id="94" name="组合 93">
              <a:extLst>
                <a:ext uri="{FF2B5EF4-FFF2-40B4-BE49-F238E27FC236}">
                  <a16:creationId xmlns:a16="http://schemas.microsoft.com/office/drawing/2014/main" id="{0B1335B4-C26B-B54F-9C2F-37F0BA563F59}"/>
                </a:ext>
              </a:extLst>
            </p:cNvPr>
            <p:cNvGrpSpPr/>
            <p:nvPr/>
          </p:nvGrpSpPr>
          <p:grpSpPr>
            <a:xfrm>
              <a:off x="10417629" y="3702462"/>
              <a:ext cx="715244" cy="300594"/>
              <a:chOff x="10519229" y="3727121"/>
              <a:chExt cx="711615" cy="300594"/>
            </a:xfrm>
          </p:grpSpPr>
          <p:sp>
            <p:nvSpPr>
              <p:cNvPr id="98" name="流程图: 手动操作 147">
                <a:extLst>
                  <a:ext uri="{FF2B5EF4-FFF2-40B4-BE49-F238E27FC236}">
                    <a16:creationId xmlns:a16="http://schemas.microsoft.com/office/drawing/2014/main" id="{D05F14CB-45F6-AA45-A8B8-7D84347A7800}"/>
                  </a:ext>
                </a:extLst>
              </p:cNvPr>
              <p:cNvSpPr/>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流程图: 手动操作 148">
                <a:extLst>
                  <a:ext uri="{FF2B5EF4-FFF2-40B4-BE49-F238E27FC236}">
                    <a16:creationId xmlns:a16="http://schemas.microsoft.com/office/drawing/2014/main" id="{D0E74F6E-7BF4-5646-ACD7-39424DDA54FA}"/>
                  </a:ext>
                </a:extLst>
              </p:cNvPr>
              <p:cNvSpPr/>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0" name="直接连接符 149">
                <a:extLst>
                  <a:ext uri="{FF2B5EF4-FFF2-40B4-BE49-F238E27FC236}">
                    <a16:creationId xmlns:a16="http://schemas.microsoft.com/office/drawing/2014/main" id="{9BEF6320-AAC1-344E-9EEA-AF1246E367C9}"/>
                  </a:ext>
                </a:extLst>
              </p:cNvPr>
              <p:cNvCxnSpPr/>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50">
                <a:extLst>
                  <a:ext uri="{FF2B5EF4-FFF2-40B4-BE49-F238E27FC236}">
                    <a16:creationId xmlns:a16="http://schemas.microsoft.com/office/drawing/2014/main" id="{5930475D-D5F8-9546-A9C8-60DFA70A3AEF}"/>
                  </a:ext>
                </a:extLst>
              </p:cNvPr>
              <p:cNvCxnSpPr/>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5" name="椭圆 94">
              <a:extLst>
                <a:ext uri="{FF2B5EF4-FFF2-40B4-BE49-F238E27FC236}">
                  <a16:creationId xmlns:a16="http://schemas.microsoft.com/office/drawing/2014/main" id="{A9BC96F7-C0A5-C447-B2D4-107B8E8F6F69}"/>
                </a:ext>
              </a:extLst>
            </p:cNvPr>
            <p:cNvSpPr/>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6" name="直接连接符 145">
              <a:extLst>
                <a:ext uri="{FF2B5EF4-FFF2-40B4-BE49-F238E27FC236}">
                  <a16:creationId xmlns:a16="http://schemas.microsoft.com/office/drawing/2014/main" id="{5AA64409-06AB-DA4C-BDF0-39663ECAD63C}"/>
                </a:ext>
              </a:extLst>
            </p:cNvPr>
            <p:cNvCxnSpPr>
              <a:stCxn id="95" idx="2"/>
            </p:cNvCxnSpPr>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146">
              <a:extLst>
                <a:ext uri="{FF2B5EF4-FFF2-40B4-BE49-F238E27FC236}">
                  <a16:creationId xmlns:a16="http://schemas.microsoft.com/office/drawing/2014/main" id="{CFBCE6BA-5E0E-AF4C-A71C-B41103763CD5}"/>
                </a:ext>
              </a:extLst>
            </p:cNvPr>
            <p:cNvCxnSpPr>
              <a:endCxn id="95" idx="4"/>
            </p:cNvCxnSpPr>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2" name="矩形 101">
            <a:extLst>
              <a:ext uri="{FF2B5EF4-FFF2-40B4-BE49-F238E27FC236}">
                <a16:creationId xmlns:a16="http://schemas.microsoft.com/office/drawing/2014/main" id="{0FC3E9E4-A818-304F-BB28-A6667373B376}"/>
              </a:ext>
            </a:extLst>
          </p:cNvPr>
          <p:cNvSpPr/>
          <p:nvPr/>
        </p:nvSpPr>
        <p:spPr>
          <a:xfrm>
            <a:off x="8620340" y="2749638"/>
            <a:ext cx="798286" cy="300594"/>
          </a:xfrm>
          <a:prstGeom prst="rect">
            <a:avLst/>
          </a:prstGeom>
          <a:solidFill>
            <a:srgbClr val="E5F3FF"/>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onsolas" panose="020B0609020204030204" pitchFamily="49" charset="0"/>
                <a:cs typeface="Times New Roman" panose="02020603050405020304" pitchFamily="18" charset="0"/>
              </a:rPr>
              <a:t>pred</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103" name="矩形 102">
            <a:extLst>
              <a:ext uri="{FF2B5EF4-FFF2-40B4-BE49-F238E27FC236}">
                <a16:creationId xmlns:a16="http://schemas.microsoft.com/office/drawing/2014/main" id="{E8F683BC-F5AC-7F4E-8F14-C60957CD684B}"/>
              </a:ext>
            </a:extLst>
          </p:cNvPr>
          <p:cNvSpPr/>
          <p:nvPr/>
        </p:nvSpPr>
        <p:spPr>
          <a:xfrm>
            <a:off x="8620340" y="3200542"/>
            <a:ext cx="798286" cy="300594"/>
          </a:xfrm>
          <a:prstGeom prst="rect">
            <a:avLst/>
          </a:prstGeom>
          <a:solidFill>
            <a:srgbClr val="FFEDE0"/>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onsolas" panose="020B0609020204030204" pitchFamily="49" charset="0"/>
                <a:cs typeface="Times New Roman" panose="02020603050405020304" pitchFamily="18" charset="0"/>
              </a:rPr>
              <a:t>out</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104" name="等腰三角形 153">
            <a:extLst>
              <a:ext uri="{FF2B5EF4-FFF2-40B4-BE49-F238E27FC236}">
                <a16:creationId xmlns:a16="http://schemas.microsoft.com/office/drawing/2014/main" id="{7CB7B283-8A40-244F-9050-F8A48062A3C1}"/>
              </a:ext>
            </a:extLst>
          </p:cNvPr>
          <p:cNvSpPr/>
          <p:nvPr/>
        </p:nvSpPr>
        <p:spPr>
          <a:xfrm rot="5400000">
            <a:off x="8599113" y="2868278"/>
            <a:ext cx="118733" cy="76279"/>
          </a:xfrm>
          <a:prstGeom prst="triangle">
            <a:avLst>
              <a:gd name="adj" fmla="val 52809"/>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等腰三角形 154">
            <a:extLst>
              <a:ext uri="{FF2B5EF4-FFF2-40B4-BE49-F238E27FC236}">
                <a16:creationId xmlns:a16="http://schemas.microsoft.com/office/drawing/2014/main" id="{15F37D2B-D35B-A744-B2AA-F023F808A77F}"/>
              </a:ext>
            </a:extLst>
          </p:cNvPr>
          <p:cNvSpPr/>
          <p:nvPr/>
        </p:nvSpPr>
        <p:spPr>
          <a:xfrm rot="5400000">
            <a:off x="8599113" y="3325271"/>
            <a:ext cx="118733" cy="76279"/>
          </a:xfrm>
          <a:prstGeom prst="triangle">
            <a:avLst>
              <a:gd name="adj" fmla="val 52809"/>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a:extLst>
              <a:ext uri="{FF2B5EF4-FFF2-40B4-BE49-F238E27FC236}">
                <a16:creationId xmlns:a16="http://schemas.microsoft.com/office/drawing/2014/main" id="{51CC0900-16AD-6A4A-88D4-36A099CCE6FA}"/>
              </a:ext>
            </a:extLst>
          </p:cNvPr>
          <p:cNvSpPr/>
          <p:nvPr/>
        </p:nvSpPr>
        <p:spPr>
          <a:xfrm>
            <a:off x="8620340" y="3814837"/>
            <a:ext cx="798286" cy="300594"/>
          </a:xfrm>
          <a:prstGeom prst="rect">
            <a:avLst/>
          </a:prstGeom>
          <a:solidFill>
            <a:srgbClr val="F0FFE9"/>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Consolas" panose="020B0609020204030204" pitchFamily="49" charset="0"/>
                <a:cs typeface="Times New Roman" panose="02020603050405020304" pitchFamily="18" charset="0"/>
              </a:rPr>
              <a:t>gen</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107" name="等腰三角形 156">
            <a:extLst>
              <a:ext uri="{FF2B5EF4-FFF2-40B4-BE49-F238E27FC236}">
                <a16:creationId xmlns:a16="http://schemas.microsoft.com/office/drawing/2014/main" id="{4DD45BC6-A732-7E4B-8511-AE5028E3FD1C}"/>
              </a:ext>
            </a:extLst>
          </p:cNvPr>
          <p:cNvSpPr/>
          <p:nvPr/>
        </p:nvSpPr>
        <p:spPr>
          <a:xfrm rot="5400000">
            <a:off x="8599113" y="3939566"/>
            <a:ext cx="118733" cy="76279"/>
          </a:xfrm>
          <a:prstGeom prst="triangle">
            <a:avLst>
              <a:gd name="adj" fmla="val 52809"/>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a:extLst>
              <a:ext uri="{FF2B5EF4-FFF2-40B4-BE49-F238E27FC236}">
                <a16:creationId xmlns:a16="http://schemas.microsoft.com/office/drawing/2014/main" id="{CF5EF49A-B74A-D849-BCE0-5147C858A9F2}"/>
              </a:ext>
            </a:extLst>
          </p:cNvPr>
          <p:cNvSpPr/>
          <p:nvPr/>
        </p:nvSpPr>
        <p:spPr>
          <a:xfrm>
            <a:off x="8615794" y="4247637"/>
            <a:ext cx="798286" cy="300594"/>
          </a:xfrm>
          <a:prstGeom prst="rect">
            <a:avLst/>
          </a:prstGeom>
          <a:solidFill>
            <a:srgbClr val="F0FFE9"/>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onsolas" panose="020B0609020204030204" pitchFamily="49" charset="0"/>
                <a:cs typeface="Times New Roman" panose="02020603050405020304" pitchFamily="18" charset="0"/>
              </a:rPr>
              <a:t>kill</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109" name="等腰三角形 160">
            <a:extLst>
              <a:ext uri="{FF2B5EF4-FFF2-40B4-BE49-F238E27FC236}">
                <a16:creationId xmlns:a16="http://schemas.microsoft.com/office/drawing/2014/main" id="{4123B636-F580-4440-9B1E-74C85F0C262D}"/>
              </a:ext>
            </a:extLst>
          </p:cNvPr>
          <p:cNvSpPr/>
          <p:nvPr/>
        </p:nvSpPr>
        <p:spPr>
          <a:xfrm rot="5400000">
            <a:off x="8594567" y="4372366"/>
            <a:ext cx="118733" cy="76279"/>
          </a:xfrm>
          <a:prstGeom prst="triangle">
            <a:avLst>
              <a:gd name="adj" fmla="val 52809"/>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流程图: 手动操作 166">
            <a:extLst>
              <a:ext uri="{FF2B5EF4-FFF2-40B4-BE49-F238E27FC236}">
                <a16:creationId xmlns:a16="http://schemas.microsoft.com/office/drawing/2014/main" id="{96B94C85-F612-3849-84FC-F120FFC2F383}"/>
              </a:ext>
            </a:extLst>
          </p:cNvPr>
          <p:cNvSpPr/>
          <p:nvPr/>
        </p:nvSpPr>
        <p:spPr>
          <a:xfrm>
            <a:off x="6877761" y="5053987"/>
            <a:ext cx="806865" cy="300594"/>
          </a:xfrm>
          <a:prstGeom prst="flowChartManualOperation">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111" name="文本框 110">
            <a:extLst>
              <a:ext uri="{FF2B5EF4-FFF2-40B4-BE49-F238E27FC236}">
                <a16:creationId xmlns:a16="http://schemas.microsoft.com/office/drawing/2014/main" id="{1C55F9BC-1D13-714C-926D-DD9646F2FC59}"/>
              </a:ext>
            </a:extLst>
          </p:cNvPr>
          <p:cNvSpPr txBox="1"/>
          <p:nvPr/>
        </p:nvSpPr>
        <p:spPr>
          <a:xfrm>
            <a:off x="6996814" y="5019618"/>
            <a:ext cx="591204" cy="369332"/>
          </a:xfrm>
          <a:prstGeom prst="rect">
            <a:avLst/>
          </a:prstGeom>
          <a:noFill/>
          <a:effectLst/>
        </p:spPr>
        <p:txBody>
          <a:bodyPr wrap="square" rtlCol="0">
            <a:spAutoFit/>
          </a:bodyPr>
          <a:lstStyle/>
          <a:p>
            <a:r>
              <a:rPr lang="en-US" altLang="zh-CN" dirty="0">
                <a:latin typeface="Consolas" panose="020B0609020204030204" pitchFamily="49" charset="0"/>
              </a:rPr>
              <a:t>MUX</a:t>
            </a:r>
            <a:endParaRPr lang="zh-CN" altLang="en-US" dirty="0">
              <a:latin typeface="Consolas" panose="020B0609020204030204" pitchFamily="49" charset="0"/>
            </a:endParaRPr>
          </a:p>
        </p:txBody>
      </p:sp>
      <p:sp>
        <p:nvSpPr>
          <p:cNvPr id="112" name="矩形 111">
            <a:extLst>
              <a:ext uri="{FF2B5EF4-FFF2-40B4-BE49-F238E27FC236}">
                <a16:creationId xmlns:a16="http://schemas.microsoft.com/office/drawing/2014/main" id="{9B98A5AC-25CA-DE48-BC71-F06FCC8862FF}"/>
              </a:ext>
            </a:extLst>
          </p:cNvPr>
          <p:cNvSpPr/>
          <p:nvPr/>
        </p:nvSpPr>
        <p:spPr>
          <a:xfrm>
            <a:off x="8615794" y="4839961"/>
            <a:ext cx="798286" cy="300594"/>
          </a:xfrm>
          <a:prstGeom prst="rect">
            <a:avLst/>
          </a:prstGeom>
          <a:solidFill>
            <a:srgbClr val="E5F3FF"/>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latin typeface="Consolas" panose="020B0609020204030204" pitchFamily="49" charset="0"/>
                <a:cs typeface="Times New Roman" panose="02020603050405020304" pitchFamily="18" charset="0"/>
              </a:rPr>
              <a:t>succ</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113" name="等腰三角形 174">
            <a:extLst>
              <a:ext uri="{FF2B5EF4-FFF2-40B4-BE49-F238E27FC236}">
                <a16:creationId xmlns:a16="http://schemas.microsoft.com/office/drawing/2014/main" id="{0EF79577-A434-8B43-80D3-F583063E9336}"/>
              </a:ext>
            </a:extLst>
          </p:cNvPr>
          <p:cNvSpPr/>
          <p:nvPr/>
        </p:nvSpPr>
        <p:spPr>
          <a:xfrm rot="5400000">
            <a:off x="8594567" y="4964690"/>
            <a:ext cx="118733" cy="76279"/>
          </a:xfrm>
          <a:prstGeom prst="triangle">
            <a:avLst>
              <a:gd name="adj" fmla="val 52809"/>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4" name="直接箭头连接符 176">
            <a:extLst>
              <a:ext uri="{FF2B5EF4-FFF2-40B4-BE49-F238E27FC236}">
                <a16:creationId xmlns:a16="http://schemas.microsoft.com/office/drawing/2014/main" id="{035C1AB1-D730-1640-B03B-40FBE8CE8A86}"/>
              </a:ext>
            </a:extLst>
          </p:cNvPr>
          <p:cNvCxnSpPr/>
          <p:nvPr/>
        </p:nvCxnSpPr>
        <p:spPr>
          <a:xfrm>
            <a:off x="7232146" y="2483960"/>
            <a:ext cx="0" cy="641354"/>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15" name="直接连接符 181">
            <a:extLst>
              <a:ext uri="{FF2B5EF4-FFF2-40B4-BE49-F238E27FC236}">
                <a16:creationId xmlns:a16="http://schemas.microsoft.com/office/drawing/2014/main" id="{1A1D31F1-B742-3949-88DE-EBB3B4910219}"/>
              </a:ext>
            </a:extLst>
          </p:cNvPr>
          <p:cNvCxnSpPr/>
          <p:nvPr/>
        </p:nvCxnSpPr>
        <p:spPr>
          <a:xfrm>
            <a:off x="7232146" y="2562335"/>
            <a:ext cx="1752706" cy="0"/>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16" name="直接箭头连接符 184">
            <a:extLst>
              <a:ext uri="{FF2B5EF4-FFF2-40B4-BE49-F238E27FC236}">
                <a16:creationId xmlns:a16="http://schemas.microsoft.com/office/drawing/2014/main" id="{5AED8230-82D0-1F48-B30E-8BB5B80738D8}"/>
              </a:ext>
            </a:extLst>
          </p:cNvPr>
          <p:cNvCxnSpPr/>
          <p:nvPr/>
        </p:nvCxnSpPr>
        <p:spPr>
          <a:xfrm>
            <a:off x="8984852" y="2549137"/>
            <a:ext cx="0" cy="200501"/>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17" name="直接连接符 186">
            <a:extLst>
              <a:ext uri="{FF2B5EF4-FFF2-40B4-BE49-F238E27FC236}">
                <a16:creationId xmlns:a16="http://schemas.microsoft.com/office/drawing/2014/main" id="{E4D725B4-2C04-1A4A-A992-C6E24A05CB9A}"/>
              </a:ext>
            </a:extLst>
          </p:cNvPr>
          <p:cNvCxnSpPr/>
          <p:nvPr/>
        </p:nvCxnSpPr>
        <p:spPr>
          <a:xfrm>
            <a:off x="7731668" y="2897194"/>
            <a:ext cx="884126" cy="0"/>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18" name="直接箭头连接符 188">
            <a:extLst>
              <a:ext uri="{FF2B5EF4-FFF2-40B4-BE49-F238E27FC236}">
                <a16:creationId xmlns:a16="http://schemas.microsoft.com/office/drawing/2014/main" id="{F2A80FAD-C491-764B-9534-74419244D396}"/>
              </a:ext>
            </a:extLst>
          </p:cNvPr>
          <p:cNvCxnSpPr/>
          <p:nvPr/>
        </p:nvCxnSpPr>
        <p:spPr>
          <a:xfrm>
            <a:off x="7747517" y="2897194"/>
            <a:ext cx="0" cy="231778"/>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19" name="直接连接符 201">
            <a:extLst>
              <a:ext uri="{FF2B5EF4-FFF2-40B4-BE49-F238E27FC236}">
                <a16:creationId xmlns:a16="http://schemas.microsoft.com/office/drawing/2014/main" id="{E4534B99-A017-644A-85C7-3164FF8255DD}"/>
              </a:ext>
            </a:extLst>
          </p:cNvPr>
          <p:cNvCxnSpPr/>
          <p:nvPr/>
        </p:nvCxnSpPr>
        <p:spPr>
          <a:xfrm flipH="1">
            <a:off x="8217384" y="2891765"/>
            <a:ext cx="4288" cy="483886"/>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20" name="直接连接符 204">
            <a:extLst>
              <a:ext uri="{FF2B5EF4-FFF2-40B4-BE49-F238E27FC236}">
                <a16:creationId xmlns:a16="http://schemas.microsoft.com/office/drawing/2014/main" id="{29DE6606-BD91-4C42-8F88-6B04B1FAAF64}"/>
              </a:ext>
            </a:extLst>
          </p:cNvPr>
          <p:cNvCxnSpPr/>
          <p:nvPr/>
        </p:nvCxnSpPr>
        <p:spPr>
          <a:xfrm flipH="1">
            <a:off x="8223268" y="3363410"/>
            <a:ext cx="392527" cy="0"/>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21" name="直接箭头连接符 208">
            <a:extLst>
              <a:ext uri="{FF2B5EF4-FFF2-40B4-BE49-F238E27FC236}">
                <a16:creationId xmlns:a16="http://schemas.microsoft.com/office/drawing/2014/main" id="{F39421BE-9084-A745-9346-8AD7921BCE35}"/>
              </a:ext>
            </a:extLst>
          </p:cNvPr>
          <p:cNvCxnSpPr/>
          <p:nvPr/>
        </p:nvCxnSpPr>
        <p:spPr>
          <a:xfrm>
            <a:off x="7232146" y="3421085"/>
            <a:ext cx="0" cy="745449"/>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22" name="直接连接符 211">
            <a:extLst>
              <a:ext uri="{FF2B5EF4-FFF2-40B4-BE49-F238E27FC236}">
                <a16:creationId xmlns:a16="http://schemas.microsoft.com/office/drawing/2014/main" id="{E504696B-D34B-614B-A383-6AD77C7BB256}"/>
              </a:ext>
            </a:extLst>
          </p:cNvPr>
          <p:cNvCxnSpPr/>
          <p:nvPr/>
        </p:nvCxnSpPr>
        <p:spPr>
          <a:xfrm>
            <a:off x="7743166" y="3977705"/>
            <a:ext cx="884126" cy="0"/>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23" name="直接箭头连接符 212">
            <a:extLst>
              <a:ext uri="{FF2B5EF4-FFF2-40B4-BE49-F238E27FC236}">
                <a16:creationId xmlns:a16="http://schemas.microsoft.com/office/drawing/2014/main" id="{1142D629-BD20-9A41-9706-98FB3E97F221}"/>
              </a:ext>
            </a:extLst>
          </p:cNvPr>
          <p:cNvCxnSpPr/>
          <p:nvPr/>
        </p:nvCxnSpPr>
        <p:spPr>
          <a:xfrm>
            <a:off x="7743166" y="3965134"/>
            <a:ext cx="0" cy="201400"/>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24" name="直接连接符 216">
            <a:extLst>
              <a:ext uri="{FF2B5EF4-FFF2-40B4-BE49-F238E27FC236}">
                <a16:creationId xmlns:a16="http://schemas.microsoft.com/office/drawing/2014/main" id="{55EF11FE-E6B7-FF40-88A7-0EBD5B7CE61B}"/>
              </a:ext>
            </a:extLst>
          </p:cNvPr>
          <p:cNvCxnSpPr/>
          <p:nvPr/>
        </p:nvCxnSpPr>
        <p:spPr>
          <a:xfrm flipH="1">
            <a:off x="8225135" y="4410505"/>
            <a:ext cx="390659" cy="0"/>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25" name="直接连接符 217">
            <a:extLst>
              <a:ext uri="{FF2B5EF4-FFF2-40B4-BE49-F238E27FC236}">
                <a16:creationId xmlns:a16="http://schemas.microsoft.com/office/drawing/2014/main" id="{E98EAC16-F09D-3140-8EDA-2F2E6CC139FE}"/>
              </a:ext>
            </a:extLst>
          </p:cNvPr>
          <p:cNvCxnSpPr/>
          <p:nvPr/>
        </p:nvCxnSpPr>
        <p:spPr>
          <a:xfrm flipH="1">
            <a:off x="8236494" y="3977705"/>
            <a:ext cx="4288" cy="442648"/>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26" name="直接连接符 221">
            <a:extLst>
              <a:ext uri="{FF2B5EF4-FFF2-40B4-BE49-F238E27FC236}">
                <a16:creationId xmlns:a16="http://schemas.microsoft.com/office/drawing/2014/main" id="{CAF6D496-AF4D-8B49-9B14-4F084406FB66}"/>
              </a:ext>
            </a:extLst>
          </p:cNvPr>
          <p:cNvCxnSpPr/>
          <p:nvPr/>
        </p:nvCxnSpPr>
        <p:spPr>
          <a:xfrm>
            <a:off x="9014937" y="5140555"/>
            <a:ext cx="0" cy="93958"/>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27" name="直接箭头连接符 223">
            <a:extLst>
              <a:ext uri="{FF2B5EF4-FFF2-40B4-BE49-F238E27FC236}">
                <a16:creationId xmlns:a16="http://schemas.microsoft.com/office/drawing/2014/main" id="{78CB3675-DF7C-AF45-8F07-AC315CF85D78}"/>
              </a:ext>
            </a:extLst>
          </p:cNvPr>
          <p:cNvCxnSpPr/>
          <p:nvPr/>
        </p:nvCxnSpPr>
        <p:spPr>
          <a:xfrm flipH="1">
            <a:off x="7625077" y="5244057"/>
            <a:ext cx="1402715" cy="5715"/>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28" name="直接箭头连接符 233">
            <a:extLst>
              <a:ext uri="{FF2B5EF4-FFF2-40B4-BE49-F238E27FC236}">
                <a16:creationId xmlns:a16="http://schemas.microsoft.com/office/drawing/2014/main" id="{1090E2C3-EFDB-D142-B57A-10D1CF64D329}"/>
              </a:ext>
            </a:extLst>
          </p:cNvPr>
          <p:cNvCxnSpPr/>
          <p:nvPr/>
        </p:nvCxnSpPr>
        <p:spPr>
          <a:xfrm>
            <a:off x="4430640" y="3421085"/>
            <a:ext cx="1535846" cy="0"/>
          </a:xfrm>
          <a:prstGeom prst="straightConnector1">
            <a:avLst/>
          </a:prstGeom>
          <a:ln w="1270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9" name="直接箭头连接符 235">
            <a:extLst>
              <a:ext uri="{FF2B5EF4-FFF2-40B4-BE49-F238E27FC236}">
                <a16:creationId xmlns:a16="http://schemas.microsoft.com/office/drawing/2014/main" id="{8B3724F6-DE6C-384A-9BA2-2761806033A0}"/>
              </a:ext>
            </a:extLst>
          </p:cNvPr>
          <p:cNvCxnSpPr/>
          <p:nvPr/>
        </p:nvCxnSpPr>
        <p:spPr>
          <a:xfrm>
            <a:off x="5128890" y="3897464"/>
            <a:ext cx="837596" cy="0"/>
          </a:xfrm>
          <a:prstGeom prst="straightConnector1">
            <a:avLst/>
          </a:prstGeom>
          <a:ln w="1270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30" name="矩形 129">
            <a:extLst>
              <a:ext uri="{FF2B5EF4-FFF2-40B4-BE49-F238E27FC236}">
                <a16:creationId xmlns:a16="http://schemas.microsoft.com/office/drawing/2014/main" id="{30298A18-963B-4A42-AA7B-1CB608162562}"/>
              </a:ext>
            </a:extLst>
          </p:cNvPr>
          <p:cNvSpPr/>
          <p:nvPr/>
        </p:nvSpPr>
        <p:spPr>
          <a:xfrm>
            <a:off x="10495154" y="2654485"/>
            <a:ext cx="920802" cy="2587684"/>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1" name="文本框 130">
            <a:extLst>
              <a:ext uri="{FF2B5EF4-FFF2-40B4-BE49-F238E27FC236}">
                <a16:creationId xmlns:a16="http://schemas.microsoft.com/office/drawing/2014/main" id="{838C67F5-CAD8-634E-B013-4934B9C1B48B}"/>
              </a:ext>
            </a:extLst>
          </p:cNvPr>
          <p:cNvSpPr txBox="1"/>
          <p:nvPr/>
        </p:nvSpPr>
        <p:spPr>
          <a:xfrm>
            <a:off x="10573073" y="2751754"/>
            <a:ext cx="925173" cy="369332"/>
          </a:xfrm>
          <a:prstGeom prst="rect">
            <a:avLst/>
          </a:prstGeom>
          <a:noFill/>
          <a:effectLst/>
        </p:spPr>
        <p:txBody>
          <a:bodyPr wrap="square" rtlCol="0">
            <a:spAutoFit/>
          </a:bodyPr>
          <a:lstStyle/>
          <a:p>
            <a:r>
              <a:rPr lang="en-US" altLang="zh-CN" dirty="0" err="1">
                <a:latin typeface="Consolas" panose="020B0609020204030204" pitchFamily="49" charset="0"/>
              </a:rPr>
              <a:t>bram</a:t>
            </a:r>
            <a:endParaRPr lang="zh-CN" altLang="en-US" dirty="0">
              <a:latin typeface="Consolas" panose="020B0609020204030204" pitchFamily="49" charset="0"/>
            </a:endParaRPr>
          </a:p>
        </p:txBody>
      </p:sp>
      <p:sp>
        <p:nvSpPr>
          <p:cNvPr id="132" name="矩形 131">
            <a:extLst>
              <a:ext uri="{FF2B5EF4-FFF2-40B4-BE49-F238E27FC236}">
                <a16:creationId xmlns:a16="http://schemas.microsoft.com/office/drawing/2014/main" id="{B94A87D6-053F-3A43-8092-651310FF702E}"/>
              </a:ext>
            </a:extLst>
          </p:cNvPr>
          <p:cNvSpPr/>
          <p:nvPr/>
        </p:nvSpPr>
        <p:spPr>
          <a:xfrm>
            <a:off x="10646206" y="3224002"/>
            <a:ext cx="609674" cy="493345"/>
          </a:xfrm>
          <a:prstGeom prst="rect">
            <a:avLst/>
          </a:prstGeom>
          <a:solidFill>
            <a:srgbClr val="E5F3FF"/>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Consolas" panose="020B0609020204030204" pitchFamily="49" charset="0"/>
              <a:cs typeface="Times New Roman" panose="02020603050405020304" pitchFamily="18" charset="0"/>
            </a:endParaRPr>
          </a:p>
        </p:txBody>
      </p:sp>
      <p:sp>
        <p:nvSpPr>
          <p:cNvPr id="133" name="文本框 132">
            <a:extLst>
              <a:ext uri="{FF2B5EF4-FFF2-40B4-BE49-F238E27FC236}">
                <a16:creationId xmlns:a16="http://schemas.microsoft.com/office/drawing/2014/main" id="{0E12552F-DBFF-4143-B367-7A809D6A175B}"/>
              </a:ext>
            </a:extLst>
          </p:cNvPr>
          <p:cNvSpPr txBox="1"/>
          <p:nvPr/>
        </p:nvSpPr>
        <p:spPr>
          <a:xfrm>
            <a:off x="10646206" y="3290016"/>
            <a:ext cx="642650" cy="369332"/>
          </a:xfrm>
          <a:prstGeom prst="rect">
            <a:avLst/>
          </a:prstGeom>
          <a:noFill/>
          <a:effectLst/>
        </p:spPr>
        <p:txBody>
          <a:bodyPr wrap="square" rtlCol="0">
            <a:spAutoFit/>
          </a:bodyPr>
          <a:lstStyle/>
          <a:p>
            <a:r>
              <a:rPr lang="en-US" altLang="zh-CN" dirty="0" err="1">
                <a:latin typeface="Consolas" panose="020B0609020204030204" pitchFamily="49" charset="0"/>
              </a:rPr>
              <a:t>cfg</a:t>
            </a:r>
            <a:endParaRPr lang="zh-CN" altLang="en-US" dirty="0">
              <a:latin typeface="Consolas" panose="020B0609020204030204" pitchFamily="49" charset="0"/>
            </a:endParaRPr>
          </a:p>
        </p:txBody>
      </p:sp>
      <p:sp>
        <p:nvSpPr>
          <p:cNvPr id="134" name="矩形 133">
            <a:extLst>
              <a:ext uri="{FF2B5EF4-FFF2-40B4-BE49-F238E27FC236}">
                <a16:creationId xmlns:a16="http://schemas.microsoft.com/office/drawing/2014/main" id="{CFFA74A1-9FF3-8745-BE34-8D69C98112C1}"/>
              </a:ext>
            </a:extLst>
          </p:cNvPr>
          <p:cNvSpPr/>
          <p:nvPr/>
        </p:nvSpPr>
        <p:spPr>
          <a:xfrm>
            <a:off x="10646206" y="3871110"/>
            <a:ext cx="609674" cy="493345"/>
          </a:xfrm>
          <a:prstGeom prst="rect">
            <a:avLst/>
          </a:prstGeom>
          <a:solidFill>
            <a:srgbClr val="FFEDE0"/>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Consolas" panose="020B0609020204030204" pitchFamily="49" charset="0"/>
              <a:cs typeface="Times New Roman" panose="02020603050405020304" pitchFamily="18" charset="0"/>
            </a:endParaRPr>
          </a:p>
        </p:txBody>
      </p:sp>
      <p:sp>
        <p:nvSpPr>
          <p:cNvPr id="135" name="文本框 134">
            <a:extLst>
              <a:ext uri="{FF2B5EF4-FFF2-40B4-BE49-F238E27FC236}">
                <a16:creationId xmlns:a16="http://schemas.microsoft.com/office/drawing/2014/main" id="{382CB787-C1E7-8F44-93D8-63737E07C89E}"/>
              </a:ext>
            </a:extLst>
          </p:cNvPr>
          <p:cNvSpPr txBox="1"/>
          <p:nvPr/>
        </p:nvSpPr>
        <p:spPr>
          <a:xfrm>
            <a:off x="10597950" y="3945362"/>
            <a:ext cx="838989" cy="369332"/>
          </a:xfrm>
          <a:prstGeom prst="rect">
            <a:avLst/>
          </a:prstGeom>
          <a:noFill/>
          <a:effectLst/>
        </p:spPr>
        <p:txBody>
          <a:bodyPr wrap="square" rtlCol="0">
            <a:spAutoFit/>
          </a:bodyPr>
          <a:lstStyle/>
          <a:p>
            <a:r>
              <a:rPr lang="en-US" altLang="zh-CN" dirty="0">
                <a:latin typeface="Consolas" panose="020B0609020204030204" pitchFamily="49" charset="0"/>
              </a:rPr>
              <a:t>fact</a:t>
            </a:r>
            <a:endParaRPr lang="zh-CN" altLang="en-US" dirty="0">
              <a:latin typeface="Consolas" panose="020B0609020204030204" pitchFamily="49" charset="0"/>
            </a:endParaRPr>
          </a:p>
        </p:txBody>
      </p:sp>
      <p:cxnSp>
        <p:nvCxnSpPr>
          <p:cNvPr id="136" name="直接箭头连接符 251">
            <a:extLst>
              <a:ext uri="{FF2B5EF4-FFF2-40B4-BE49-F238E27FC236}">
                <a16:creationId xmlns:a16="http://schemas.microsoft.com/office/drawing/2014/main" id="{27BEAA20-FBC7-8F4B-B199-0D084829AB6C}"/>
              </a:ext>
            </a:extLst>
          </p:cNvPr>
          <p:cNvCxnSpPr/>
          <p:nvPr/>
        </p:nvCxnSpPr>
        <p:spPr>
          <a:xfrm flipH="1" flipV="1">
            <a:off x="9400281" y="4980468"/>
            <a:ext cx="335520" cy="2676"/>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37" name="直接箭头连接符 259">
            <a:extLst>
              <a:ext uri="{FF2B5EF4-FFF2-40B4-BE49-F238E27FC236}">
                <a16:creationId xmlns:a16="http://schemas.microsoft.com/office/drawing/2014/main" id="{457A56ED-FBDD-334C-B58C-8989A9F941C7}"/>
              </a:ext>
            </a:extLst>
          </p:cNvPr>
          <p:cNvCxnSpPr/>
          <p:nvPr/>
        </p:nvCxnSpPr>
        <p:spPr>
          <a:xfrm flipH="1">
            <a:off x="9417862" y="4405584"/>
            <a:ext cx="317939" cy="5205"/>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38" name="直接箭头连接符 260">
            <a:extLst>
              <a:ext uri="{FF2B5EF4-FFF2-40B4-BE49-F238E27FC236}">
                <a16:creationId xmlns:a16="http://schemas.microsoft.com/office/drawing/2014/main" id="{BAC9DD1A-2D27-4449-8638-CE7D6CF9789A}"/>
              </a:ext>
            </a:extLst>
          </p:cNvPr>
          <p:cNvCxnSpPr/>
          <p:nvPr/>
        </p:nvCxnSpPr>
        <p:spPr>
          <a:xfrm flipH="1">
            <a:off x="9414080" y="3959675"/>
            <a:ext cx="321721" cy="0"/>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39" name="直接箭头连接符 261">
            <a:extLst>
              <a:ext uri="{FF2B5EF4-FFF2-40B4-BE49-F238E27FC236}">
                <a16:creationId xmlns:a16="http://schemas.microsoft.com/office/drawing/2014/main" id="{3830FBF4-2DBC-BA43-A6AF-2A16C8AAA84F}"/>
              </a:ext>
            </a:extLst>
          </p:cNvPr>
          <p:cNvCxnSpPr/>
          <p:nvPr/>
        </p:nvCxnSpPr>
        <p:spPr>
          <a:xfrm flipH="1">
            <a:off x="9397379" y="3343520"/>
            <a:ext cx="338422" cy="0"/>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40" name="直接箭头连接符 262">
            <a:extLst>
              <a:ext uri="{FF2B5EF4-FFF2-40B4-BE49-F238E27FC236}">
                <a16:creationId xmlns:a16="http://schemas.microsoft.com/office/drawing/2014/main" id="{7A6C4385-6771-1746-88CD-047987BEC886}"/>
              </a:ext>
            </a:extLst>
          </p:cNvPr>
          <p:cNvCxnSpPr/>
          <p:nvPr/>
        </p:nvCxnSpPr>
        <p:spPr>
          <a:xfrm flipH="1">
            <a:off x="9404839" y="2906417"/>
            <a:ext cx="330962" cy="0"/>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41" name="直接箭头连接符 278">
            <a:extLst>
              <a:ext uri="{FF2B5EF4-FFF2-40B4-BE49-F238E27FC236}">
                <a16:creationId xmlns:a16="http://schemas.microsoft.com/office/drawing/2014/main" id="{A0E4A599-DA0D-BA42-82C2-E5C398EE50BA}"/>
              </a:ext>
            </a:extLst>
          </p:cNvPr>
          <p:cNvCxnSpPr/>
          <p:nvPr/>
        </p:nvCxnSpPr>
        <p:spPr>
          <a:xfrm flipH="1">
            <a:off x="9580787" y="2149027"/>
            <a:ext cx="2166618" cy="13985"/>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42" name="直接连接符 280">
            <a:extLst>
              <a:ext uri="{FF2B5EF4-FFF2-40B4-BE49-F238E27FC236}">
                <a16:creationId xmlns:a16="http://schemas.microsoft.com/office/drawing/2014/main" id="{C04EB0FF-F564-124A-A923-BF62D8058437}"/>
              </a:ext>
            </a:extLst>
          </p:cNvPr>
          <p:cNvCxnSpPr/>
          <p:nvPr/>
        </p:nvCxnSpPr>
        <p:spPr>
          <a:xfrm>
            <a:off x="11754853" y="2129726"/>
            <a:ext cx="0" cy="3659920"/>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43" name="直接连接符 282">
            <a:extLst>
              <a:ext uri="{FF2B5EF4-FFF2-40B4-BE49-F238E27FC236}">
                <a16:creationId xmlns:a16="http://schemas.microsoft.com/office/drawing/2014/main" id="{EF395ADB-BA5E-364C-9DA6-9DD84F137E79}"/>
              </a:ext>
            </a:extLst>
          </p:cNvPr>
          <p:cNvCxnSpPr/>
          <p:nvPr/>
        </p:nvCxnSpPr>
        <p:spPr>
          <a:xfrm>
            <a:off x="7219606" y="5783296"/>
            <a:ext cx="4527550" cy="6350"/>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44" name="直接连接符 284">
            <a:extLst>
              <a:ext uri="{FF2B5EF4-FFF2-40B4-BE49-F238E27FC236}">
                <a16:creationId xmlns:a16="http://schemas.microsoft.com/office/drawing/2014/main" id="{7407E210-7917-D740-BDF8-98C93037D1AC}"/>
              </a:ext>
            </a:extLst>
          </p:cNvPr>
          <p:cNvCxnSpPr/>
          <p:nvPr/>
        </p:nvCxnSpPr>
        <p:spPr>
          <a:xfrm>
            <a:off x="7234211" y="5354849"/>
            <a:ext cx="0" cy="430352"/>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sp>
        <p:nvSpPr>
          <p:cNvPr id="145" name="矩形 144">
            <a:extLst>
              <a:ext uri="{FF2B5EF4-FFF2-40B4-BE49-F238E27FC236}">
                <a16:creationId xmlns:a16="http://schemas.microsoft.com/office/drawing/2014/main" id="{E9663C83-D4D3-F147-AB59-442CFD2D8C70}"/>
              </a:ext>
            </a:extLst>
          </p:cNvPr>
          <p:cNvSpPr/>
          <p:nvPr/>
        </p:nvSpPr>
        <p:spPr>
          <a:xfrm>
            <a:off x="9753345" y="2657072"/>
            <a:ext cx="488577" cy="2587684"/>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Consolas" panose="020B0609020204030204" pitchFamily="49" charset="0"/>
            </a:endParaRPr>
          </a:p>
        </p:txBody>
      </p:sp>
      <p:sp>
        <p:nvSpPr>
          <p:cNvPr id="146" name="文本框 145">
            <a:extLst>
              <a:ext uri="{FF2B5EF4-FFF2-40B4-BE49-F238E27FC236}">
                <a16:creationId xmlns:a16="http://schemas.microsoft.com/office/drawing/2014/main" id="{CAB766A9-450A-4349-AF1D-7EB84A711B78}"/>
              </a:ext>
            </a:extLst>
          </p:cNvPr>
          <p:cNvSpPr txBox="1"/>
          <p:nvPr/>
        </p:nvSpPr>
        <p:spPr>
          <a:xfrm>
            <a:off x="9756960" y="2835951"/>
            <a:ext cx="461665" cy="2321169"/>
          </a:xfrm>
          <a:prstGeom prst="rect">
            <a:avLst/>
          </a:prstGeom>
          <a:noFill/>
          <a:effectLst/>
        </p:spPr>
        <p:txBody>
          <a:bodyPr vert="eaVert" wrap="square" rtlCol="0">
            <a:spAutoFit/>
          </a:bodyPr>
          <a:lstStyle/>
          <a:p>
            <a:r>
              <a:rPr lang="en-US" altLang="zh-CN" dirty="0" err="1">
                <a:latin typeface="Consolas" panose="020B0609020204030204" pitchFamily="49" charset="0"/>
              </a:rPr>
              <a:t>bram</a:t>
            </a:r>
            <a:r>
              <a:rPr lang="en-US" altLang="zh-CN" dirty="0">
                <a:latin typeface="Consolas" panose="020B0609020204030204" pitchFamily="49" charset="0"/>
              </a:rPr>
              <a:t>-controller</a:t>
            </a:r>
            <a:endParaRPr lang="zh-CN" altLang="en-US" dirty="0">
              <a:latin typeface="Consolas" panose="020B0609020204030204" pitchFamily="49" charset="0"/>
            </a:endParaRPr>
          </a:p>
        </p:txBody>
      </p:sp>
      <p:cxnSp>
        <p:nvCxnSpPr>
          <p:cNvPr id="147" name="直接箭头连接符 292">
            <a:extLst>
              <a:ext uri="{FF2B5EF4-FFF2-40B4-BE49-F238E27FC236}">
                <a16:creationId xmlns:a16="http://schemas.microsoft.com/office/drawing/2014/main" id="{28212708-39EE-D64C-AF67-EE2A2AF7E0DF}"/>
              </a:ext>
            </a:extLst>
          </p:cNvPr>
          <p:cNvCxnSpPr/>
          <p:nvPr/>
        </p:nvCxnSpPr>
        <p:spPr>
          <a:xfrm flipH="1">
            <a:off x="10253859" y="3969231"/>
            <a:ext cx="241295" cy="0"/>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48" name="直接箭头连接符 298">
            <a:extLst>
              <a:ext uri="{FF2B5EF4-FFF2-40B4-BE49-F238E27FC236}">
                <a16:creationId xmlns:a16="http://schemas.microsoft.com/office/drawing/2014/main" id="{5D80172C-08B6-DD41-9615-380BDAD0BEA0}"/>
              </a:ext>
            </a:extLst>
          </p:cNvPr>
          <p:cNvCxnSpPr/>
          <p:nvPr/>
        </p:nvCxnSpPr>
        <p:spPr>
          <a:xfrm flipH="1">
            <a:off x="11436940" y="3986090"/>
            <a:ext cx="310465" cy="0"/>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49" name="直接箭头连接符 2">
            <a:extLst>
              <a:ext uri="{FF2B5EF4-FFF2-40B4-BE49-F238E27FC236}">
                <a16:creationId xmlns:a16="http://schemas.microsoft.com/office/drawing/2014/main" id="{A1EDA522-9DAE-FB41-8E79-0B455EEB2282}"/>
              </a:ext>
            </a:extLst>
          </p:cNvPr>
          <p:cNvCxnSpPr/>
          <p:nvPr/>
        </p:nvCxnSpPr>
        <p:spPr>
          <a:xfrm flipH="1">
            <a:off x="7230241" y="4470105"/>
            <a:ext cx="4445" cy="584200"/>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sp>
        <p:nvSpPr>
          <p:cNvPr id="150" name="矩形 149">
            <a:extLst>
              <a:ext uri="{FF2B5EF4-FFF2-40B4-BE49-F238E27FC236}">
                <a16:creationId xmlns:a16="http://schemas.microsoft.com/office/drawing/2014/main" id="{B1B2391B-A04F-894E-BDA7-A4AFA3A71F4E}"/>
              </a:ext>
            </a:extLst>
          </p:cNvPr>
          <p:cNvSpPr/>
          <p:nvPr/>
        </p:nvSpPr>
        <p:spPr>
          <a:xfrm>
            <a:off x="1334742" y="2792530"/>
            <a:ext cx="2992121" cy="3778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1" name="肘形连接符 150">
            <a:extLst>
              <a:ext uri="{FF2B5EF4-FFF2-40B4-BE49-F238E27FC236}">
                <a16:creationId xmlns:a16="http://schemas.microsoft.com/office/drawing/2014/main" id="{4DB2706F-BF9B-3A42-9217-6DFA32050D98}"/>
              </a:ext>
            </a:extLst>
          </p:cNvPr>
          <p:cNvCxnSpPr/>
          <p:nvPr/>
        </p:nvCxnSpPr>
        <p:spPr>
          <a:xfrm flipV="1">
            <a:off x="4430844" y="2254510"/>
            <a:ext cx="1535430" cy="740410"/>
          </a:xfrm>
          <a:prstGeom prst="bentConnector3">
            <a:avLst>
              <a:gd name="adj1" fmla="val 59966"/>
            </a:avLst>
          </a:prstGeom>
          <a:ln w="1270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2" name="肘形连接符 151">
            <a:extLst>
              <a:ext uri="{FF2B5EF4-FFF2-40B4-BE49-F238E27FC236}">
                <a16:creationId xmlns:a16="http://schemas.microsoft.com/office/drawing/2014/main" id="{0ED5DCA4-0B79-6640-958A-55524EF5B108}"/>
              </a:ext>
            </a:extLst>
          </p:cNvPr>
          <p:cNvCxnSpPr/>
          <p:nvPr/>
        </p:nvCxnSpPr>
        <p:spPr>
          <a:xfrm>
            <a:off x="4089214" y="4708785"/>
            <a:ext cx="1867535" cy="464185"/>
          </a:xfrm>
          <a:prstGeom prst="bentConnector3">
            <a:avLst>
              <a:gd name="adj1" fmla="val 50017"/>
            </a:avLst>
          </a:prstGeom>
          <a:ln w="1270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53" name="矩形 152">
            <a:extLst>
              <a:ext uri="{FF2B5EF4-FFF2-40B4-BE49-F238E27FC236}">
                <a16:creationId xmlns:a16="http://schemas.microsoft.com/office/drawing/2014/main" id="{54ED6BBF-0AD3-214D-A861-669EC4CB5AAA}"/>
              </a:ext>
            </a:extLst>
          </p:cNvPr>
          <p:cNvSpPr/>
          <p:nvPr/>
        </p:nvSpPr>
        <p:spPr>
          <a:xfrm>
            <a:off x="10646206" y="4520777"/>
            <a:ext cx="609674" cy="627205"/>
          </a:xfrm>
          <a:prstGeom prst="rect">
            <a:avLst/>
          </a:prstGeom>
          <a:solidFill>
            <a:srgbClr val="F0FFE9"/>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文本框 153">
            <a:extLst>
              <a:ext uri="{FF2B5EF4-FFF2-40B4-BE49-F238E27FC236}">
                <a16:creationId xmlns:a16="http://schemas.microsoft.com/office/drawing/2014/main" id="{B3C7D704-4D3C-3047-AB96-C9955AD450CC}"/>
              </a:ext>
            </a:extLst>
          </p:cNvPr>
          <p:cNvSpPr txBox="1"/>
          <p:nvPr/>
        </p:nvSpPr>
        <p:spPr>
          <a:xfrm>
            <a:off x="10626780" y="4507939"/>
            <a:ext cx="784468" cy="646331"/>
          </a:xfrm>
          <a:prstGeom prst="rect">
            <a:avLst/>
          </a:prstGeom>
          <a:noFill/>
          <a:effectLst/>
        </p:spPr>
        <p:txBody>
          <a:bodyPr wrap="square" rtlCol="0">
            <a:spAutoFit/>
          </a:bodyPr>
          <a:lstStyle/>
          <a:p>
            <a:r>
              <a:rPr lang="en-US" altLang="zh-CN" dirty="0">
                <a:latin typeface="Consolas" panose="020B0609020204030204" pitchFamily="49" charset="0"/>
              </a:rPr>
              <a:t>gen/</a:t>
            </a:r>
          </a:p>
          <a:p>
            <a:r>
              <a:rPr lang="en-US" altLang="zh-CN" dirty="0">
                <a:latin typeface="Consolas" panose="020B0609020204030204" pitchFamily="49" charset="0"/>
              </a:rPr>
              <a:t>kill</a:t>
            </a:r>
            <a:endParaRPr lang="zh-CN" altLang="en-US" dirty="0">
              <a:latin typeface="Consolas" panose="020B0609020204030204" pitchFamily="49" charset="0"/>
            </a:endParaRPr>
          </a:p>
        </p:txBody>
      </p:sp>
      <p:sp>
        <p:nvSpPr>
          <p:cNvPr id="155" name="文本框 154">
            <a:extLst>
              <a:ext uri="{FF2B5EF4-FFF2-40B4-BE49-F238E27FC236}">
                <a16:creationId xmlns:a16="http://schemas.microsoft.com/office/drawing/2014/main" id="{19428640-BBBF-6F4A-808A-4B70CCF33CBA}"/>
              </a:ext>
            </a:extLst>
          </p:cNvPr>
          <p:cNvSpPr txBox="1"/>
          <p:nvPr/>
        </p:nvSpPr>
        <p:spPr>
          <a:xfrm>
            <a:off x="1709649" y="6084275"/>
            <a:ext cx="8768689" cy="464185"/>
          </a:xfrm>
          <a:prstGeom prst="rect">
            <a:avLst/>
          </a:prstGeom>
          <a:ln w="1905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0000" rtlCol="0" anchor="ctr">
            <a:noAutofit/>
          </a:bodyPr>
          <a:lstStyle/>
          <a:p>
            <a:pPr algn="ctr"/>
            <a:r>
              <a:rPr kumimoji="1" lang="en-US" altLang="zh-CN" sz="2000" dirty="0">
                <a:solidFill>
                  <a:schemeClr val="accent2">
                    <a:lumMod val="75000"/>
                  </a:schemeClr>
                </a:solidFill>
                <a:latin typeface="Arial" panose="020B0604020202020204" pitchFamily="34" charset="0"/>
                <a:cs typeface="Arial" panose="020B0604020202020204" pitchFamily="34" charset="0"/>
              </a:rPr>
              <a:t>straightforward</a:t>
            </a:r>
            <a:r>
              <a:rPr kumimoji="1" lang="en-US" altLang="zh-CN" sz="2000" dirty="0">
                <a:latin typeface="Arial" panose="020B0604020202020204" pitchFamily="34" charset="0"/>
                <a:cs typeface="Arial" panose="020B0604020202020204" pitchFamily="34" charset="0"/>
              </a:rPr>
              <a:t> = simply rewrite the</a:t>
            </a:r>
            <a:r>
              <a:rPr kumimoji="1" lang="en-US" altLang="zh-CN" sz="2000" dirty="0">
                <a:solidFill>
                  <a:schemeClr val="bg1"/>
                </a:solidFill>
                <a:latin typeface="Arial" panose="020B0604020202020204" pitchFamily="34" charset="0"/>
                <a:cs typeface="Arial" panose="020B0604020202020204" pitchFamily="34" charset="0"/>
              </a:rPr>
              <a:t>-</a:t>
            </a:r>
            <a:r>
              <a:rPr kumimoji="1" lang="en-US" altLang="zh-CN" sz="2000" dirty="0">
                <a:latin typeface="Arial" panose="020B0604020202020204" pitchFamily="34" charset="0"/>
                <a:cs typeface="Arial" panose="020B0604020202020204" pitchFamily="34" charset="0"/>
              </a:rPr>
              <a:t>algorithm using an HDL (e.g., Verilog)</a:t>
            </a:r>
            <a:endParaRPr kumimoji="1"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6808787"/>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5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5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0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0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1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1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1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17"/>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18"/>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19"/>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20"/>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28"/>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3"/>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39"/>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4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2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8"/>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66"/>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75"/>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84"/>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93"/>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06"/>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07"/>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08"/>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09"/>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121"/>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122"/>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23"/>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124"/>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25"/>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137"/>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138"/>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129"/>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4"/>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26"/>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29"/>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10"/>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11"/>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12"/>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13"/>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126"/>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127"/>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136"/>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149"/>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152"/>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5"/>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144"/>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143"/>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148"/>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141"/>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p:bldP spid="18" grpId="0" animBg="1"/>
      <p:bldP spid="19" grpId="0"/>
      <p:bldP spid="20" grpId="0" animBg="1"/>
      <p:bldP spid="21" grpId="0" animBg="1"/>
      <p:bldP spid="22" grpId="0" animBg="1"/>
      <p:bldP spid="23" grpId="0" animBg="1"/>
      <p:bldP spid="24" grpId="0" animBg="1"/>
      <p:bldP spid="25" grpId="0" animBg="1"/>
      <p:bldP spid="26" grpId="0" animBg="1"/>
      <p:bldP spid="27" grpId="0"/>
      <p:bldP spid="28" grpId="0"/>
      <p:bldP spid="29" grpId="0"/>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p:bldP spid="112" grpId="0" animBg="1"/>
      <p:bldP spid="113" grpId="0" animBg="1"/>
      <p:bldP spid="130" grpId="0" animBg="1"/>
      <p:bldP spid="131" grpId="0"/>
      <p:bldP spid="132" grpId="0" animBg="1"/>
      <p:bldP spid="133" grpId="0"/>
      <p:bldP spid="134" grpId="0" animBg="1"/>
      <p:bldP spid="135" grpId="0"/>
      <p:bldP spid="145" grpId="0" animBg="1"/>
      <p:bldP spid="146" grpId="0"/>
      <p:bldP spid="150" grpId="0" animBg="1"/>
      <p:bldP spid="153" grpId="0" animBg="1"/>
      <p:bldP spid="154" grpId="0"/>
      <p:bldP spid="15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6345D1F0-E75B-064D-BEEA-B58FC388A7F1}"/>
              </a:ext>
            </a:extLst>
          </p:cNvPr>
          <p:cNvSpPr>
            <a:spLocks noGrp="1"/>
          </p:cNvSpPr>
          <p:nvPr>
            <p:ph type="title"/>
          </p:nvPr>
        </p:nvSpPr>
        <p:spPr>
          <a:xfrm>
            <a:off x="838200" y="376238"/>
            <a:ext cx="10515600" cy="1617662"/>
          </a:xfrm>
        </p:spPr>
        <p:txBody>
          <a:bodyPr anchor="ctr">
            <a:normAutofit/>
          </a:bodyPr>
          <a:lstStyle/>
          <a:p>
            <a:pPr algn="ctr"/>
            <a:r>
              <a:rPr kumimoji="1" lang="en-US" altLang="zh-CN" sz="4800" b="0" i="0" u="none" strike="noStrike" kern="1200" cap="none" spc="0" normalizeH="0" baseline="0" noProof="0" dirty="0">
                <a:ln>
                  <a:noFill/>
                </a:ln>
                <a:solidFill>
                  <a:srgbClr val="E7E6E6">
                    <a:lumMod val="10000"/>
                  </a:srgbClr>
                </a:solidFill>
                <a:effectLst/>
                <a:uLnTx/>
                <a:uFillTx/>
                <a:latin typeface="Candara" panose="020E0502030303020204"/>
                <a:ea typeface="华文楷体" panose="02010600040101010101" pitchFamily="2" charset="-122"/>
                <a:cs typeface="+mj-cs"/>
              </a:rPr>
              <a:t>An </a:t>
            </a:r>
            <a:r>
              <a:rPr kumimoji="1" lang="en-US" altLang="zh-CN" sz="4800" b="0" i="0" u="sng" strike="noStrike" kern="1200" cap="none" spc="0" normalizeH="0" baseline="0" noProof="0" dirty="0">
                <a:ln>
                  <a:noFill/>
                </a:ln>
                <a:solidFill>
                  <a:srgbClr val="C00000"/>
                </a:solidFill>
                <a:effectLst/>
                <a:uLnTx/>
                <a:uFillTx/>
                <a:latin typeface="Candara" panose="020E0502030303020204"/>
                <a:ea typeface="华文楷体" panose="02010600040101010101" pitchFamily="2" charset="-122"/>
                <a:cs typeface="+mj-cs"/>
              </a:rPr>
              <a:t>Explorative</a:t>
            </a:r>
            <a:r>
              <a:rPr kumimoji="1" lang="en-US" altLang="zh-CN" sz="4800" b="0" i="0" u="none" strike="noStrike" kern="1200" cap="none" spc="0" normalizeH="0" baseline="0" noProof="0" dirty="0">
                <a:ln>
                  <a:noFill/>
                </a:ln>
                <a:solidFill>
                  <a:srgbClr val="E7E6E6">
                    <a:lumMod val="10000"/>
                  </a:srgbClr>
                </a:solidFill>
                <a:effectLst/>
                <a:uLnTx/>
                <a:uFillTx/>
                <a:latin typeface="Candara" panose="020E0502030303020204"/>
                <a:ea typeface="华文楷体" panose="02010600040101010101" pitchFamily="2" charset="-122"/>
                <a:cs typeface="+mj-cs"/>
              </a:rPr>
              <a:t> Step</a:t>
            </a:r>
            <a:endParaRPr lang="zh-CN" altLang="en-US" sz="6600" dirty="0"/>
          </a:p>
        </p:txBody>
      </p:sp>
      <p:sp>
        <p:nvSpPr>
          <p:cNvPr id="4" name="灯片编号占位符 3">
            <a:extLst>
              <a:ext uri="{FF2B5EF4-FFF2-40B4-BE49-F238E27FC236}">
                <a16:creationId xmlns:a16="http://schemas.microsoft.com/office/drawing/2014/main" id="{EA024BCD-301F-9745-86B3-E749A7578336}"/>
              </a:ext>
            </a:extLst>
          </p:cNvPr>
          <p:cNvSpPr>
            <a:spLocks noGrp="1"/>
          </p:cNvSpPr>
          <p:nvPr>
            <p:ph type="sldNum" sz="quarter" idx="12"/>
          </p:nvPr>
        </p:nvSpPr>
        <p:spPr/>
        <p:txBody>
          <a:bodyPr/>
          <a:lstStyle/>
          <a:p>
            <a:fld id="{978860AA-0FA6-EE41-AD3E-89DCDAAFC63F}" type="slidenum">
              <a:rPr kumimoji="1" lang="zh-CN" altLang="en-US" smtClean="0"/>
              <a:t>9</a:t>
            </a:fld>
            <a:endParaRPr kumimoji="1" lang="zh-CN" altLang="en-US"/>
          </a:p>
        </p:txBody>
      </p:sp>
      <p:sp>
        <p:nvSpPr>
          <p:cNvPr id="7" name="文本框 6">
            <a:extLst>
              <a:ext uri="{FF2B5EF4-FFF2-40B4-BE49-F238E27FC236}">
                <a16:creationId xmlns:a16="http://schemas.microsoft.com/office/drawing/2014/main" id="{9C78E4F3-C820-6548-B785-DF9EC2C90AD6}"/>
              </a:ext>
            </a:extLst>
          </p:cNvPr>
          <p:cNvSpPr txBox="1"/>
          <p:nvPr/>
        </p:nvSpPr>
        <p:spPr>
          <a:xfrm>
            <a:off x="855471" y="4508894"/>
            <a:ext cx="1824282" cy="584775"/>
          </a:xfrm>
          <a:prstGeom prst="rect">
            <a:avLst/>
          </a:prstGeom>
          <a:noFill/>
        </p:spPr>
        <p:txBody>
          <a:bodyPr wrap="none" rtlCol="0">
            <a:spAutoFit/>
          </a:bodyPr>
          <a:lstStyle/>
          <a:p>
            <a:r>
              <a:rPr kumimoji="1" lang="en-US" altLang="zh-CN" sz="3200" dirty="0">
                <a:solidFill>
                  <a:schemeClr val="accent2">
                    <a:lumMod val="75000"/>
                  </a:schemeClr>
                </a:solidFill>
                <a:latin typeface="Arial" panose="020B0604020202020204" pitchFamily="34" charset="0"/>
                <a:cs typeface="Arial" panose="020B0604020202020204" pitchFamily="34" charset="0"/>
              </a:rPr>
              <a:t>Initial Try</a:t>
            </a:r>
            <a:endParaRPr kumimoji="1" lang="zh-CN" altLang="en-US" sz="3200" dirty="0">
              <a:solidFill>
                <a:schemeClr val="accent2">
                  <a:lumMod val="75000"/>
                </a:schemeClr>
              </a:solidFill>
              <a:latin typeface="Arial" panose="020B0604020202020204" pitchFamily="34" charset="0"/>
              <a:cs typeface="Arial" panose="020B0604020202020204" pitchFamily="34" charset="0"/>
            </a:endParaRPr>
          </a:p>
        </p:txBody>
      </p:sp>
      <p:sp>
        <p:nvSpPr>
          <p:cNvPr id="8" name="文本框 7">
            <a:extLst>
              <a:ext uri="{FF2B5EF4-FFF2-40B4-BE49-F238E27FC236}">
                <a16:creationId xmlns:a16="http://schemas.microsoft.com/office/drawing/2014/main" id="{9EE24E0F-CF75-FA45-9365-D2600A21B8AB}"/>
              </a:ext>
            </a:extLst>
          </p:cNvPr>
          <p:cNvSpPr txBox="1"/>
          <p:nvPr/>
        </p:nvSpPr>
        <p:spPr>
          <a:xfrm>
            <a:off x="4782361" y="4508894"/>
            <a:ext cx="2234907" cy="584775"/>
          </a:xfrm>
          <a:prstGeom prst="rect">
            <a:avLst/>
          </a:prstGeom>
          <a:noFill/>
        </p:spPr>
        <p:txBody>
          <a:bodyPr wrap="none" rtlCol="0">
            <a:spAutoFit/>
          </a:bodyPr>
          <a:lstStyle/>
          <a:p>
            <a:r>
              <a:rPr kumimoji="1" lang="en-US" altLang="zh-CN" sz="3200" dirty="0">
                <a:solidFill>
                  <a:schemeClr val="accent1">
                    <a:lumMod val="75000"/>
                  </a:schemeClr>
                </a:solidFill>
                <a:latin typeface="Arial" panose="020B0604020202020204" pitchFamily="34" charset="0"/>
                <a:cs typeface="Arial" panose="020B0604020202020204" pitchFamily="34" charset="0"/>
              </a:rPr>
              <a:t>Challenges</a:t>
            </a:r>
            <a:endParaRPr kumimoji="1" lang="zh-CN" altLang="en-US" sz="3200" dirty="0">
              <a:solidFill>
                <a:schemeClr val="accent1">
                  <a:lumMod val="75000"/>
                </a:schemeClr>
              </a:solidFill>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D091D86E-86F1-CD4A-A61D-B6514C351445}"/>
              </a:ext>
            </a:extLst>
          </p:cNvPr>
          <p:cNvSpPr txBox="1"/>
          <p:nvPr/>
        </p:nvSpPr>
        <p:spPr>
          <a:xfrm>
            <a:off x="9119876" y="4508894"/>
            <a:ext cx="2462534" cy="584775"/>
          </a:xfrm>
          <a:prstGeom prst="rect">
            <a:avLst/>
          </a:prstGeom>
          <a:noFill/>
        </p:spPr>
        <p:txBody>
          <a:bodyPr wrap="none" rtlCol="0">
            <a:spAutoFit/>
          </a:bodyPr>
          <a:lstStyle/>
          <a:p>
            <a:r>
              <a:rPr kumimoji="1" lang="en-US" altLang="zh-CN" sz="3200" dirty="0">
                <a:solidFill>
                  <a:schemeClr val="accent6">
                    <a:lumMod val="75000"/>
                  </a:schemeClr>
                </a:solidFill>
                <a:latin typeface="Arial" panose="020B0604020202020204" pitchFamily="34" charset="0"/>
                <a:cs typeface="Arial" panose="020B0604020202020204" pitchFamily="34" charset="0"/>
              </a:rPr>
              <a:t>Final</a:t>
            </a:r>
            <a:r>
              <a:rPr kumimoji="1" lang="en-US" altLang="zh-CN" sz="3200" dirty="0">
                <a:solidFill>
                  <a:schemeClr val="bg1"/>
                </a:solidFill>
                <a:latin typeface="Arial" panose="020B0604020202020204" pitchFamily="34" charset="0"/>
                <a:cs typeface="Arial" panose="020B0604020202020204" pitchFamily="34" charset="0"/>
              </a:rPr>
              <a:t>-</a:t>
            </a:r>
            <a:r>
              <a:rPr kumimoji="1" lang="en-US" altLang="zh-CN" sz="3200" dirty="0">
                <a:solidFill>
                  <a:schemeClr val="accent6">
                    <a:lumMod val="75000"/>
                  </a:schemeClr>
                </a:solidFill>
                <a:latin typeface="Arial" panose="020B0604020202020204" pitchFamily="34" charset="0"/>
                <a:cs typeface="Arial" panose="020B0604020202020204" pitchFamily="34" charset="0"/>
              </a:rPr>
              <a:t>Design</a:t>
            </a:r>
            <a:endParaRPr kumimoji="1" lang="zh-CN" altLang="en-US" sz="3200" dirty="0">
              <a:solidFill>
                <a:schemeClr val="accent6">
                  <a:lumMod val="75000"/>
                </a:schemeClr>
              </a:solidFill>
              <a:latin typeface="Arial" panose="020B0604020202020204" pitchFamily="34" charset="0"/>
              <a:cs typeface="Arial" panose="020B0604020202020204" pitchFamily="34" charset="0"/>
            </a:endParaRPr>
          </a:p>
        </p:txBody>
      </p:sp>
      <p:sp>
        <p:nvSpPr>
          <p:cNvPr id="14" name="右箭头 13">
            <a:extLst>
              <a:ext uri="{FF2B5EF4-FFF2-40B4-BE49-F238E27FC236}">
                <a16:creationId xmlns:a16="http://schemas.microsoft.com/office/drawing/2014/main" id="{FA547DA7-A9E9-3B48-97CB-3E3DC6158884}"/>
              </a:ext>
            </a:extLst>
          </p:cNvPr>
          <p:cNvSpPr/>
          <p:nvPr/>
        </p:nvSpPr>
        <p:spPr>
          <a:xfrm>
            <a:off x="3340564" y="4596821"/>
            <a:ext cx="780983" cy="408920"/>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右箭头 14">
            <a:extLst>
              <a:ext uri="{FF2B5EF4-FFF2-40B4-BE49-F238E27FC236}">
                <a16:creationId xmlns:a16="http://schemas.microsoft.com/office/drawing/2014/main" id="{4D17ECF9-FB34-D246-81B7-BCFBC79EED6C}"/>
              </a:ext>
            </a:extLst>
          </p:cNvPr>
          <p:cNvSpPr/>
          <p:nvPr/>
        </p:nvSpPr>
        <p:spPr>
          <a:xfrm>
            <a:off x="7678079" y="4596821"/>
            <a:ext cx="780983" cy="408920"/>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1631722C-9C5E-9B45-8658-7FB9D147B6DB}"/>
              </a:ext>
            </a:extLst>
          </p:cNvPr>
          <p:cNvSpPr txBox="1"/>
          <p:nvPr/>
        </p:nvSpPr>
        <p:spPr>
          <a:xfrm>
            <a:off x="3241177" y="5201391"/>
            <a:ext cx="979755" cy="461665"/>
          </a:xfrm>
          <a:prstGeom prst="rect">
            <a:avLst/>
          </a:prstGeom>
          <a:noFill/>
        </p:spPr>
        <p:txBody>
          <a:bodyPr wrap="none" rtlCol="0">
            <a:spAutoFit/>
          </a:bodyPr>
          <a:lstStyle/>
          <a:p>
            <a:r>
              <a:rPr kumimoji="1" lang="en-US" altLang="zh-CN" sz="2400" dirty="0">
                <a:solidFill>
                  <a:schemeClr val="bg2">
                    <a:lumMod val="25000"/>
                  </a:schemeClr>
                </a:solidFill>
              </a:rPr>
              <a:t>reveal</a:t>
            </a:r>
            <a:endParaRPr kumimoji="1" lang="zh-CN" altLang="en-US" sz="2400" dirty="0">
              <a:solidFill>
                <a:schemeClr val="bg2">
                  <a:lumMod val="25000"/>
                </a:schemeClr>
              </a:solidFill>
            </a:endParaRPr>
          </a:p>
        </p:txBody>
      </p:sp>
      <p:sp>
        <p:nvSpPr>
          <p:cNvPr id="17" name="文本框 16">
            <a:extLst>
              <a:ext uri="{FF2B5EF4-FFF2-40B4-BE49-F238E27FC236}">
                <a16:creationId xmlns:a16="http://schemas.microsoft.com/office/drawing/2014/main" id="{A25113FE-6777-0244-A663-96FA2E3590E1}"/>
              </a:ext>
            </a:extLst>
          </p:cNvPr>
          <p:cNvSpPr txBox="1"/>
          <p:nvPr/>
        </p:nvSpPr>
        <p:spPr>
          <a:xfrm>
            <a:off x="7322212" y="5201390"/>
            <a:ext cx="1492716" cy="461665"/>
          </a:xfrm>
          <a:prstGeom prst="rect">
            <a:avLst/>
          </a:prstGeom>
          <a:noFill/>
        </p:spPr>
        <p:txBody>
          <a:bodyPr wrap="none" rtlCol="0">
            <a:spAutoFit/>
          </a:bodyPr>
          <a:lstStyle/>
          <a:p>
            <a:r>
              <a:rPr kumimoji="1" lang="en-US" altLang="zh-CN" sz="2400" dirty="0">
                <a:solidFill>
                  <a:schemeClr val="bg2">
                    <a:lumMod val="25000"/>
                  </a:schemeClr>
                </a:solidFill>
              </a:rPr>
              <a:t>overcome</a:t>
            </a:r>
            <a:endParaRPr kumimoji="1" lang="zh-CN" altLang="en-US" sz="2400" dirty="0">
              <a:solidFill>
                <a:schemeClr val="bg2">
                  <a:lumMod val="25000"/>
                </a:schemeClr>
              </a:solidFill>
            </a:endParaRPr>
          </a:p>
        </p:txBody>
      </p:sp>
      <p:pic>
        <p:nvPicPr>
          <p:cNvPr id="19" name="图片 18">
            <a:extLst>
              <a:ext uri="{FF2B5EF4-FFF2-40B4-BE49-F238E27FC236}">
                <a16:creationId xmlns:a16="http://schemas.microsoft.com/office/drawing/2014/main" id="{9D392EBF-45BA-D940-8E45-FD35A0FD8B75}"/>
              </a:ext>
            </a:extLst>
          </p:cNvPr>
          <p:cNvPicPr>
            <a:picLocks noChangeAspect="1"/>
          </p:cNvPicPr>
          <p:nvPr/>
        </p:nvPicPr>
        <p:blipFill>
          <a:blip r:embed="rId3"/>
          <a:stretch>
            <a:fillRect/>
          </a:stretch>
        </p:blipFill>
        <p:spPr>
          <a:xfrm>
            <a:off x="4436751" y="2520319"/>
            <a:ext cx="2926126" cy="1841553"/>
          </a:xfrm>
          <a:prstGeom prst="rect">
            <a:avLst/>
          </a:prstGeom>
        </p:spPr>
      </p:pic>
      <p:pic>
        <p:nvPicPr>
          <p:cNvPr id="22" name="图片 21">
            <a:extLst>
              <a:ext uri="{FF2B5EF4-FFF2-40B4-BE49-F238E27FC236}">
                <a16:creationId xmlns:a16="http://schemas.microsoft.com/office/drawing/2014/main" id="{2CB12721-00EF-4C49-A71C-C2D4A9B77A01}"/>
              </a:ext>
            </a:extLst>
          </p:cNvPr>
          <p:cNvPicPr>
            <a:picLocks noChangeAspect="1"/>
          </p:cNvPicPr>
          <p:nvPr/>
        </p:nvPicPr>
        <p:blipFill rotWithShape="1">
          <a:blip r:embed="rId4"/>
          <a:srcRect l="4266" r="2822"/>
          <a:stretch/>
        </p:blipFill>
        <p:spPr>
          <a:xfrm>
            <a:off x="9595819" y="2418458"/>
            <a:ext cx="1510649" cy="1943414"/>
          </a:xfrm>
          <a:prstGeom prst="rect">
            <a:avLst/>
          </a:prstGeom>
        </p:spPr>
      </p:pic>
      <p:pic>
        <p:nvPicPr>
          <p:cNvPr id="1026" name="Picture 2" descr="还记得表情包里的成功小孩吗？他18岁了？_凤凰网">
            <a:extLst>
              <a:ext uri="{FF2B5EF4-FFF2-40B4-BE49-F238E27FC236}">
                <a16:creationId xmlns:a16="http://schemas.microsoft.com/office/drawing/2014/main" id="{4D1A7688-B31A-1A4C-A0A7-A395BB8E3E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2520319"/>
            <a:ext cx="1841553" cy="1841553"/>
          </a:xfrm>
          <a:prstGeom prst="rect">
            <a:avLst/>
          </a:prstGeom>
          <a:noFill/>
          <a:extLst>
            <a:ext uri="{909E8E84-426E-40DD-AFC4-6F175D3DCCD1}">
              <a14:hiddenFill xmlns:a14="http://schemas.microsoft.com/office/drawing/2010/main">
                <a:solidFill>
                  <a:srgbClr val="FFFFFF"/>
                </a:solidFill>
              </a14:hiddenFill>
            </a:ext>
          </a:extLst>
        </p:spPr>
      </p:pic>
      <p:sp>
        <p:nvSpPr>
          <p:cNvPr id="6" name="右箭头 5">
            <a:extLst>
              <a:ext uri="{FF2B5EF4-FFF2-40B4-BE49-F238E27FC236}">
                <a16:creationId xmlns:a16="http://schemas.microsoft.com/office/drawing/2014/main" id="{CA616108-0B45-FF44-85F6-A29536DFAAC5}"/>
              </a:ext>
            </a:extLst>
          </p:cNvPr>
          <p:cNvSpPr/>
          <p:nvPr/>
        </p:nvSpPr>
        <p:spPr>
          <a:xfrm rot="16200000">
            <a:off x="5575135" y="5410253"/>
            <a:ext cx="649357" cy="693295"/>
          </a:xfrm>
          <a:prstGeom prst="rightArrow">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803257096"/>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C4FCF6-CCC1-3647-8940-23E957215842}"/>
              </a:ext>
            </a:extLst>
          </p:cNvPr>
          <p:cNvSpPr>
            <a:spLocks noGrp="1"/>
          </p:cNvSpPr>
          <p:nvPr>
            <p:ph type="title"/>
          </p:nvPr>
        </p:nvSpPr>
        <p:spPr/>
        <p:txBody>
          <a:bodyPr>
            <a:normAutofit/>
          </a:bodyPr>
          <a:lstStyle/>
          <a:p>
            <a:r>
              <a:rPr kumimoji="1" lang="en-US" altLang="zh-CN" sz="3600" dirty="0">
                <a:solidFill>
                  <a:schemeClr val="accent1">
                    <a:lumMod val="75000"/>
                  </a:schemeClr>
                </a:solidFill>
              </a:rPr>
              <a:t>Challenges</a:t>
            </a:r>
            <a:r>
              <a:rPr kumimoji="1" lang="en-US" altLang="zh-CN" sz="3600" dirty="0"/>
              <a:t> Revealed by the </a:t>
            </a:r>
            <a:r>
              <a:rPr kumimoji="1" lang="en-US" altLang="zh-CN" sz="3600" dirty="0">
                <a:solidFill>
                  <a:schemeClr val="accent2">
                    <a:lumMod val="75000"/>
                  </a:schemeClr>
                </a:solidFill>
              </a:rPr>
              <a:t>Straightforward</a:t>
            </a:r>
            <a:r>
              <a:rPr kumimoji="1" lang="en-US" altLang="zh-CN" sz="3600" dirty="0"/>
              <a:t> Design</a:t>
            </a:r>
            <a:endParaRPr kumimoji="1" lang="zh-CN" altLang="en-US" sz="3600" dirty="0"/>
          </a:p>
        </p:txBody>
      </p:sp>
      <p:sp>
        <p:nvSpPr>
          <p:cNvPr id="3" name="内容占位符 2">
            <a:extLst>
              <a:ext uri="{FF2B5EF4-FFF2-40B4-BE49-F238E27FC236}">
                <a16:creationId xmlns:a16="http://schemas.microsoft.com/office/drawing/2014/main" id="{38A4AD2B-7B99-D947-B32E-4CFBB4EE1FBF}"/>
              </a:ext>
            </a:extLst>
          </p:cNvPr>
          <p:cNvSpPr>
            <a:spLocks noGrp="1"/>
          </p:cNvSpPr>
          <p:nvPr>
            <p:ph idx="1"/>
          </p:nvPr>
        </p:nvSpPr>
        <p:spPr>
          <a:xfrm>
            <a:off x="444596" y="1339516"/>
            <a:ext cx="11297653" cy="5438274"/>
          </a:xfrm>
        </p:spPr>
        <p:txBody>
          <a:bodyPr>
            <a:noAutofit/>
          </a:bodyPr>
          <a:lstStyle/>
          <a:p>
            <a:pPr>
              <a:lnSpc>
                <a:spcPct val="125000"/>
              </a:lnSpc>
            </a:pPr>
            <a:r>
              <a:rPr kumimoji="1" lang="en-US" altLang="zh-CN" dirty="0">
                <a:solidFill>
                  <a:schemeClr val="accent2">
                    <a:lumMod val="75000"/>
                  </a:schemeClr>
                </a:solidFill>
              </a:rPr>
              <a:t>Spatial Infeasibility</a:t>
            </a:r>
          </a:p>
          <a:p>
            <a:pPr marL="457200" lvl="1" indent="0">
              <a:lnSpc>
                <a:spcPct val="125000"/>
              </a:lnSpc>
              <a:buNone/>
            </a:pPr>
            <a:r>
              <a:rPr kumimoji="1" lang="en-US" altLang="zh-CN" dirty="0">
                <a:latin typeface="Arial" panose="020B0604020202020204" pitchFamily="34" charset="0"/>
                <a:cs typeface="Arial" panose="020B0604020202020204" pitchFamily="34" charset="0"/>
              </a:rPr>
              <a:t>fails to analyze large procedures due to </a:t>
            </a:r>
            <a:r>
              <a:rPr kumimoji="1" lang="en-US" altLang="zh-CN" i="1" dirty="0">
                <a:solidFill>
                  <a:schemeClr val="accent1">
                    <a:lumMod val="75000"/>
                  </a:schemeClr>
                </a:solidFill>
                <a:latin typeface="Arial" panose="020B0604020202020204" pitchFamily="34" charset="0"/>
                <a:cs typeface="Arial" panose="020B0604020202020204" pitchFamily="34" charset="0"/>
              </a:rPr>
              <a:t>limited high-speed on-chip memory</a:t>
            </a:r>
          </a:p>
          <a:p>
            <a:pPr marL="457200" lvl="1" indent="0">
              <a:lnSpc>
                <a:spcPct val="125000"/>
              </a:lnSpc>
              <a:buNone/>
            </a:pPr>
            <a:endParaRPr kumimoji="1" lang="en-US" altLang="zh-CN" dirty="0"/>
          </a:p>
          <a:p>
            <a:pPr marL="457200" lvl="1" indent="0">
              <a:lnSpc>
                <a:spcPct val="125000"/>
              </a:lnSpc>
              <a:buNone/>
            </a:pPr>
            <a:endParaRPr kumimoji="1" lang="en-US" altLang="zh-CN" sz="1050" dirty="0"/>
          </a:p>
          <a:p>
            <a:pPr marL="457200" lvl="1" indent="0">
              <a:lnSpc>
                <a:spcPct val="125000"/>
              </a:lnSpc>
              <a:buNone/>
            </a:pPr>
            <a:endParaRPr kumimoji="1" lang="en-US" altLang="zh-CN" dirty="0"/>
          </a:p>
          <a:p>
            <a:pPr marL="457200" lvl="1" indent="0">
              <a:lnSpc>
                <a:spcPct val="125000"/>
              </a:lnSpc>
              <a:buNone/>
            </a:pPr>
            <a:endParaRPr kumimoji="1" lang="en-US" altLang="zh-CN" dirty="0"/>
          </a:p>
          <a:p>
            <a:pPr marL="457200" lvl="1" indent="0">
              <a:lnSpc>
                <a:spcPct val="125000"/>
              </a:lnSpc>
              <a:buNone/>
            </a:pPr>
            <a:endParaRPr kumimoji="1" lang="en-US" altLang="zh-CN" dirty="0"/>
          </a:p>
          <a:p>
            <a:pPr marL="457200" lvl="1" indent="0">
              <a:lnSpc>
                <a:spcPct val="125000"/>
              </a:lnSpc>
              <a:buNone/>
            </a:pPr>
            <a:endParaRPr kumimoji="1" lang="en-US" altLang="zh-CN" dirty="0"/>
          </a:p>
          <a:p>
            <a:pPr>
              <a:lnSpc>
                <a:spcPct val="125000"/>
              </a:lnSpc>
            </a:pPr>
            <a:r>
              <a:rPr kumimoji="1" lang="en-US" altLang="zh-CN" dirty="0">
                <a:solidFill>
                  <a:schemeClr val="accent2">
                    <a:lumMod val="75000"/>
                  </a:schemeClr>
                </a:solidFill>
              </a:rPr>
              <a:t>Temporal Inefficiency</a:t>
            </a:r>
          </a:p>
          <a:p>
            <a:pPr marL="457200" lvl="1" indent="0">
              <a:lnSpc>
                <a:spcPct val="125000"/>
              </a:lnSpc>
              <a:buNone/>
            </a:pPr>
            <a:r>
              <a:rPr kumimoji="1" lang="en-US" altLang="zh-CN" dirty="0">
                <a:latin typeface="Arial" panose="020B0604020202020204" pitchFamily="34" charset="0"/>
                <a:cs typeface="Arial" panose="020B0604020202020204" pitchFamily="34" charset="0"/>
              </a:rPr>
              <a:t>fails to outperform high-end CPUs due to the </a:t>
            </a:r>
            <a:r>
              <a:rPr kumimoji="1" lang="en-US" altLang="zh-CN" i="1" dirty="0">
                <a:solidFill>
                  <a:schemeClr val="accent1">
                    <a:lumMod val="75000"/>
                  </a:schemeClr>
                </a:solidFill>
                <a:latin typeface="Arial" panose="020B0604020202020204" pitchFamily="34" charset="0"/>
                <a:cs typeface="Arial" panose="020B0604020202020204" pitchFamily="34" charset="0"/>
              </a:rPr>
              <a:t>FPGA’s lower clock frequency</a:t>
            </a:r>
            <a:endParaRPr kumimoji="1" lang="zh-CN" altLang="en-US" i="1" dirty="0">
              <a:solidFill>
                <a:schemeClr val="accent1">
                  <a:lumMod val="75000"/>
                </a:schemeClr>
              </a:solidFill>
              <a:latin typeface="Arial" panose="020B0604020202020204" pitchFamily="34" charset="0"/>
              <a:cs typeface="Arial" panose="020B0604020202020204" pitchFamily="34" charset="0"/>
            </a:endParaRPr>
          </a:p>
        </p:txBody>
      </p:sp>
      <p:sp>
        <p:nvSpPr>
          <p:cNvPr id="4" name="灯片编号占位符 3">
            <a:extLst>
              <a:ext uri="{FF2B5EF4-FFF2-40B4-BE49-F238E27FC236}">
                <a16:creationId xmlns:a16="http://schemas.microsoft.com/office/drawing/2014/main" id="{ACA39CE6-3AF1-774A-BEFB-26CF3FB7764E}"/>
              </a:ext>
            </a:extLst>
          </p:cNvPr>
          <p:cNvSpPr>
            <a:spLocks noGrp="1"/>
          </p:cNvSpPr>
          <p:nvPr>
            <p:ph type="sldNum" sz="quarter" idx="12"/>
          </p:nvPr>
        </p:nvSpPr>
        <p:spPr/>
        <p:txBody>
          <a:bodyPr/>
          <a:lstStyle/>
          <a:p>
            <a:fld id="{978860AA-0FA6-EE41-AD3E-89DCDAAFC63F}" type="slidenum">
              <a:rPr kumimoji="1" lang="zh-CN" altLang="en-US" smtClean="0"/>
              <a:t>10</a:t>
            </a:fld>
            <a:endParaRPr kumimoji="1" lang="zh-CN" altLang="en-US" dirty="0"/>
          </a:p>
        </p:txBody>
      </p:sp>
      <p:sp>
        <p:nvSpPr>
          <p:cNvPr id="151" name="矩形 150">
            <a:extLst>
              <a:ext uri="{FF2B5EF4-FFF2-40B4-BE49-F238E27FC236}">
                <a16:creationId xmlns:a16="http://schemas.microsoft.com/office/drawing/2014/main" id="{D62911B1-C46E-E240-8D3A-3E9A9AE0AAE5}"/>
              </a:ext>
            </a:extLst>
          </p:cNvPr>
          <p:cNvSpPr/>
          <p:nvPr/>
        </p:nvSpPr>
        <p:spPr>
          <a:xfrm>
            <a:off x="1930591" y="2717359"/>
            <a:ext cx="9875826" cy="2598656"/>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9" name="文本框 148">
            <a:extLst>
              <a:ext uri="{FF2B5EF4-FFF2-40B4-BE49-F238E27FC236}">
                <a16:creationId xmlns:a16="http://schemas.microsoft.com/office/drawing/2014/main" id="{F6FF27D2-5D15-CF4B-9E26-1D3E1A4103A7}"/>
              </a:ext>
            </a:extLst>
          </p:cNvPr>
          <p:cNvSpPr txBox="1"/>
          <p:nvPr/>
        </p:nvSpPr>
        <p:spPr>
          <a:xfrm>
            <a:off x="4565818" y="3595960"/>
            <a:ext cx="1165704" cy="400110"/>
          </a:xfrm>
          <a:prstGeom prst="rect">
            <a:avLst/>
          </a:prstGeom>
          <a:noFill/>
        </p:spPr>
        <p:txBody>
          <a:bodyPr wrap="none" rtlCol="0">
            <a:spAutoFit/>
          </a:bodyPr>
          <a:lstStyle/>
          <a:p>
            <a:pPr algn="r"/>
            <a:r>
              <a:rPr kumimoji="1" lang="en-US" altLang="zh-CN" sz="2000" dirty="0">
                <a:solidFill>
                  <a:schemeClr val="accent2">
                    <a:lumMod val="75000"/>
                  </a:schemeClr>
                </a:solidFill>
                <a:latin typeface="Arial" panose="020B0604020202020204" pitchFamily="34" charset="0"/>
                <a:cs typeface="Arial" panose="020B0604020202020204" pitchFamily="34" charset="0"/>
              </a:rPr>
              <a:t>data fact</a:t>
            </a:r>
            <a:endParaRPr kumimoji="1" lang="zh-CN" altLang="en-US" sz="2000" dirty="0">
              <a:solidFill>
                <a:schemeClr val="accent2">
                  <a:lumMod val="75000"/>
                </a:schemeClr>
              </a:solidFill>
              <a:latin typeface="Arial" panose="020B0604020202020204" pitchFamily="34" charset="0"/>
              <a:cs typeface="Arial" panose="020B0604020202020204" pitchFamily="34" charset="0"/>
            </a:endParaRPr>
          </a:p>
        </p:txBody>
      </p:sp>
      <p:graphicFrame>
        <p:nvGraphicFramePr>
          <p:cNvPr id="150" name="表格 150">
            <a:extLst>
              <a:ext uri="{FF2B5EF4-FFF2-40B4-BE49-F238E27FC236}">
                <a16:creationId xmlns:a16="http://schemas.microsoft.com/office/drawing/2014/main" id="{8FCF611C-9CC4-1046-9EF1-19A72682240C}"/>
              </a:ext>
            </a:extLst>
          </p:cNvPr>
          <p:cNvGraphicFramePr>
            <a:graphicFrameLocks noGrp="1"/>
          </p:cNvGraphicFramePr>
          <p:nvPr>
            <p:extLst>
              <p:ext uri="{D42A27DB-BD31-4B8C-83A1-F6EECF244321}">
                <p14:modId xmlns:p14="http://schemas.microsoft.com/office/powerpoint/2010/main" val="1429207922"/>
              </p:ext>
            </p:extLst>
          </p:nvPr>
        </p:nvGraphicFramePr>
        <p:xfrm>
          <a:off x="5920406" y="3610595"/>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extLst>
                  <a:ext uri="{0D108BD9-81ED-4DB2-BD59-A6C34878D82A}">
                    <a16:rowId xmlns:a16="http://schemas.microsoft.com/office/drawing/2014/main" val="2567318270"/>
                  </a:ext>
                </a:extLst>
              </a:tr>
            </a:tbl>
          </a:graphicData>
        </a:graphic>
      </p:graphicFrame>
      <p:sp>
        <p:nvSpPr>
          <p:cNvPr id="152" name="文本框 151">
            <a:extLst>
              <a:ext uri="{FF2B5EF4-FFF2-40B4-BE49-F238E27FC236}">
                <a16:creationId xmlns:a16="http://schemas.microsoft.com/office/drawing/2014/main" id="{56587783-797D-1647-B413-FB6FBF3F352A}"/>
              </a:ext>
            </a:extLst>
          </p:cNvPr>
          <p:cNvSpPr txBox="1"/>
          <p:nvPr/>
        </p:nvSpPr>
        <p:spPr>
          <a:xfrm>
            <a:off x="2047662" y="2853014"/>
            <a:ext cx="925173" cy="461665"/>
          </a:xfrm>
          <a:prstGeom prst="rect">
            <a:avLst/>
          </a:prstGeom>
          <a:noFill/>
          <a:effectLst/>
        </p:spPr>
        <p:txBody>
          <a:bodyPr wrap="square" rtlCol="0">
            <a:spAutoFit/>
          </a:bodyPr>
          <a:lstStyle/>
          <a:p>
            <a:r>
              <a:rPr lang="en-US" altLang="zh-CN" sz="2400" dirty="0" err="1">
                <a:latin typeface="Consolas" panose="020B0609020204030204" pitchFamily="49" charset="0"/>
              </a:rPr>
              <a:t>bram</a:t>
            </a:r>
            <a:endParaRPr lang="zh-CN" altLang="en-US" sz="2400" dirty="0">
              <a:latin typeface="Consolas" panose="020B0609020204030204" pitchFamily="49" charset="0"/>
            </a:endParaRPr>
          </a:p>
        </p:txBody>
      </p:sp>
      <p:sp>
        <p:nvSpPr>
          <p:cNvPr id="160" name="左大括号 159">
            <a:extLst>
              <a:ext uri="{FF2B5EF4-FFF2-40B4-BE49-F238E27FC236}">
                <a16:creationId xmlns:a16="http://schemas.microsoft.com/office/drawing/2014/main" id="{478F7CFC-E6E2-DE41-85EE-4F5CFEE8BF5F}"/>
              </a:ext>
            </a:extLst>
          </p:cNvPr>
          <p:cNvSpPr/>
          <p:nvPr/>
        </p:nvSpPr>
        <p:spPr>
          <a:xfrm rot="5400000">
            <a:off x="8638864" y="592757"/>
            <a:ext cx="239984" cy="5676900"/>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p>
        </p:txBody>
      </p:sp>
      <p:sp>
        <p:nvSpPr>
          <p:cNvPr id="161" name="文本框 160">
            <a:extLst>
              <a:ext uri="{FF2B5EF4-FFF2-40B4-BE49-F238E27FC236}">
                <a16:creationId xmlns:a16="http://schemas.microsoft.com/office/drawing/2014/main" id="{0F59A96B-B685-534B-A95A-B8CB9DB34666}"/>
              </a:ext>
            </a:extLst>
          </p:cNvPr>
          <p:cNvSpPr txBox="1"/>
          <p:nvPr/>
        </p:nvSpPr>
        <p:spPr>
          <a:xfrm>
            <a:off x="4634747" y="4150993"/>
            <a:ext cx="1096775" cy="400110"/>
          </a:xfrm>
          <a:prstGeom prst="rect">
            <a:avLst/>
          </a:prstGeom>
          <a:noFill/>
        </p:spPr>
        <p:txBody>
          <a:bodyPr wrap="none" rtlCol="0">
            <a:spAutoFit/>
          </a:bodyPr>
          <a:lstStyle/>
          <a:p>
            <a:pPr algn="r"/>
            <a:r>
              <a:rPr kumimoji="1" lang="en-US" altLang="zh-CN" sz="2000" dirty="0">
                <a:solidFill>
                  <a:schemeClr val="accent6">
                    <a:lumMod val="75000"/>
                  </a:schemeClr>
                </a:solidFill>
                <a:latin typeface="Arial" panose="020B0604020202020204" pitchFamily="34" charset="0"/>
                <a:cs typeface="Arial" panose="020B0604020202020204" pitchFamily="34" charset="0"/>
              </a:rPr>
              <a:t>gen info</a:t>
            </a:r>
            <a:endParaRPr kumimoji="1" lang="zh-CN" altLang="en-US" sz="2000" dirty="0">
              <a:solidFill>
                <a:schemeClr val="accent6">
                  <a:lumMod val="75000"/>
                </a:schemeClr>
              </a:solidFill>
              <a:latin typeface="Arial" panose="020B0604020202020204" pitchFamily="34" charset="0"/>
              <a:cs typeface="Arial" panose="020B0604020202020204" pitchFamily="34" charset="0"/>
            </a:endParaRPr>
          </a:p>
        </p:txBody>
      </p:sp>
      <p:graphicFrame>
        <p:nvGraphicFramePr>
          <p:cNvPr id="162" name="表格 150">
            <a:extLst>
              <a:ext uri="{FF2B5EF4-FFF2-40B4-BE49-F238E27FC236}">
                <a16:creationId xmlns:a16="http://schemas.microsoft.com/office/drawing/2014/main" id="{F2BD3BBE-79EA-9841-B0A4-66A806F275E5}"/>
              </a:ext>
            </a:extLst>
          </p:cNvPr>
          <p:cNvGraphicFramePr>
            <a:graphicFrameLocks noGrp="1"/>
          </p:cNvGraphicFramePr>
          <p:nvPr>
            <p:extLst>
              <p:ext uri="{D42A27DB-BD31-4B8C-83A1-F6EECF244321}">
                <p14:modId xmlns:p14="http://schemas.microsoft.com/office/powerpoint/2010/main" val="3775460385"/>
              </p:ext>
            </p:extLst>
          </p:nvPr>
        </p:nvGraphicFramePr>
        <p:xfrm>
          <a:off x="5920406" y="4160602"/>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extLst>
                  <a:ext uri="{0D108BD9-81ED-4DB2-BD59-A6C34878D82A}">
                    <a16:rowId xmlns:a16="http://schemas.microsoft.com/office/drawing/2014/main" val="2567318270"/>
                  </a:ext>
                </a:extLst>
              </a:tr>
            </a:tbl>
          </a:graphicData>
        </a:graphic>
      </p:graphicFrame>
      <p:sp>
        <p:nvSpPr>
          <p:cNvPr id="164" name="文本框 163">
            <a:extLst>
              <a:ext uri="{FF2B5EF4-FFF2-40B4-BE49-F238E27FC236}">
                <a16:creationId xmlns:a16="http://schemas.microsoft.com/office/drawing/2014/main" id="{D22BCCC4-58D4-334A-92B8-E5D0D0F09948}"/>
              </a:ext>
            </a:extLst>
          </p:cNvPr>
          <p:cNvSpPr txBox="1"/>
          <p:nvPr/>
        </p:nvSpPr>
        <p:spPr>
          <a:xfrm>
            <a:off x="4761385" y="4727614"/>
            <a:ext cx="970137" cy="400110"/>
          </a:xfrm>
          <a:prstGeom prst="rect">
            <a:avLst/>
          </a:prstGeom>
          <a:noFill/>
        </p:spPr>
        <p:txBody>
          <a:bodyPr wrap="none" rtlCol="0">
            <a:spAutoFit/>
          </a:bodyPr>
          <a:lstStyle/>
          <a:p>
            <a:pPr algn="r"/>
            <a:r>
              <a:rPr kumimoji="1" lang="en-US" altLang="zh-CN" sz="2000" dirty="0">
                <a:solidFill>
                  <a:schemeClr val="accent6">
                    <a:lumMod val="75000"/>
                  </a:schemeClr>
                </a:solidFill>
                <a:latin typeface="Arial" panose="020B0604020202020204" pitchFamily="34" charset="0"/>
                <a:cs typeface="Arial" panose="020B0604020202020204" pitchFamily="34" charset="0"/>
              </a:rPr>
              <a:t>kill info</a:t>
            </a:r>
            <a:endParaRPr kumimoji="1" lang="zh-CN" altLang="en-US" sz="2000" dirty="0">
              <a:solidFill>
                <a:schemeClr val="accent6">
                  <a:lumMod val="75000"/>
                </a:schemeClr>
              </a:solidFill>
              <a:latin typeface="Arial" panose="020B0604020202020204" pitchFamily="34" charset="0"/>
              <a:cs typeface="Arial" panose="020B0604020202020204" pitchFamily="34" charset="0"/>
            </a:endParaRPr>
          </a:p>
        </p:txBody>
      </p:sp>
      <p:graphicFrame>
        <p:nvGraphicFramePr>
          <p:cNvPr id="165" name="表格 150">
            <a:extLst>
              <a:ext uri="{FF2B5EF4-FFF2-40B4-BE49-F238E27FC236}">
                <a16:creationId xmlns:a16="http://schemas.microsoft.com/office/drawing/2014/main" id="{5BE95C53-936D-3E4F-8B99-0257814D4AD2}"/>
              </a:ext>
            </a:extLst>
          </p:cNvPr>
          <p:cNvGraphicFramePr>
            <a:graphicFrameLocks noGrp="1"/>
          </p:cNvGraphicFramePr>
          <p:nvPr>
            <p:extLst>
              <p:ext uri="{D42A27DB-BD31-4B8C-83A1-F6EECF244321}">
                <p14:modId xmlns:p14="http://schemas.microsoft.com/office/powerpoint/2010/main" val="1992269153"/>
              </p:ext>
            </p:extLst>
          </p:nvPr>
        </p:nvGraphicFramePr>
        <p:xfrm>
          <a:off x="5908581" y="4713151"/>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extLst>
                  <a:ext uri="{0D108BD9-81ED-4DB2-BD59-A6C34878D82A}">
                    <a16:rowId xmlns:a16="http://schemas.microsoft.com/office/drawing/2014/main" val="2567318270"/>
                  </a:ext>
                </a:extLst>
              </a:tr>
            </a:tbl>
          </a:graphicData>
        </a:graphic>
      </p:graphicFrame>
      <mc:AlternateContent xmlns:mc="http://schemas.openxmlformats.org/markup-compatibility/2006" xmlns:a14="http://schemas.microsoft.com/office/drawing/2010/main">
        <mc:Choice Requires="a14">
          <p:sp>
            <p:nvSpPr>
              <p:cNvPr id="166" name="文本框 165">
                <a:extLst>
                  <a:ext uri="{FF2B5EF4-FFF2-40B4-BE49-F238E27FC236}">
                    <a16:creationId xmlns:a16="http://schemas.microsoft.com/office/drawing/2014/main" id="{FA9F153F-B669-3C49-A17B-6E1D86935905}"/>
                  </a:ext>
                </a:extLst>
              </p:cNvPr>
              <p:cNvSpPr txBox="1"/>
              <p:nvPr/>
            </p:nvSpPr>
            <p:spPr>
              <a:xfrm>
                <a:off x="6691564" y="2853014"/>
                <a:ext cx="3887860" cy="400110"/>
              </a:xfrm>
              <a:prstGeom prst="rect">
                <a:avLst/>
              </a:prstGeom>
              <a:solidFill>
                <a:srgbClr val="E6F4FF"/>
              </a:solidFill>
            </p:spPr>
            <p:txBody>
              <a:bodyPr wrap="none" rtlCol="0">
                <a:spAutoFit/>
              </a:bodyPr>
              <a:lstStyle/>
              <a:p>
                <a:pPr algn="r"/>
                <a:r>
                  <a:rPr kumimoji="1" lang="en-US" altLang="zh-CN" sz="2000" dirty="0">
                    <a:latin typeface="Arial" panose="020B0604020202020204" pitchFamily="34" charset="0"/>
                    <a:cs typeface="Arial" panose="020B0604020202020204" pitchFamily="34" charset="0"/>
                  </a:rPr>
                  <a:t>in proportion to #</a:t>
                </a:r>
                <a:r>
                  <a:rPr kumimoji="1" lang="en-US" altLang="zh-CN" sz="2000" dirty="0" err="1">
                    <a:latin typeface="Arial" panose="020B0604020202020204" pitchFamily="34" charset="0"/>
                    <a:cs typeface="Arial" panose="020B0604020202020204" pitchFamily="34" charset="0"/>
                  </a:rPr>
                  <a:t>cfg</a:t>
                </a:r>
                <a:r>
                  <a:rPr kumimoji="1" lang="en-US" altLang="zh-CN" sz="2000" dirty="0">
                    <a:latin typeface="Arial" panose="020B0604020202020204" pitchFamily="34" charset="0"/>
                    <a:cs typeface="Arial" panose="020B0604020202020204" pitchFamily="34" charset="0"/>
                  </a:rPr>
                  <a:t>-nodes (</a:t>
                </a:r>
                <a14:m>
                  <m:oMath xmlns:m="http://schemas.openxmlformats.org/officeDocument/2006/math">
                    <m:r>
                      <a:rPr kumimoji="1" lang="en-US" altLang="zh-CN" sz="2000" b="0" i="1" smtClean="0">
                        <a:latin typeface="Cambria Math" panose="02040503050406030204" pitchFamily="18" charset="0"/>
                        <a:cs typeface="Arial" panose="020B0604020202020204" pitchFamily="34" charset="0"/>
                      </a:rPr>
                      <m:t>=</m:t>
                    </m:r>
                    <m:r>
                      <a:rPr kumimoji="1" lang="en-US" altLang="zh-CN" sz="2000" b="0" i="1" smtClean="0">
                        <a:latin typeface="Cambria Math" panose="02040503050406030204" pitchFamily="18" charset="0"/>
                        <a:cs typeface="Arial" panose="020B0604020202020204" pitchFamily="34" charset="0"/>
                      </a:rPr>
                      <m:t>𝑛</m:t>
                    </m:r>
                  </m:oMath>
                </a14:m>
                <a:r>
                  <a:rPr kumimoji="1" lang="en-US" altLang="zh-CN" sz="2000" dirty="0">
                    <a:latin typeface="Arial" panose="020B0604020202020204" pitchFamily="34" charset="0"/>
                    <a:cs typeface="Arial" panose="020B0604020202020204" pitchFamily="34" charset="0"/>
                  </a:rPr>
                  <a:t>)</a:t>
                </a:r>
                <a:endParaRPr kumimoji="1" lang="zh-CN" altLang="en-US" sz="2000" dirty="0">
                  <a:latin typeface="Arial" panose="020B0604020202020204" pitchFamily="34" charset="0"/>
                  <a:cs typeface="Arial" panose="020B0604020202020204" pitchFamily="34" charset="0"/>
                </a:endParaRPr>
              </a:p>
            </p:txBody>
          </p:sp>
        </mc:Choice>
        <mc:Fallback xmlns="">
          <p:sp>
            <p:nvSpPr>
              <p:cNvPr id="166" name="文本框 165">
                <a:extLst>
                  <a:ext uri="{FF2B5EF4-FFF2-40B4-BE49-F238E27FC236}">
                    <a16:creationId xmlns:a16="http://schemas.microsoft.com/office/drawing/2014/main" id="{FA9F153F-B669-3C49-A17B-6E1D86935905}"/>
                  </a:ext>
                </a:extLst>
              </p:cNvPr>
              <p:cNvSpPr txBox="1">
                <a:spLocks noRot="1" noChangeAspect="1" noMove="1" noResize="1" noEditPoints="1" noAdjustHandles="1" noChangeArrowheads="1" noChangeShapeType="1" noTextEdit="1"/>
              </p:cNvSpPr>
              <p:nvPr/>
            </p:nvSpPr>
            <p:spPr>
              <a:xfrm>
                <a:off x="6691564" y="2853014"/>
                <a:ext cx="3887860" cy="400110"/>
              </a:xfrm>
              <a:prstGeom prst="rect">
                <a:avLst/>
              </a:prstGeom>
              <a:blipFill>
                <a:blip r:embed="rId3"/>
                <a:stretch>
                  <a:fillRect l="-980" t="-6061" r="-1961" b="-24242"/>
                </a:stretch>
              </a:blipFill>
            </p:spPr>
            <p:txBody>
              <a:bodyPr/>
              <a:lstStyle/>
              <a:p>
                <a:r>
                  <a:rPr lang="zh-CN" altLang="en-US">
                    <a:noFill/>
                  </a:rPr>
                  <a:t> </a:t>
                </a:r>
              </a:p>
            </p:txBody>
          </p:sp>
        </mc:Fallback>
      </mc:AlternateContent>
      <p:sp>
        <p:nvSpPr>
          <p:cNvPr id="168" name="左大括号 167">
            <a:extLst>
              <a:ext uri="{FF2B5EF4-FFF2-40B4-BE49-F238E27FC236}">
                <a16:creationId xmlns:a16="http://schemas.microsoft.com/office/drawing/2014/main" id="{F0A194BE-3128-D042-8868-587337D670F7}"/>
              </a:ext>
            </a:extLst>
          </p:cNvPr>
          <p:cNvSpPr/>
          <p:nvPr/>
        </p:nvSpPr>
        <p:spPr>
          <a:xfrm>
            <a:off x="4308454" y="3610595"/>
            <a:ext cx="239984" cy="1473396"/>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p>
        </p:txBody>
      </p:sp>
      <p:sp>
        <p:nvSpPr>
          <p:cNvPr id="169" name="文本框 168">
            <a:extLst>
              <a:ext uri="{FF2B5EF4-FFF2-40B4-BE49-F238E27FC236}">
                <a16:creationId xmlns:a16="http://schemas.microsoft.com/office/drawing/2014/main" id="{365AB8C5-E4FD-CE4F-BFAF-F65575410CC2}"/>
              </a:ext>
            </a:extLst>
          </p:cNvPr>
          <p:cNvSpPr txBox="1"/>
          <p:nvPr/>
        </p:nvSpPr>
        <p:spPr>
          <a:xfrm>
            <a:off x="2094284" y="4145967"/>
            <a:ext cx="2162772" cy="400110"/>
          </a:xfrm>
          <a:prstGeom prst="rect">
            <a:avLst/>
          </a:prstGeom>
          <a:solidFill>
            <a:srgbClr val="E6F4FF"/>
          </a:solidFill>
        </p:spPr>
        <p:txBody>
          <a:bodyPr wrap="none" rtlCol="0">
            <a:spAutoFit/>
          </a:bodyPr>
          <a:lstStyle/>
          <a:p>
            <a:pPr algn="r"/>
            <a:r>
              <a:rPr kumimoji="1" lang="en-US" altLang="zh-CN" sz="2000" dirty="0">
                <a:latin typeface="Arial" panose="020B0604020202020204" pitchFamily="34" charset="0"/>
                <a:cs typeface="Arial" panose="020B0604020202020204" pitchFamily="34" charset="0"/>
              </a:rPr>
              <a:t>for each </a:t>
            </a:r>
            <a:r>
              <a:rPr kumimoji="1" lang="en-US" altLang="zh-CN" sz="2000" dirty="0" err="1">
                <a:latin typeface="Arial" panose="020B0604020202020204" pitchFamily="34" charset="0"/>
                <a:cs typeface="Arial" panose="020B0604020202020204" pitchFamily="34" charset="0"/>
              </a:rPr>
              <a:t>cfg</a:t>
            </a:r>
            <a:r>
              <a:rPr kumimoji="1" lang="en-US" altLang="zh-CN" sz="2000" dirty="0">
                <a:latin typeface="Arial" panose="020B0604020202020204" pitchFamily="34" charset="0"/>
                <a:cs typeface="Arial" panose="020B0604020202020204" pitchFamily="34" charset="0"/>
              </a:rPr>
              <a:t> node</a:t>
            </a:r>
            <a:endParaRPr kumimoji="1" lang="zh-CN" altLang="en-US" sz="2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72" name="文本框 171">
                <a:extLst>
                  <a:ext uri="{FF2B5EF4-FFF2-40B4-BE49-F238E27FC236}">
                    <a16:creationId xmlns:a16="http://schemas.microsoft.com/office/drawing/2014/main" id="{62880C58-5300-0646-B815-6BB74AAFA44D}"/>
                  </a:ext>
                </a:extLst>
              </p:cNvPr>
              <p:cNvSpPr txBox="1"/>
              <p:nvPr/>
            </p:nvSpPr>
            <p:spPr>
              <a:xfrm>
                <a:off x="3863318" y="2829599"/>
                <a:ext cx="1796133" cy="461665"/>
              </a:xfrm>
              <a:prstGeom prst="rect">
                <a:avLst/>
              </a:prstGeom>
              <a:noFill/>
              <a:ln>
                <a:solidFill>
                  <a:schemeClr val="tx1"/>
                </a:solidFill>
                <a:prstDash val="dash"/>
              </a:ln>
            </p:spPr>
            <p:txBody>
              <a:bodyPr wrap="none" rtlCol="0">
                <a:spAutoFit/>
              </a:bodyPr>
              <a:lstStyle/>
              <a:p>
                <a:pPr algn="ctr"/>
                <a14:m>
                  <m:oMath xmlns:m="http://schemas.openxmlformats.org/officeDocument/2006/math">
                    <m:r>
                      <a:rPr kumimoji="1" lang="en-US" altLang="zh-CN" sz="2400" b="0" i="1" smtClean="0">
                        <a:solidFill>
                          <a:srgbClr val="C00000"/>
                        </a:solidFill>
                        <a:latin typeface="Cambria Math" panose="02040503050406030204" pitchFamily="18" charset="0"/>
                      </a:rPr>
                      <m:t>𝑂</m:t>
                    </m:r>
                    <m:d>
                      <m:dPr>
                        <m:ctrlPr>
                          <a:rPr kumimoji="1" lang="en-US" altLang="zh-CN" sz="2400" b="0" i="1" smtClean="0">
                            <a:solidFill>
                              <a:srgbClr val="C00000"/>
                            </a:solidFill>
                            <a:latin typeface="Cambria Math" panose="02040503050406030204" pitchFamily="18" charset="0"/>
                          </a:rPr>
                        </m:ctrlPr>
                      </m:dPr>
                      <m:e>
                        <m:sSup>
                          <m:sSupPr>
                            <m:ctrlPr>
                              <a:rPr kumimoji="1" lang="en-US" altLang="zh-CN" sz="2400" b="0" i="1" smtClean="0">
                                <a:solidFill>
                                  <a:srgbClr val="C00000"/>
                                </a:solidFill>
                                <a:latin typeface="Cambria Math" panose="02040503050406030204" pitchFamily="18" charset="0"/>
                              </a:rPr>
                            </m:ctrlPr>
                          </m:sSupPr>
                          <m:e>
                            <m:r>
                              <a:rPr kumimoji="1" lang="en-US" altLang="zh-CN" sz="2400" b="0" i="1" smtClean="0">
                                <a:solidFill>
                                  <a:srgbClr val="C00000"/>
                                </a:solidFill>
                                <a:latin typeface="Cambria Math" panose="02040503050406030204" pitchFamily="18" charset="0"/>
                              </a:rPr>
                              <m:t>𝑛</m:t>
                            </m:r>
                          </m:e>
                          <m:sup>
                            <m:r>
                              <a:rPr kumimoji="1" lang="en-US" altLang="zh-CN" sz="2400" b="0" i="1" smtClean="0">
                                <a:solidFill>
                                  <a:srgbClr val="C00000"/>
                                </a:solidFill>
                                <a:latin typeface="Cambria Math" panose="02040503050406030204" pitchFamily="18" charset="0"/>
                              </a:rPr>
                              <m:t>2</m:t>
                            </m:r>
                          </m:sup>
                        </m:sSup>
                      </m:e>
                    </m:d>
                  </m:oMath>
                </a14:m>
                <a:r>
                  <a:rPr kumimoji="1" lang="en-US" altLang="zh-CN" sz="2400" dirty="0">
                    <a:solidFill>
                      <a:srgbClr val="C00000"/>
                    </a:solidFill>
                  </a:rPr>
                  <a:t> space</a:t>
                </a:r>
                <a:endParaRPr kumimoji="1" lang="zh-CN" altLang="en-US" sz="2400" dirty="0">
                  <a:solidFill>
                    <a:srgbClr val="C00000"/>
                  </a:solidFill>
                </a:endParaRPr>
              </a:p>
            </p:txBody>
          </p:sp>
        </mc:Choice>
        <mc:Fallback xmlns="">
          <p:sp>
            <p:nvSpPr>
              <p:cNvPr id="172" name="文本框 171">
                <a:extLst>
                  <a:ext uri="{FF2B5EF4-FFF2-40B4-BE49-F238E27FC236}">
                    <a16:creationId xmlns:a16="http://schemas.microsoft.com/office/drawing/2014/main" id="{62880C58-5300-0646-B815-6BB74AAFA44D}"/>
                  </a:ext>
                </a:extLst>
              </p:cNvPr>
              <p:cNvSpPr txBox="1">
                <a:spLocks noRot="1" noChangeAspect="1" noMove="1" noResize="1" noEditPoints="1" noAdjustHandles="1" noChangeArrowheads="1" noChangeShapeType="1" noTextEdit="1"/>
              </p:cNvSpPr>
              <p:nvPr/>
            </p:nvSpPr>
            <p:spPr>
              <a:xfrm>
                <a:off x="3863318" y="2829599"/>
                <a:ext cx="1796133" cy="461665"/>
              </a:xfrm>
              <a:prstGeom prst="rect">
                <a:avLst/>
              </a:prstGeom>
              <a:blipFill>
                <a:blip r:embed="rId4"/>
                <a:stretch>
                  <a:fillRect t="-7895" r="-4895" b="-28947"/>
                </a:stretch>
              </a:blipFill>
              <a:ln>
                <a:solidFill>
                  <a:schemeClr val="tx1"/>
                </a:solidFill>
                <a:prstDash val="dash"/>
              </a:ln>
            </p:spPr>
            <p:txBody>
              <a:bodyPr/>
              <a:lstStyle/>
              <a:p>
                <a:r>
                  <a:rPr lang="zh-CN" altLang="en-US">
                    <a:noFill/>
                  </a:rPr>
                  <a:t> </a:t>
                </a:r>
              </a:p>
            </p:txBody>
          </p:sp>
        </mc:Fallback>
      </mc:AlternateContent>
      <p:sp>
        <p:nvSpPr>
          <p:cNvPr id="173" name="右箭头 172">
            <a:extLst>
              <a:ext uri="{FF2B5EF4-FFF2-40B4-BE49-F238E27FC236}">
                <a16:creationId xmlns:a16="http://schemas.microsoft.com/office/drawing/2014/main" id="{8D9FE93C-43EE-1844-A670-1B71113787A4}"/>
              </a:ext>
            </a:extLst>
          </p:cNvPr>
          <p:cNvSpPr/>
          <p:nvPr/>
        </p:nvSpPr>
        <p:spPr>
          <a:xfrm>
            <a:off x="1413619" y="3762662"/>
            <a:ext cx="425661" cy="364587"/>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4" name="矩形 173">
            <a:extLst>
              <a:ext uri="{FF2B5EF4-FFF2-40B4-BE49-F238E27FC236}">
                <a16:creationId xmlns:a16="http://schemas.microsoft.com/office/drawing/2014/main" id="{CC74463E-3868-F34B-834C-44CA4DF2DF49}"/>
              </a:ext>
            </a:extLst>
          </p:cNvPr>
          <p:cNvSpPr/>
          <p:nvPr/>
        </p:nvSpPr>
        <p:spPr>
          <a:xfrm>
            <a:off x="389948" y="2728331"/>
            <a:ext cx="920802" cy="2587684"/>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5" name="文本框 174">
            <a:extLst>
              <a:ext uri="{FF2B5EF4-FFF2-40B4-BE49-F238E27FC236}">
                <a16:creationId xmlns:a16="http://schemas.microsoft.com/office/drawing/2014/main" id="{F73B949B-DE49-2547-8D63-D4A0A94EFC76}"/>
              </a:ext>
            </a:extLst>
          </p:cNvPr>
          <p:cNvSpPr txBox="1"/>
          <p:nvPr/>
        </p:nvSpPr>
        <p:spPr>
          <a:xfrm>
            <a:off x="467867" y="2825600"/>
            <a:ext cx="925173" cy="369332"/>
          </a:xfrm>
          <a:prstGeom prst="rect">
            <a:avLst/>
          </a:prstGeom>
          <a:noFill/>
          <a:effectLst/>
        </p:spPr>
        <p:txBody>
          <a:bodyPr wrap="square" rtlCol="0">
            <a:spAutoFit/>
          </a:bodyPr>
          <a:lstStyle/>
          <a:p>
            <a:r>
              <a:rPr lang="en-US" altLang="zh-CN" dirty="0" err="1">
                <a:latin typeface="Consolas" panose="020B0609020204030204" pitchFamily="49" charset="0"/>
              </a:rPr>
              <a:t>bram</a:t>
            </a:r>
            <a:endParaRPr lang="zh-CN" altLang="en-US" dirty="0">
              <a:latin typeface="Consolas" panose="020B0609020204030204" pitchFamily="49" charset="0"/>
            </a:endParaRPr>
          </a:p>
        </p:txBody>
      </p:sp>
      <p:sp>
        <p:nvSpPr>
          <p:cNvPr id="176" name="矩形 175">
            <a:extLst>
              <a:ext uri="{FF2B5EF4-FFF2-40B4-BE49-F238E27FC236}">
                <a16:creationId xmlns:a16="http://schemas.microsoft.com/office/drawing/2014/main" id="{40303FFE-FEEB-C644-932B-A84341FD90DF}"/>
              </a:ext>
            </a:extLst>
          </p:cNvPr>
          <p:cNvSpPr/>
          <p:nvPr/>
        </p:nvSpPr>
        <p:spPr>
          <a:xfrm>
            <a:off x="541000" y="3297848"/>
            <a:ext cx="609674" cy="493345"/>
          </a:xfrm>
          <a:prstGeom prst="rect">
            <a:avLst/>
          </a:prstGeom>
          <a:solidFill>
            <a:srgbClr val="E5F3FF"/>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Consolas" panose="020B0609020204030204" pitchFamily="49" charset="0"/>
              <a:cs typeface="Times New Roman" panose="02020603050405020304" pitchFamily="18" charset="0"/>
            </a:endParaRPr>
          </a:p>
        </p:txBody>
      </p:sp>
      <p:sp>
        <p:nvSpPr>
          <p:cNvPr id="177" name="文本框 176">
            <a:extLst>
              <a:ext uri="{FF2B5EF4-FFF2-40B4-BE49-F238E27FC236}">
                <a16:creationId xmlns:a16="http://schemas.microsoft.com/office/drawing/2014/main" id="{8C8034C6-D787-CB48-BF93-2D65F59C7F6D}"/>
              </a:ext>
            </a:extLst>
          </p:cNvPr>
          <p:cNvSpPr txBox="1"/>
          <p:nvPr/>
        </p:nvSpPr>
        <p:spPr>
          <a:xfrm>
            <a:off x="541000" y="3363862"/>
            <a:ext cx="642650" cy="369332"/>
          </a:xfrm>
          <a:prstGeom prst="rect">
            <a:avLst/>
          </a:prstGeom>
          <a:noFill/>
          <a:effectLst/>
        </p:spPr>
        <p:txBody>
          <a:bodyPr wrap="square" rtlCol="0">
            <a:spAutoFit/>
          </a:bodyPr>
          <a:lstStyle/>
          <a:p>
            <a:r>
              <a:rPr lang="en-US" altLang="zh-CN" dirty="0" err="1">
                <a:latin typeface="Consolas" panose="020B0609020204030204" pitchFamily="49" charset="0"/>
              </a:rPr>
              <a:t>cfg</a:t>
            </a:r>
            <a:endParaRPr lang="zh-CN" altLang="en-US" dirty="0">
              <a:latin typeface="Consolas" panose="020B0609020204030204" pitchFamily="49" charset="0"/>
            </a:endParaRPr>
          </a:p>
        </p:txBody>
      </p:sp>
      <p:sp>
        <p:nvSpPr>
          <p:cNvPr id="178" name="矩形 177">
            <a:extLst>
              <a:ext uri="{FF2B5EF4-FFF2-40B4-BE49-F238E27FC236}">
                <a16:creationId xmlns:a16="http://schemas.microsoft.com/office/drawing/2014/main" id="{5C9698EC-E44C-7E4A-87AF-4D3C42EDA865}"/>
              </a:ext>
            </a:extLst>
          </p:cNvPr>
          <p:cNvSpPr/>
          <p:nvPr/>
        </p:nvSpPr>
        <p:spPr>
          <a:xfrm>
            <a:off x="541000" y="3944956"/>
            <a:ext cx="609674" cy="493345"/>
          </a:xfrm>
          <a:prstGeom prst="rect">
            <a:avLst/>
          </a:prstGeom>
          <a:solidFill>
            <a:srgbClr val="FFEDE0"/>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Consolas" panose="020B0609020204030204" pitchFamily="49" charset="0"/>
              <a:cs typeface="Times New Roman" panose="02020603050405020304" pitchFamily="18" charset="0"/>
            </a:endParaRPr>
          </a:p>
        </p:txBody>
      </p:sp>
      <p:sp>
        <p:nvSpPr>
          <p:cNvPr id="179" name="文本框 178">
            <a:extLst>
              <a:ext uri="{FF2B5EF4-FFF2-40B4-BE49-F238E27FC236}">
                <a16:creationId xmlns:a16="http://schemas.microsoft.com/office/drawing/2014/main" id="{4528E037-5E82-694B-B3E9-696CD9C8EAD6}"/>
              </a:ext>
            </a:extLst>
          </p:cNvPr>
          <p:cNvSpPr txBox="1"/>
          <p:nvPr/>
        </p:nvSpPr>
        <p:spPr>
          <a:xfrm>
            <a:off x="492744" y="4019208"/>
            <a:ext cx="838989" cy="369332"/>
          </a:xfrm>
          <a:prstGeom prst="rect">
            <a:avLst/>
          </a:prstGeom>
          <a:noFill/>
          <a:effectLst/>
        </p:spPr>
        <p:txBody>
          <a:bodyPr wrap="square" rtlCol="0">
            <a:spAutoFit/>
          </a:bodyPr>
          <a:lstStyle/>
          <a:p>
            <a:r>
              <a:rPr lang="en-US" altLang="zh-CN" dirty="0">
                <a:latin typeface="Consolas" panose="020B0609020204030204" pitchFamily="49" charset="0"/>
              </a:rPr>
              <a:t>fact</a:t>
            </a:r>
            <a:endParaRPr lang="zh-CN" altLang="en-US" dirty="0">
              <a:latin typeface="Consolas" panose="020B0609020204030204" pitchFamily="49" charset="0"/>
            </a:endParaRPr>
          </a:p>
        </p:txBody>
      </p:sp>
      <p:sp>
        <p:nvSpPr>
          <p:cNvPr id="180" name="矩形 179">
            <a:extLst>
              <a:ext uri="{FF2B5EF4-FFF2-40B4-BE49-F238E27FC236}">
                <a16:creationId xmlns:a16="http://schemas.microsoft.com/office/drawing/2014/main" id="{A60A290C-9F2D-ED46-B636-267B2E44573E}"/>
              </a:ext>
            </a:extLst>
          </p:cNvPr>
          <p:cNvSpPr/>
          <p:nvPr/>
        </p:nvSpPr>
        <p:spPr>
          <a:xfrm>
            <a:off x="541000" y="4594623"/>
            <a:ext cx="609674" cy="627205"/>
          </a:xfrm>
          <a:prstGeom prst="rect">
            <a:avLst/>
          </a:prstGeom>
          <a:solidFill>
            <a:srgbClr val="F0FFE9"/>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文本框 180">
            <a:extLst>
              <a:ext uri="{FF2B5EF4-FFF2-40B4-BE49-F238E27FC236}">
                <a16:creationId xmlns:a16="http://schemas.microsoft.com/office/drawing/2014/main" id="{0BB538D4-2FD2-4440-83E8-2206869DAB8A}"/>
              </a:ext>
            </a:extLst>
          </p:cNvPr>
          <p:cNvSpPr txBox="1"/>
          <p:nvPr/>
        </p:nvSpPr>
        <p:spPr>
          <a:xfrm>
            <a:off x="521574" y="4581785"/>
            <a:ext cx="784468" cy="646331"/>
          </a:xfrm>
          <a:prstGeom prst="rect">
            <a:avLst/>
          </a:prstGeom>
          <a:noFill/>
          <a:effectLst/>
        </p:spPr>
        <p:txBody>
          <a:bodyPr wrap="square" rtlCol="0">
            <a:spAutoFit/>
          </a:bodyPr>
          <a:lstStyle/>
          <a:p>
            <a:r>
              <a:rPr lang="en-US" altLang="zh-CN" dirty="0">
                <a:latin typeface="Consolas" panose="020B0609020204030204" pitchFamily="49" charset="0"/>
              </a:rPr>
              <a:t>gen/</a:t>
            </a:r>
          </a:p>
          <a:p>
            <a:r>
              <a:rPr lang="en-US" altLang="zh-CN" dirty="0">
                <a:latin typeface="Consolas" panose="020B0609020204030204" pitchFamily="49" charset="0"/>
              </a:rPr>
              <a:t>kill</a:t>
            </a:r>
            <a:endParaRPr lang="zh-CN" altLang="en-US" dirty="0">
              <a:latin typeface="Consolas" panose="020B0609020204030204" pitchFamily="49" charset="0"/>
            </a:endParaRPr>
          </a:p>
        </p:txBody>
      </p:sp>
    </p:spTree>
    <p:extLst>
      <p:ext uri="{BB962C8B-B14F-4D97-AF65-F5344CB8AC3E}">
        <p14:creationId xmlns:p14="http://schemas.microsoft.com/office/powerpoint/2010/main" val="4089481475"/>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6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6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5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6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8" end="8"/>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149" grpId="0"/>
      <p:bldP spid="152" grpId="0"/>
      <p:bldP spid="160" grpId="0" animBg="1"/>
      <p:bldP spid="161" grpId="0"/>
      <p:bldP spid="164" grpId="0"/>
      <p:bldP spid="166" grpId="0" animBg="1"/>
      <p:bldP spid="168" grpId="0" animBg="1"/>
      <p:bldP spid="169" grpId="0" animBg="1"/>
      <p:bldP spid="172" grpId="0" animBg="1"/>
      <p:bldP spid="173" grpId="0" animBg="1"/>
      <p:bldP spid="174" grpId="0" animBg="1"/>
      <p:bldP spid="175" grpId="0"/>
      <p:bldP spid="176" grpId="0" animBg="1"/>
      <p:bldP spid="177" grpId="0"/>
      <p:bldP spid="178" grpId="0" animBg="1"/>
      <p:bldP spid="179" grpId="0"/>
      <p:bldP spid="180" grpId="0" animBg="1"/>
      <p:bldP spid="18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6345D1F0-E75B-064D-BEEA-B58FC388A7F1}"/>
              </a:ext>
            </a:extLst>
          </p:cNvPr>
          <p:cNvSpPr>
            <a:spLocks noGrp="1"/>
          </p:cNvSpPr>
          <p:nvPr>
            <p:ph type="title"/>
          </p:nvPr>
        </p:nvSpPr>
        <p:spPr>
          <a:xfrm>
            <a:off x="838200" y="376238"/>
            <a:ext cx="10515600" cy="1617662"/>
          </a:xfrm>
        </p:spPr>
        <p:txBody>
          <a:bodyPr anchor="ctr">
            <a:normAutofit/>
          </a:bodyPr>
          <a:lstStyle/>
          <a:p>
            <a:pPr algn="ctr"/>
            <a:r>
              <a:rPr kumimoji="1" lang="en-US" altLang="zh-CN" sz="4800" b="0" i="0" u="none" strike="noStrike" kern="1200" cap="none" spc="0" normalizeH="0" baseline="0" noProof="0" dirty="0">
                <a:ln>
                  <a:noFill/>
                </a:ln>
                <a:solidFill>
                  <a:srgbClr val="E7E6E6">
                    <a:lumMod val="10000"/>
                  </a:srgbClr>
                </a:solidFill>
                <a:effectLst/>
                <a:uLnTx/>
                <a:uFillTx/>
                <a:latin typeface="Candara" panose="020E0502030303020204"/>
                <a:ea typeface="华文楷体" panose="02010600040101010101" pitchFamily="2" charset="-122"/>
                <a:cs typeface="+mj-cs"/>
              </a:rPr>
              <a:t>An </a:t>
            </a:r>
            <a:r>
              <a:rPr kumimoji="1" lang="en-US" altLang="zh-CN" sz="4800" b="0" i="0" u="sng" strike="noStrike" kern="1200" cap="none" spc="0" normalizeH="0" baseline="0" noProof="0" dirty="0">
                <a:ln>
                  <a:noFill/>
                </a:ln>
                <a:solidFill>
                  <a:srgbClr val="C00000"/>
                </a:solidFill>
                <a:effectLst/>
                <a:uLnTx/>
                <a:uFillTx/>
                <a:latin typeface="Candara" panose="020E0502030303020204"/>
                <a:ea typeface="华文楷体" panose="02010600040101010101" pitchFamily="2" charset="-122"/>
                <a:cs typeface="+mj-cs"/>
              </a:rPr>
              <a:t>Explorative</a:t>
            </a:r>
            <a:r>
              <a:rPr kumimoji="1" lang="en-US" altLang="zh-CN" sz="4800" b="0" i="0" u="none" strike="noStrike" kern="1200" cap="none" spc="0" normalizeH="0" baseline="0" noProof="0" dirty="0">
                <a:ln>
                  <a:noFill/>
                </a:ln>
                <a:solidFill>
                  <a:srgbClr val="E7E6E6">
                    <a:lumMod val="10000"/>
                  </a:srgbClr>
                </a:solidFill>
                <a:effectLst/>
                <a:uLnTx/>
                <a:uFillTx/>
                <a:latin typeface="Candara" panose="020E0502030303020204"/>
                <a:ea typeface="华文楷体" panose="02010600040101010101" pitchFamily="2" charset="-122"/>
                <a:cs typeface="+mj-cs"/>
              </a:rPr>
              <a:t> Step</a:t>
            </a:r>
            <a:endParaRPr lang="zh-CN" altLang="en-US" sz="6600" dirty="0"/>
          </a:p>
        </p:txBody>
      </p:sp>
      <p:sp>
        <p:nvSpPr>
          <p:cNvPr id="4" name="灯片编号占位符 3">
            <a:extLst>
              <a:ext uri="{FF2B5EF4-FFF2-40B4-BE49-F238E27FC236}">
                <a16:creationId xmlns:a16="http://schemas.microsoft.com/office/drawing/2014/main" id="{EA024BCD-301F-9745-86B3-E749A7578336}"/>
              </a:ext>
            </a:extLst>
          </p:cNvPr>
          <p:cNvSpPr>
            <a:spLocks noGrp="1"/>
          </p:cNvSpPr>
          <p:nvPr>
            <p:ph type="sldNum" sz="quarter" idx="12"/>
          </p:nvPr>
        </p:nvSpPr>
        <p:spPr/>
        <p:txBody>
          <a:bodyPr/>
          <a:lstStyle/>
          <a:p>
            <a:fld id="{978860AA-0FA6-EE41-AD3E-89DCDAAFC63F}" type="slidenum">
              <a:rPr kumimoji="1" lang="zh-CN" altLang="en-US" smtClean="0"/>
              <a:t>11</a:t>
            </a:fld>
            <a:endParaRPr kumimoji="1" lang="zh-CN" altLang="en-US"/>
          </a:p>
        </p:txBody>
      </p:sp>
      <p:sp>
        <p:nvSpPr>
          <p:cNvPr id="7" name="文本框 6">
            <a:extLst>
              <a:ext uri="{FF2B5EF4-FFF2-40B4-BE49-F238E27FC236}">
                <a16:creationId xmlns:a16="http://schemas.microsoft.com/office/drawing/2014/main" id="{9C78E4F3-C820-6548-B785-DF9EC2C90AD6}"/>
              </a:ext>
            </a:extLst>
          </p:cNvPr>
          <p:cNvSpPr txBox="1"/>
          <p:nvPr/>
        </p:nvSpPr>
        <p:spPr>
          <a:xfrm>
            <a:off x="855471" y="4508894"/>
            <a:ext cx="1824282" cy="584775"/>
          </a:xfrm>
          <a:prstGeom prst="rect">
            <a:avLst/>
          </a:prstGeom>
          <a:noFill/>
        </p:spPr>
        <p:txBody>
          <a:bodyPr wrap="none" rtlCol="0">
            <a:spAutoFit/>
          </a:bodyPr>
          <a:lstStyle/>
          <a:p>
            <a:r>
              <a:rPr kumimoji="1" lang="en-US" altLang="zh-CN" sz="3200" dirty="0">
                <a:solidFill>
                  <a:schemeClr val="accent2">
                    <a:lumMod val="75000"/>
                  </a:schemeClr>
                </a:solidFill>
                <a:latin typeface="Arial" panose="020B0604020202020204" pitchFamily="34" charset="0"/>
                <a:cs typeface="Arial" panose="020B0604020202020204" pitchFamily="34" charset="0"/>
              </a:rPr>
              <a:t>Initial Try</a:t>
            </a:r>
            <a:endParaRPr kumimoji="1" lang="zh-CN" altLang="en-US" sz="3200" dirty="0">
              <a:solidFill>
                <a:schemeClr val="accent2">
                  <a:lumMod val="75000"/>
                </a:schemeClr>
              </a:solidFill>
              <a:latin typeface="Arial" panose="020B0604020202020204" pitchFamily="34" charset="0"/>
              <a:cs typeface="Arial" panose="020B0604020202020204" pitchFamily="34" charset="0"/>
            </a:endParaRPr>
          </a:p>
        </p:txBody>
      </p:sp>
      <p:sp>
        <p:nvSpPr>
          <p:cNvPr id="8" name="文本框 7">
            <a:extLst>
              <a:ext uri="{FF2B5EF4-FFF2-40B4-BE49-F238E27FC236}">
                <a16:creationId xmlns:a16="http://schemas.microsoft.com/office/drawing/2014/main" id="{9EE24E0F-CF75-FA45-9365-D2600A21B8AB}"/>
              </a:ext>
            </a:extLst>
          </p:cNvPr>
          <p:cNvSpPr txBox="1"/>
          <p:nvPr/>
        </p:nvSpPr>
        <p:spPr>
          <a:xfrm>
            <a:off x="4782361" y="4508894"/>
            <a:ext cx="2234907" cy="584775"/>
          </a:xfrm>
          <a:prstGeom prst="rect">
            <a:avLst/>
          </a:prstGeom>
          <a:noFill/>
        </p:spPr>
        <p:txBody>
          <a:bodyPr wrap="none" rtlCol="0">
            <a:spAutoFit/>
          </a:bodyPr>
          <a:lstStyle/>
          <a:p>
            <a:r>
              <a:rPr kumimoji="1" lang="en-US" altLang="zh-CN" sz="3200" dirty="0">
                <a:solidFill>
                  <a:schemeClr val="accent1">
                    <a:lumMod val="75000"/>
                  </a:schemeClr>
                </a:solidFill>
                <a:latin typeface="Arial" panose="020B0604020202020204" pitchFamily="34" charset="0"/>
                <a:cs typeface="Arial" panose="020B0604020202020204" pitchFamily="34" charset="0"/>
              </a:rPr>
              <a:t>Challenges</a:t>
            </a:r>
            <a:endParaRPr kumimoji="1" lang="zh-CN" altLang="en-US" sz="3200" dirty="0">
              <a:solidFill>
                <a:schemeClr val="accent1">
                  <a:lumMod val="75000"/>
                </a:schemeClr>
              </a:solidFill>
              <a:latin typeface="Arial" panose="020B0604020202020204" pitchFamily="34" charset="0"/>
              <a:cs typeface="Arial" panose="020B0604020202020204" pitchFamily="34" charset="0"/>
            </a:endParaRPr>
          </a:p>
        </p:txBody>
      </p:sp>
      <p:grpSp>
        <p:nvGrpSpPr>
          <p:cNvPr id="2" name="组合 1">
            <a:extLst>
              <a:ext uri="{FF2B5EF4-FFF2-40B4-BE49-F238E27FC236}">
                <a16:creationId xmlns:a16="http://schemas.microsoft.com/office/drawing/2014/main" id="{C7272305-E1EF-DB45-AC4E-9AD1F90F7B13}"/>
              </a:ext>
            </a:extLst>
          </p:cNvPr>
          <p:cNvGrpSpPr/>
          <p:nvPr/>
        </p:nvGrpSpPr>
        <p:grpSpPr>
          <a:xfrm>
            <a:off x="3241177" y="4596821"/>
            <a:ext cx="979755" cy="1066235"/>
            <a:chOff x="3241177" y="4596821"/>
            <a:chExt cx="979755" cy="1066235"/>
          </a:xfrm>
        </p:grpSpPr>
        <p:sp>
          <p:nvSpPr>
            <p:cNvPr id="14" name="右箭头 13">
              <a:extLst>
                <a:ext uri="{FF2B5EF4-FFF2-40B4-BE49-F238E27FC236}">
                  <a16:creationId xmlns:a16="http://schemas.microsoft.com/office/drawing/2014/main" id="{FA547DA7-A9E9-3B48-97CB-3E3DC6158884}"/>
                </a:ext>
              </a:extLst>
            </p:cNvPr>
            <p:cNvSpPr/>
            <p:nvPr/>
          </p:nvSpPr>
          <p:spPr>
            <a:xfrm>
              <a:off x="3340564" y="4596821"/>
              <a:ext cx="780983" cy="408920"/>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1631722C-9C5E-9B45-8658-7FB9D147B6DB}"/>
                </a:ext>
              </a:extLst>
            </p:cNvPr>
            <p:cNvSpPr txBox="1"/>
            <p:nvPr/>
          </p:nvSpPr>
          <p:spPr>
            <a:xfrm>
              <a:off x="3241177" y="5201391"/>
              <a:ext cx="979755" cy="461665"/>
            </a:xfrm>
            <a:prstGeom prst="rect">
              <a:avLst/>
            </a:prstGeom>
            <a:noFill/>
          </p:spPr>
          <p:txBody>
            <a:bodyPr wrap="none" rtlCol="0">
              <a:spAutoFit/>
            </a:bodyPr>
            <a:lstStyle/>
            <a:p>
              <a:r>
                <a:rPr kumimoji="1" lang="en-US" altLang="zh-CN" sz="2400" dirty="0">
                  <a:solidFill>
                    <a:schemeClr val="bg2">
                      <a:lumMod val="25000"/>
                    </a:schemeClr>
                  </a:solidFill>
                </a:rPr>
                <a:t>reveal</a:t>
              </a:r>
              <a:endParaRPr kumimoji="1" lang="zh-CN" altLang="en-US" sz="2400" dirty="0">
                <a:solidFill>
                  <a:schemeClr val="bg2">
                    <a:lumMod val="25000"/>
                  </a:schemeClr>
                </a:solidFill>
              </a:endParaRPr>
            </a:p>
          </p:txBody>
        </p:sp>
      </p:grpSp>
      <p:grpSp>
        <p:nvGrpSpPr>
          <p:cNvPr id="3" name="组合 2">
            <a:extLst>
              <a:ext uri="{FF2B5EF4-FFF2-40B4-BE49-F238E27FC236}">
                <a16:creationId xmlns:a16="http://schemas.microsoft.com/office/drawing/2014/main" id="{0738755C-8486-E54E-A839-4A75B90CC5FC}"/>
              </a:ext>
            </a:extLst>
          </p:cNvPr>
          <p:cNvGrpSpPr/>
          <p:nvPr/>
        </p:nvGrpSpPr>
        <p:grpSpPr>
          <a:xfrm>
            <a:off x="7322212" y="4596821"/>
            <a:ext cx="1492716" cy="1066234"/>
            <a:chOff x="7322212" y="4596821"/>
            <a:chExt cx="1492716" cy="1066234"/>
          </a:xfrm>
        </p:grpSpPr>
        <p:sp>
          <p:nvSpPr>
            <p:cNvPr id="15" name="右箭头 14">
              <a:extLst>
                <a:ext uri="{FF2B5EF4-FFF2-40B4-BE49-F238E27FC236}">
                  <a16:creationId xmlns:a16="http://schemas.microsoft.com/office/drawing/2014/main" id="{4D17ECF9-FB34-D246-81B7-BCFBC79EED6C}"/>
                </a:ext>
              </a:extLst>
            </p:cNvPr>
            <p:cNvSpPr/>
            <p:nvPr/>
          </p:nvSpPr>
          <p:spPr>
            <a:xfrm>
              <a:off x="7678079" y="4596821"/>
              <a:ext cx="780983" cy="408920"/>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文本框 16">
              <a:extLst>
                <a:ext uri="{FF2B5EF4-FFF2-40B4-BE49-F238E27FC236}">
                  <a16:creationId xmlns:a16="http://schemas.microsoft.com/office/drawing/2014/main" id="{A25113FE-6777-0244-A663-96FA2E3590E1}"/>
                </a:ext>
              </a:extLst>
            </p:cNvPr>
            <p:cNvSpPr txBox="1"/>
            <p:nvPr/>
          </p:nvSpPr>
          <p:spPr>
            <a:xfrm>
              <a:off x="7322212" y="5201390"/>
              <a:ext cx="1492716" cy="461665"/>
            </a:xfrm>
            <a:prstGeom prst="rect">
              <a:avLst/>
            </a:prstGeom>
            <a:noFill/>
          </p:spPr>
          <p:txBody>
            <a:bodyPr wrap="none" rtlCol="0">
              <a:spAutoFit/>
            </a:bodyPr>
            <a:lstStyle/>
            <a:p>
              <a:r>
                <a:rPr kumimoji="1" lang="en-US" altLang="zh-CN" sz="2400" dirty="0">
                  <a:solidFill>
                    <a:schemeClr val="bg2">
                      <a:lumMod val="25000"/>
                    </a:schemeClr>
                  </a:solidFill>
                </a:rPr>
                <a:t>overcome</a:t>
              </a:r>
              <a:endParaRPr kumimoji="1" lang="zh-CN" altLang="en-US" sz="2400" dirty="0">
                <a:solidFill>
                  <a:schemeClr val="bg2">
                    <a:lumMod val="25000"/>
                  </a:schemeClr>
                </a:solidFill>
              </a:endParaRPr>
            </a:p>
          </p:txBody>
        </p:sp>
      </p:grpSp>
      <p:pic>
        <p:nvPicPr>
          <p:cNvPr id="19" name="图片 18">
            <a:extLst>
              <a:ext uri="{FF2B5EF4-FFF2-40B4-BE49-F238E27FC236}">
                <a16:creationId xmlns:a16="http://schemas.microsoft.com/office/drawing/2014/main" id="{9D392EBF-45BA-D940-8E45-FD35A0FD8B75}"/>
              </a:ext>
            </a:extLst>
          </p:cNvPr>
          <p:cNvPicPr>
            <a:picLocks noChangeAspect="1"/>
          </p:cNvPicPr>
          <p:nvPr/>
        </p:nvPicPr>
        <p:blipFill>
          <a:blip r:embed="rId3"/>
          <a:stretch>
            <a:fillRect/>
          </a:stretch>
        </p:blipFill>
        <p:spPr>
          <a:xfrm>
            <a:off x="4436751" y="2520319"/>
            <a:ext cx="2926126" cy="1841553"/>
          </a:xfrm>
          <a:prstGeom prst="rect">
            <a:avLst/>
          </a:prstGeom>
        </p:spPr>
      </p:pic>
      <p:pic>
        <p:nvPicPr>
          <p:cNvPr id="22" name="图片 21">
            <a:extLst>
              <a:ext uri="{FF2B5EF4-FFF2-40B4-BE49-F238E27FC236}">
                <a16:creationId xmlns:a16="http://schemas.microsoft.com/office/drawing/2014/main" id="{2CB12721-00EF-4C49-A71C-C2D4A9B77A01}"/>
              </a:ext>
            </a:extLst>
          </p:cNvPr>
          <p:cNvPicPr>
            <a:picLocks noChangeAspect="1"/>
          </p:cNvPicPr>
          <p:nvPr/>
        </p:nvPicPr>
        <p:blipFill rotWithShape="1">
          <a:blip r:embed="rId4"/>
          <a:srcRect l="4266" r="2822"/>
          <a:stretch/>
        </p:blipFill>
        <p:spPr>
          <a:xfrm>
            <a:off x="9595819" y="2418458"/>
            <a:ext cx="1510649" cy="1943414"/>
          </a:xfrm>
          <a:prstGeom prst="rect">
            <a:avLst/>
          </a:prstGeom>
        </p:spPr>
      </p:pic>
      <p:pic>
        <p:nvPicPr>
          <p:cNvPr id="1026" name="Picture 2" descr="还记得表情包里的成功小孩吗？他18岁了？_凤凰网">
            <a:extLst>
              <a:ext uri="{FF2B5EF4-FFF2-40B4-BE49-F238E27FC236}">
                <a16:creationId xmlns:a16="http://schemas.microsoft.com/office/drawing/2014/main" id="{4D1A7688-B31A-1A4C-A0A7-A395BB8E3E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2520319"/>
            <a:ext cx="1841553" cy="1841553"/>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组合 9">
            <a:extLst>
              <a:ext uri="{FF2B5EF4-FFF2-40B4-BE49-F238E27FC236}">
                <a16:creationId xmlns:a16="http://schemas.microsoft.com/office/drawing/2014/main" id="{3864935F-82B9-9944-93CF-0D69871E50CB}"/>
              </a:ext>
            </a:extLst>
          </p:cNvPr>
          <p:cNvGrpSpPr/>
          <p:nvPr/>
        </p:nvGrpSpPr>
        <p:grpSpPr>
          <a:xfrm>
            <a:off x="9119876" y="4508894"/>
            <a:ext cx="2462534" cy="1572685"/>
            <a:chOff x="9119876" y="4508894"/>
            <a:chExt cx="2462534" cy="1572685"/>
          </a:xfrm>
        </p:grpSpPr>
        <p:sp>
          <p:nvSpPr>
            <p:cNvPr id="9" name="文本框 8">
              <a:extLst>
                <a:ext uri="{FF2B5EF4-FFF2-40B4-BE49-F238E27FC236}">
                  <a16:creationId xmlns:a16="http://schemas.microsoft.com/office/drawing/2014/main" id="{D091D86E-86F1-CD4A-A61D-B6514C351445}"/>
                </a:ext>
              </a:extLst>
            </p:cNvPr>
            <p:cNvSpPr txBox="1"/>
            <p:nvPr/>
          </p:nvSpPr>
          <p:spPr>
            <a:xfrm>
              <a:off x="9119876" y="4508894"/>
              <a:ext cx="2462534" cy="584775"/>
            </a:xfrm>
            <a:prstGeom prst="rect">
              <a:avLst/>
            </a:prstGeom>
            <a:noFill/>
          </p:spPr>
          <p:txBody>
            <a:bodyPr wrap="none" rtlCol="0">
              <a:spAutoFit/>
            </a:bodyPr>
            <a:lstStyle/>
            <a:p>
              <a:r>
                <a:rPr kumimoji="1" lang="en-US" altLang="zh-CN" sz="3200" dirty="0">
                  <a:solidFill>
                    <a:schemeClr val="accent6">
                      <a:lumMod val="75000"/>
                    </a:schemeClr>
                  </a:solidFill>
                  <a:latin typeface="Arial" panose="020B0604020202020204" pitchFamily="34" charset="0"/>
                  <a:cs typeface="Arial" panose="020B0604020202020204" pitchFamily="34" charset="0"/>
                </a:rPr>
                <a:t>Final Design</a:t>
              </a:r>
              <a:endParaRPr kumimoji="1" lang="zh-CN" altLang="en-US" sz="3200" dirty="0">
                <a:solidFill>
                  <a:schemeClr val="accent6">
                    <a:lumMod val="75000"/>
                  </a:schemeClr>
                </a:solidFill>
                <a:latin typeface="Arial" panose="020B0604020202020204" pitchFamily="34" charset="0"/>
                <a:cs typeface="Arial" panose="020B0604020202020204" pitchFamily="34" charset="0"/>
              </a:endParaRPr>
            </a:p>
          </p:txBody>
        </p:sp>
        <p:sp>
          <p:nvSpPr>
            <p:cNvPr id="6" name="右箭头 5">
              <a:extLst>
                <a:ext uri="{FF2B5EF4-FFF2-40B4-BE49-F238E27FC236}">
                  <a16:creationId xmlns:a16="http://schemas.microsoft.com/office/drawing/2014/main" id="{CA616108-0B45-FF44-85F6-A29536DFAAC5}"/>
                </a:ext>
              </a:extLst>
            </p:cNvPr>
            <p:cNvSpPr/>
            <p:nvPr/>
          </p:nvSpPr>
          <p:spPr>
            <a:xfrm rot="16200000">
              <a:off x="10026464" y="5410253"/>
              <a:ext cx="649357" cy="693295"/>
            </a:xfrm>
            <a:prstGeom prst="rightArrow">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140902967"/>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4768F-6673-1A49-BF9F-F2A2D0433129}"/>
              </a:ext>
            </a:extLst>
          </p:cNvPr>
          <p:cNvSpPr>
            <a:spLocks noGrp="1"/>
          </p:cNvSpPr>
          <p:nvPr>
            <p:ph type="title"/>
          </p:nvPr>
        </p:nvSpPr>
        <p:spPr>
          <a:xfrm>
            <a:off x="445168" y="365125"/>
            <a:ext cx="11297653" cy="875213"/>
          </a:xfrm>
        </p:spPr>
        <p:txBody>
          <a:bodyPr>
            <a:noAutofit/>
          </a:bodyPr>
          <a:lstStyle/>
          <a:p>
            <a:r>
              <a:rPr kumimoji="1" lang="en-US" altLang="zh-CN" sz="3600" dirty="0"/>
              <a:t>Overcome </a:t>
            </a:r>
            <a:r>
              <a:rPr kumimoji="1" lang="en-US" altLang="zh-CN" sz="3600" dirty="0">
                <a:solidFill>
                  <a:schemeClr val="accent2">
                    <a:lumMod val="75000"/>
                  </a:schemeClr>
                </a:solidFill>
              </a:rPr>
              <a:t>Spatial Infeasibility </a:t>
            </a:r>
            <a:r>
              <a:rPr kumimoji="1" lang="en-US" altLang="zh-CN" sz="3600" dirty="0"/>
              <a:t>via </a:t>
            </a:r>
            <a:r>
              <a:rPr kumimoji="1" lang="en-US" altLang="zh-CN" sz="3600" dirty="0">
                <a:solidFill>
                  <a:schemeClr val="accent1">
                    <a:lumMod val="75000"/>
                  </a:schemeClr>
                </a:solidFill>
              </a:rPr>
              <a:t>Distributivity</a:t>
            </a:r>
            <a:endParaRPr kumimoji="1" lang="zh-CN" altLang="en-US" sz="3600" dirty="0">
              <a:solidFill>
                <a:schemeClr val="accent1">
                  <a:lumMod val="75000"/>
                </a:schemeClr>
              </a:solidFill>
            </a:endParaRPr>
          </a:p>
        </p:txBody>
      </p:sp>
      <p:sp>
        <p:nvSpPr>
          <p:cNvPr id="4" name="灯片编号占位符 3">
            <a:extLst>
              <a:ext uri="{FF2B5EF4-FFF2-40B4-BE49-F238E27FC236}">
                <a16:creationId xmlns:a16="http://schemas.microsoft.com/office/drawing/2014/main" id="{46EBE56B-AADF-0D45-BB18-77828D75D260}"/>
              </a:ext>
            </a:extLst>
          </p:cNvPr>
          <p:cNvSpPr>
            <a:spLocks noGrp="1"/>
          </p:cNvSpPr>
          <p:nvPr>
            <p:ph type="sldNum" sz="quarter" idx="12"/>
          </p:nvPr>
        </p:nvSpPr>
        <p:spPr/>
        <p:txBody>
          <a:bodyPr/>
          <a:lstStyle/>
          <a:p>
            <a:fld id="{978860AA-0FA6-EE41-AD3E-89DCDAAFC63F}" type="slidenum">
              <a:rPr kumimoji="1" lang="zh-CN" altLang="en-US" smtClean="0"/>
              <a:t>12</a:t>
            </a:fld>
            <a:endParaRPr kumimoji="1" lang="zh-CN" altLang="en-US"/>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0A7A6BDA-A735-D349-9791-79980389707C}"/>
                  </a:ext>
                </a:extLst>
              </p:cNvPr>
              <p:cNvSpPr txBox="1"/>
              <p:nvPr/>
            </p:nvSpPr>
            <p:spPr>
              <a:xfrm>
                <a:off x="3045994" y="1622213"/>
                <a:ext cx="60960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𝐹</m:t>
                      </m:r>
                      <m:d>
                        <m:d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1</m:t>
                              </m:r>
                            </m:sub>
                          </m:s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m:t>
                          </m:r>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𝑛</m:t>
                              </m:r>
                            </m:sub>
                          </m:sSub>
                        </m:e>
                      </m:d>
                      <m:d>
                        <m:dPr>
                          <m:begChr m:val="["/>
                          <m:endChr m:val="]"/>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𝑖</m:t>
                          </m:r>
                        </m:e>
                      </m:d>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m:t>
                      </m:r>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𝐹</m:t>
                      </m:r>
                      <m:d>
                        <m:d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1</m:t>
                              </m:r>
                            </m:sub>
                          </m:sSub>
                          <m:d>
                            <m:dPr>
                              <m:begChr m:val="["/>
                              <m:endChr m:val="]"/>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𝑖</m:t>
                              </m:r>
                            </m:e>
                          </m:d>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m:t>
                          </m:r>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𝑛</m:t>
                              </m:r>
                            </m:sub>
                          </m:sSub>
                          <m:d>
                            <m:dPr>
                              <m:begChr m:val="["/>
                              <m:endChr m:val="]"/>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𝑖</m:t>
                              </m:r>
                            </m:e>
                          </m:d>
                        </m:e>
                      </m:d>
                    </m:oMath>
                  </m:oMathPara>
                </a14:m>
                <a:endParaRPr lang="zh-CN" altLang="en-US" sz="2800" dirty="0">
                  <a:solidFill>
                    <a:schemeClr val="accent1">
                      <a:lumMod val="50000"/>
                    </a:schemeClr>
                  </a:solidFill>
                </a:endParaRPr>
              </a:p>
            </p:txBody>
          </p:sp>
        </mc:Choice>
        <mc:Fallback xmlns="">
          <p:sp>
            <p:nvSpPr>
              <p:cNvPr id="32" name="文本框 31">
                <a:extLst>
                  <a:ext uri="{FF2B5EF4-FFF2-40B4-BE49-F238E27FC236}">
                    <a16:creationId xmlns:a16="http://schemas.microsoft.com/office/drawing/2014/main" id="{0A7A6BDA-A735-D349-9791-79980389707C}"/>
                  </a:ext>
                </a:extLst>
              </p:cNvPr>
              <p:cNvSpPr txBox="1">
                <a:spLocks noRot="1" noChangeAspect="1" noMove="1" noResize="1" noEditPoints="1" noAdjustHandles="1" noChangeArrowheads="1" noChangeShapeType="1" noTextEdit="1"/>
              </p:cNvSpPr>
              <p:nvPr/>
            </p:nvSpPr>
            <p:spPr>
              <a:xfrm>
                <a:off x="3045994" y="1622213"/>
                <a:ext cx="6096000" cy="523220"/>
              </a:xfrm>
              <a:prstGeom prst="rect">
                <a:avLst/>
              </a:prstGeom>
              <a:blipFill>
                <a:blip r:embed="rId3"/>
                <a:stretch>
                  <a:fillRect b="-2381"/>
                </a:stretch>
              </a:blipFill>
            </p:spPr>
            <p:txBody>
              <a:bodyPr/>
              <a:lstStyle/>
              <a:p>
                <a:r>
                  <a:rPr lang="zh-CN" altLang="en-US">
                    <a:noFill/>
                  </a:rPr>
                  <a:t> </a:t>
                </a:r>
              </a:p>
            </p:txBody>
          </p:sp>
        </mc:Fallback>
      </mc:AlternateContent>
      <p:sp>
        <p:nvSpPr>
          <p:cNvPr id="34" name="矩形 33">
            <a:extLst>
              <a:ext uri="{FF2B5EF4-FFF2-40B4-BE49-F238E27FC236}">
                <a16:creationId xmlns:a16="http://schemas.microsoft.com/office/drawing/2014/main" id="{B27E2866-14CB-2941-A6E6-3D490505989B}"/>
              </a:ext>
            </a:extLst>
          </p:cNvPr>
          <p:cNvSpPr/>
          <p:nvPr/>
        </p:nvSpPr>
        <p:spPr>
          <a:xfrm>
            <a:off x="963575" y="2874398"/>
            <a:ext cx="9875826" cy="2598656"/>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21090829-0DFB-C341-B67A-41F4E0D071A7}"/>
              </a:ext>
            </a:extLst>
          </p:cNvPr>
          <p:cNvSpPr txBox="1"/>
          <p:nvPr/>
        </p:nvSpPr>
        <p:spPr>
          <a:xfrm>
            <a:off x="3598802" y="3752999"/>
            <a:ext cx="1165704" cy="400110"/>
          </a:xfrm>
          <a:prstGeom prst="rect">
            <a:avLst/>
          </a:prstGeom>
          <a:noFill/>
        </p:spPr>
        <p:txBody>
          <a:bodyPr wrap="none" rtlCol="0">
            <a:spAutoFit/>
          </a:bodyPr>
          <a:lstStyle/>
          <a:p>
            <a:pPr algn="r"/>
            <a:r>
              <a:rPr kumimoji="1" lang="en-US" altLang="zh-CN" sz="2000" dirty="0">
                <a:solidFill>
                  <a:schemeClr val="accent2">
                    <a:lumMod val="75000"/>
                  </a:schemeClr>
                </a:solidFill>
                <a:latin typeface="Arial" panose="020B0604020202020204" pitchFamily="34" charset="0"/>
                <a:cs typeface="Arial" panose="020B0604020202020204" pitchFamily="34" charset="0"/>
              </a:rPr>
              <a:t>data fact</a:t>
            </a:r>
            <a:endParaRPr kumimoji="1" lang="zh-CN" altLang="en-US" sz="2000" dirty="0">
              <a:solidFill>
                <a:schemeClr val="accent2">
                  <a:lumMod val="75000"/>
                </a:schemeClr>
              </a:solidFill>
              <a:latin typeface="Arial" panose="020B0604020202020204" pitchFamily="34" charset="0"/>
              <a:cs typeface="Arial" panose="020B0604020202020204" pitchFamily="34" charset="0"/>
            </a:endParaRPr>
          </a:p>
        </p:txBody>
      </p:sp>
      <p:graphicFrame>
        <p:nvGraphicFramePr>
          <p:cNvPr id="36" name="表格 150">
            <a:extLst>
              <a:ext uri="{FF2B5EF4-FFF2-40B4-BE49-F238E27FC236}">
                <a16:creationId xmlns:a16="http://schemas.microsoft.com/office/drawing/2014/main" id="{77833C5F-6596-9444-9514-59D21D4CE6F0}"/>
              </a:ext>
            </a:extLst>
          </p:cNvPr>
          <p:cNvGraphicFramePr>
            <a:graphicFrameLocks noGrp="1"/>
          </p:cNvGraphicFramePr>
          <p:nvPr>
            <p:extLst>
              <p:ext uri="{D42A27DB-BD31-4B8C-83A1-F6EECF244321}">
                <p14:modId xmlns:p14="http://schemas.microsoft.com/office/powerpoint/2010/main" val="3344284112"/>
              </p:ext>
            </p:extLst>
          </p:nvPr>
        </p:nvGraphicFramePr>
        <p:xfrm>
          <a:off x="4953390" y="3767634"/>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extLst>
                  <a:ext uri="{0D108BD9-81ED-4DB2-BD59-A6C34878D82A}">
                    <a16:rowId xmlns:a16="http://schemas.microsoft.com/office/drawing/2014/main" val="2567318270"/>
                  </a:ext>
                </a:extLst>
              </a:tr>
            </a:tbl>
          </a:graphicData>
        </a:graphic>
      </p:graphicFrame>
      <p:sp>
        <p:nvSpPr>
          <p:cNvPr id="37" name="文本框 36">
            <a:extLst>
              <a:ext uri="{FF2B5EF4-FFF2-40B4-BE49-F238E27FC236}">
                <a16:creationId xmlns:a16="http://schemas.microsoft.com/office/drawing/2014/main" id="{0541989B-0A9D-3746-B8DA-FC3325ABAE61}"/>
              </a:ext>
            </a:extLst>
          </p:cNvPr>
          <p:cNvSpPr txBox="1"/>
          <p:nvPr/>
        </p:nvSpPr>
        <p:spPr>
          <a:xfrm>
            <a:off x="1080646" y="3010053"/>
            <a:ext cx="925173" cy="461665"/>
          </a:xfrm>
          <a:prstGeom prst="rect">
            <a:avLst/>
          </a:prstGeom>
          <a:noFill/>
          <a:effectLst/>
        </p:spPr>
        <p:txBody>
          <a:bodyPr wrap="square" rtlCol="0">
            <a:spAutoFit/>
          </a:bodyPr>
          <a:lstStyle/>
          <a:p>
            <a:r>
              <a:rPr lang="en-US" altLang="zh-CN" sz="2400" dirty="0" err="1">
                <a:latin typeface="Consolas" panose="020B0609020204030204" pitchFamily="49" charset="0"/>
              </a:rPr>
              <a:t>bram</a:t>
            </a:r>
            <a:endParaRPr lang="zh-CN" altLang="en-US" sz="2400" dirty="0">
              <a:latin typeface="Consolas" panose="020B0609020204030204" pitchFamily="49" charset="0"/>
            </a:endParaRPr>
          </a:p>
        </p:txBody>
      </p:sp>
      <p:sp>
        <p:nvSpPr>
          <p:cNvPr id="38" name="左大括号 37">
            <a:extLst>
              <a:ext uri="{FF2B5EF4-FFF2-40B4-BE49-F238E27FC236}">
                <a16:creationId xmlns:a16="http://schemas.microsoft.com/office/drawing/2014/main" id="{E02B3AEE-07DB-3A4C-80B0-3914D2396A7E}"/>
              </a:ext>
            </a:extLst>
          </p:cNvPr>
          <p:cNvSpPr/>
          <p:nvPr/>
        </p:nvSpPr>
        <p:spPr>
          <a:xfrm rot="5400000">
            <a:off x="7671848" y="749796"/>
            <a:ext cx="239984" cy="5676900"/>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p>
        </p:txBody>
      </p:sp>
      <p:sp>
        <p:nvSpPr>
          <p:cNvPr id="39" name="文本框 38">
            <a:extLst>
              <a:ext uri="{FF2B5EF4-FFF2-40B4-BE49-F238E27FC236}">
                <a16:creationId xmlns:a16="http://schemas.microsoft.com/office/drawing/2014/main" id="{798D5426-A370-F245-B942-B98308D025C4}"/>
              </a:ext>
            </a:extLst>
          </p:cNvPr>
          <p:cNvSpPr txBox="1"/>
          <p:nvPr/>
        </p:nvSpPr>
        <p:spPr>
          <a:xfrm>
            <a:off x="3667731" y="4308032"/>
            <a:ext cx="1096775" cy="400110"/>
          </a:xfrm>
          <a:prstGeom prst="rect">
            <a:avLst/>
          </a:prstGeom>
          <a:noFill/>
        </p:spPr>
        <p:txBody>
          <a:bodyPr wrap="none" rtlCol="0">
            <a:spAutoFit/>
          </a:bodyPr>
          <a:lstStyle/>
          <a:p>
            <a:pPr algn="r"/>
            <a:r>
              <a:rPr kumimoji="1" lang="en-US" altLang="zh-CN" sz="2000" dirty="0">
                <a:solidFill>
                  <a:schemeClr val="accent6">
                    <a:lumMod val="75000"/>
                  </a:schemeClr>
                </a:solidFill>
                <a:latin typeface="Arial" panose="020B0604020202020204" pitchFamily="34" charset="0"/>
                <a:cs typeface="Arial" panose="020B0604020202020204" pitchFamily="34" charset="0"/>
              </a:rPr>
              <a:t>gen info</a:t>
            </a:r>
            <a:endParaRPr kumimoji="1" lang="zh-CN" altLang="en-US" sz="2000" dirty="0">
              <a:solidFill>
                <a:schemeClr val="accent6">
                  <a:lumMod val="75000"/>
                </a:schemeClr>
              </a:solidFill>
              <a:latin typeface="Arial" panose="020B0604020202020204" pitchFamily="34" charset="0"/>
              <a:cs typeface="Arial" panose="020B0604020202020204" pitchFamily="34" charset="0"/>
            </a:endParaRPr>
          </a:p>
        </p:txBody>
      </p:sp>
      <p:graphicFrame>
        <p:nvGraphicFramePr>
          <p:cNvPr id="40" name="表格 150">
            <a:extLst>
              <a:ext uri="{FF2B5EF4-FFF2-40B4-BE49-F238E27FC236}">
                <a16:creationId xmlns:a16="http://schemas.microsoft.com/office/drawing/2014/main" id="{59330E9A-B5FD-2241-BE78-03A4263224C7}"/>
              </a:ext>
            </a:extLst>
          </p:cNvPr>
          <p:cNvGraphicFramePr>
            <a:graphicFrameLocks noGrp="1"/>
          </p:cNvGraphicFramePr>
          <p:nvPr>
            <p:extLst>
              <p:ext uri="{D42A27DB-BD31-4B8C-83A1-F6EECF244321}">
                <p14:modId xmlns:p14="http://schemas.microsoft.com/office/powerpoint/2010/main" val="1041866530"/>
              </p:ext>
            </p:extLst>
          </p:nvPr>
        </p:nvGraphicFramePr>
        <p:xfrm>
          <a:off x="4953390" y="4317641"/>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extLst>
                  <a:ext uri="{0D108BD9-81ED-4DB2-BD59-A6C34878D82A}">
                    <a16:rowId xmlns:a16="http://schemas.microsoft.com/office/drawing/2014/main" val="2567318270"/>
                  </a:ext>
                </a:extLst>
              </a:tr>
            </a:tbl>
          </a:graphicData>
        </a:graphic>
      </p:graphicFrame>
      <p:sp>
        <p:nvSpPr>
          <p:cNvPr id="41" name="文本框 40">
            <a:extLst>
              <a:ext uri="{FF2B5EF4-FFF2-40B4-BE49-F238E27FC236}">
                <a16:creationId xmlns:a16="http://schemas.microsoft.com/office/drawing/2014/main" id="{7D02ABAE-0EE4-0E46-9AEF-1FE96E31F7F9}"/>
              </a:ext>
            </a:extLst>
          </p:cNvPr>
          <p:cNvSpPr txBox="1"/>
          <p:nvPr/>
        </p:nvSpPr>
        <p:spPr>
          <a:xfrm>
            <a:off x="3794369" y="4884653"/>
            <a:ext cx="970137" cy="400110"/>
          </a:xfrm>
          <a:prstGeom prst="rect">
            <a:avLst/>
          </a:prstGeom>
          <a:noFill/>
        </p:spPr>
        <p:txBody>
          <a:bodyPr wrap="none" rtlCol="0">
            <a:spAutoFit/>
          </a:bodyPr>
          <a:lstStyle/>
          <a:p>
            <a:pPr algn="r"/>
            <a:r>
              <a:rPr kumimoji="1" lang="en-US" altLang="zh-CN" sz="2000" dirty="0">
                <a:solidFill>
                  <a:schemeClr val="accent6">
                    <a:lumMod val="75000"/>
                  </a:schemeClr>
                </a:solidFill>
                <a:latin typeface="Arial" panose="020B0604020202020204" pitchFamily="34" charset="0"/>
                <a:cs typeface="Arial" panose="020B0604020202020204" pitchFamily="34" charset="0"/>
              </a:rPr>
              <a:t>kill info</a:t>
            </a:r>
            <a:endParaRPr kumimoji="1" lang="zh-CN" altLang="en-US" sz="2000" dirty="0">
              <a:solidFill>
                <a:schemeClr val="accent6">
                  <a:lumMod val="75000"/>
                </a:schemeClr>
              </a:solidFill>
              <a:latin typeface="Arial" panose="020B0604020202020204" pitchFamily="34" charset="0"/>
              <a:cs typeface="Arial" panose="020B0604020202020204" pitchFamily="34" charset="0"/>
            </a:endParaRPr>
          </a:p>
        </p:txBody>
      </p:sp>
      <p:graphicFrame>
        <p:nvGraphicFramePr>
          <p:cNvPr id="42" name="表格 150">
            <a:extLst>
              <a:ext uri="{FF2B5EF4-FFF2-40B4-BE49-F238E27FC236}">
                <a16:creationId xmlns:a16="http://schemas.microsoft.com/office/drawing/2014/main" id="{AB2685A0-D986-B04A-A188-2140115117A3}"/>
              </a:ext>
            </a:extLst>
          </p:cNvPr>
          <p:cNvGraphicFramePr>
            <a:graphicFrameLocks noGrp="1"/>
          </p:cNvGraphicFramePr>
          <p:nvPr>
            <p:extLst>
              <p:ext uri="{D42A27DB-BD31-4B8C-83A1-F6EECF244321}">
                <p14:modId xmlns:p14="http://schemas.microsoft.com/office/powerpoint/2010/main" val="119936377"/>
              </p:ext>
            </p:extLst>
          </p:nvPr>
        </p:nvGraphicFramePr>
        <p:xfrm>
          <a:off x="4941565" y="4870190"/>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extLst>
                  <a:ext uri="{0D108BD9-81ED-4DB2-BD59-A6C34878D82A}">
                    <a16:rowId xmlns:a16="http://schemas.microsoft.com/office/drawing/2014/main" val="2567318270"/>
                  </a:ext>
                </a:extLst>
              </a:tr>
            </a:tbl>
          </a:graphicData>
        </a:graphic>
      </p:graphicFrame>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03A8ABAE-4D1B-3E42-8DC9-C613AB4FDEA8}"/>
                  </a:ext>
                </a:extLst>
              </p:cNvPr>
              <p:cNvSpPr txBox="1"/>
              <p:nvPr/>
            </p:nvSpPr>
            <p:spPr>
              <a:xfrm>
                <a:off x="5724548" y="3010053"/>
                <a:ext cx="3887860" cy="400110"/>
              </a:xfrm>
              <a:prstGeom prst="rect">
                <a:avLst/>
              </a:prstGeom>
              <a:solidFill>
                <a:srgbClr val="E6F4FF"/>
              </a:solidFill>
            </p:spPr>
            <p:txBody>
              <a:bodyPr wrap="none" rtlCol="0">
                <a:spAutoFit/>
              </a:bodyPr>
              <a:lstStyle/>
              <a:p>
                <a:pPr algn="r"/>
                <a:r>
                  <a:rPr kumimoji="1" lang="en-US" altLang="zh-CN" sz="2000" dirty="0">
                    <a:latin typeface="Arial" panose="020B0604020202020204" pitchFamily="34" charset="0"/>
                    <a:cs typeface="Arial" panose="020B0604020202020204" pitchFamily="34" charset="0"/>
                  </a:rPr>
                  <a:t>in proportion to #</a:t>
                </a:r>
                <a:r>
                  <a:rPr kumimoji="1" lang="en-US" altLang="zh-CN" sz="2000" dirty="0" err="1">
                    <a:latin typeface="Arial" panose="020B0604020202020204" pitchFamily="34" charset="0"/>
                    <a:cs typeface="Arial" panose="020B0604020202020204" pitchFamily="34" charset="0"/>
                  </a:rPr>
                  <a:t>cfg</a:t>
                </a:r>
                <a:r>
                  <a:rPr kumimoji="1" lang="en-US" altLang="zh-CN" sz="2000" dirty="0">
                    <a:latin typeface="Arial" panose="020B0604020202020204" pitchFamily="34" charset="0"/>
                    <a:cs typeface="Arial" panose="020B0604020202020204" pitchFamily="34" charset="0"/>
                  </a:rPr>
                  <a:t>-nodes (</a:t>
                </a:r>
                <a14:m>
                  <m:oMath xmlns:m="http://schemas.openxmlformats.org/officeDocument/2006/math">
                    <m:r>
                      <a:rPr kumimoji="1" lang="en-US" altLang="zh-CN" sz="2000" b="0" i="1" smtClean="0">
                        <a:latin typeface="Cambria Math" panose="02040503050406030204" pitchFamily="18" charset="0"/>
                        <a:cs typeface="Arial" panose="020B0604020202020204" pitchFamily="34" charset="0"/>
                      </a:rPr>
                      <m:t>=</m:t>
                    </m:r>
                    <m:r>
                      <a:rPr kumimoji="1" lang="en-US" altLang="zh-CN" sz="2000" b="0" i="1" smtClean="0">
                        <a:latin typeface="Cambria Math" panose="02040503050406030204" pitchFamily="18" charset="0"/>
                        <a:cs typeface="Arial" panose="020B0604020202020204" pitchFamily="34" charset="0"/>
                      </a:rPr>
                      <m:t>𝑛</m:t>
                    </m:r>
                  </m:oMath>
                </a14:m>
                <a:r>
                  <a:rPr kumimoji="1" lang="en-US" altLang="zh-CN" sz="2000" dirty="0">
                    <a:latin typeface="Arial" panose="020B0604020202020204" pitchFamily="34" charset="0"/>
                    <a:cs typeface="Arial" panose="020B0604020202020204" pitchFamily="34" charset="0"/>
                  </a:rPr>
                  <a:t>)</a:t>
                </a:r>
                <a:endParaRPr kumimoji="1" lang="zh-CN" altLang="en-US" sz="2000" dirty="0">
                  <a:latin typeface="Arial" panose="020B0604020202020204" pitchFamily="34" charset="0"/>
                  <a:cs typeface="Arial" panose="020B0604020202020204" pitchFamily="34" charset="0"/>
                </a:endParaRPr>
              </a:p>
            </p:txBody>
          </p:sp>
        </mc:Choice>
        <mc:Fallback xmlns="">
          <p:sp>
            <p:nvSpPr>
              <p:cNvPr id="43" name="文本框 42">
                <a:extLst>
                  <a:ext uri="{FF2B5EF4-FFF2-40B4-BE49-F238E27FC236}">
                    <a16:creationId xmlns:a16="http://schemas.microsoft.com/office/drawing/2014/main" id="{03A8ABAE-4D1B-3E42-8DC9-C613AB4FDEA8}"/>
                  </a:ext>
                </a:extLst>
              </p:cNvPr>
              <p:cNvSpPr txBox="1">
                <a:spLocks noRot="1" noChangeAspect="1" noMove="1" noResize="1" noEditPoints="1" noAdjustHandles="1" noChangeArrowheads="1" noChangeShapeType="1" noTextEdit="1"/>
              </p:cNvSpPr>
              <p:nvPr/>
            </p:nvSpPr>
            <p:spPr>
              <a:xfrm>
                <a:off x="5724548" y="3010053"/>
                <a:ext cx="3887860" cy="400110"/>
              </a:xfrm>
              <a:prstGeom prst="rect">
                <a:avLst/>
              </a:prstGeom>
              <a:blipFill>
                <a:blip r:embed="rId4"/>
                <a:stretch>
                  <a:fillRect l="-651" t="-9375" r="-1629" b="-25000"/>
                </a:stretch>
              </a:blipFill>
            </p:spPr>
            <p:txBody>
              <a:bodyPr/>
              <a:lstStyle/>
              <a:p>
                <a:r>
                  <a:rPr lang="zh-CN" altLang="en-US">
                    <a:noFill/>
                  </a:rPr>
                  <a:t> </a:t>
                </a:r>
              </a:p>
            </p:txBody>
          </p:sp>
        </mc:Fallback>
      </mc:AlternateContent>
      <p:sp>
        <p:nvSpPr>
          <p:cNvPr id="44" name="左大括号 43">
            <a:extLst>
              <a:ext uri="{FF2B5EF4-FFF2-40B4-BE49-F238E27FC236}">
                <a16:creationId xmlns:a16="http://schemas.microsoft.com/office/drawing/2014/main" id="{E2F0D260-3E94-0449-982D-530B733F08A4}"/>
              </a:ext>
            </a:extLst>
          </p:cNvPr>
          <p:cNvSpPr/>
          <p:nvPr/>
        </p:nvSpPr>
        <p:spPr>
          <a:xfrm>
            <a:off x="3341438" y="3767634"/>
            <a:ext cx="239984" cy="1473396"/>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p>
        </p:txBody>
      </p:sp>
      <p:sp>
        <p:nvSpPr>
          <p:cNvPr id="45" name="文本框 44">
            <a:extLst>
              <a:ext uri="{FF2B5EF4-FFF2-40B4-BE49-F238E27FC236}">
                <a16:creationId xmlns:a16="http://schemas.microsoft.com/office/drawing/2014/main" id="{9B8CC264-33D1-F243-B551-7935642C1BC3}"/>
              </a:ext>
            </a:extLst>
          </p:cNvPr>
          <p:cNvSpPr txBox="1"/>
          <p:nvPr/>
        </p:nvSpPr>
        <p:spPr>
          <a:xfrm>
            <a:off x="1127268" y="4303006"/>
            <a:ext cx="2162772" cy="400110"/>
          </a:xfrm>
          <a:prstGeom prst="rect">
            <a:avLst/>
          </a:prstGeom>
          <a:solidFill>
            <a:srgbClr val="E6F4FF"/>
          </a:solidFill>
        </p:spPr>
        <p:txBody>
          <a:bodyPr wrap="none" rtlCol="0">
            <a:spAutoFit/>
          </a:bodyPr>
          <a:lstStyle/>
          <a:p>
            <a:pPr algn="r"/>
            <a:r>
              <a:rPr kumimoji="1" lang="en-US" altLang="zh-CN" sz="2000" dirty="0">
                <a:latin typeface="Arial" panose="020B0604020202020204" pitchFamily="34" charset="0"/>
                <a:cs typeface="Arial" panose="020B0604020202020204" pitchFamily="34" charset="0"/>
              </a:rPr>
              <a:t>for each </a:t>
            </a:r>
            <a:r>
              <a:rPr kumimoji="1" lang="en-US" altLang="zh-CN" sz="2000" dirty="0" err="1">
                <a:latin typeface="Arial" panose="020B0604020202020204" pitchFamily="34" charset="0"/>
                <a:cs typeface="Arial" panose="020B0604020202020204" pitchFamily="34" charset="0"/>
              </a:rPr>
              <a:t>cfg</a:t>
            </a:r>
            <a:r>
              <a:rPr kumimoji="1" lang="en-US" altLang="zh-CN" sz="2000" dirty="0">
                <a:latin typeface="Arial" panose="020B0604020202020204" pitchFamily="34" charset="0"/>
                <a:cs typeface="Arial" panose="020B0604020202020204" pitchFamily="34" charset="0"/>
              </a:rPr>
              <a:t> node</a:t>
            </a:r>
            <a:endParaRPr kumimoji="1" lang="zh-CN" altLang="en-US" sz="2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94B359C5-526D-9642-A96E-92BFBF0B0C8E}"/>
                  </a:ext>
                </a:extLst>
              </p:cNvPr>
              <p:cNvSpPr txBox="1"/>
              <p:nvPr/>
            </p:nvSpPr>
            <p:spPr>
              <a:xfrm>
                <a:off x="2896302" y="2986638"/>
                <a:ext cx="1796133" cy="461665"/>
              </a:xfrm>
              <a:prstGeom prst="rect">
                <a:avLst/>
              </a:prstGeom>
              <a:noFill/>
              <a:ln>
                <a:solidFill>
                  <a:schemeClr val="tx1"/>
                </a:solidFill>
                <a:prstDash val="dash"/>
              </a:ln>
            </p:spPr>
            <p:txBody>
              <a:bodyPr wrap="none" rtlCol="0">
                <a:spAutoFit/>
              </a:bodyPr>
              <a:lstStyle/>
              <a:p>
                <a:pPr algn="ctr"/>
                <a14:m>
                  <m:oMath xmlns:m="http://schemas.openxmlformats.org/officeDocument/2006/math">
                    <m:r>
                      <a:rPr kumimoji="1" lang="en-US" altLang="zh-CN" sz="2400" b="0" i="1" smtClean="0">
                        <a:solidFill>
                          <a:srgbClr val="C00000"/>
                        </a:solidFill>
                        <a:latin typeface="Cambria Math" panose="02040503050406030204" pitchFamily="18" charset="0"/>
                      </a:rPr>
                      <m:t>𝑂</m:t>
                    </m:r>
                    <m:d>
                      <m:dPr>
                        <m:ctrlPr>
                          <a:rPr kumimoji="1" lang="en-US" altLang="zh-CN" sz="2400" b="0" i="1" smtClean="0">
                            <a:solidFill>
                              <a:srgbClr val="C00000"/>
                            </a:solidFill>
                            <a:latin typeface="Cambria Math" panose="02040503050406030204" pitchFamily="18" charset="0"/>
                          </a:rPr>
                        </m:ctrlPr>
                      </m:dPr>
                      <m:e>
                        <m:sSup>
                          <m:sSupPr>
                            <m:ctrlPr>
                              <a:rPr kumimoji="1" lang="en-US" altLang="zh-CN" sz="2400" b="0" i="1" smtClean="0">
                                <a:solidFill>
                                  <a:srgbClr val="C00000"/>
                                </a:solidFill>
                                <a:latin typeface="Cambria Math" panose="02040503050406030204" pitchFamily="18" charset="0"/>
                              </a:rPr>
                            </m:ctrlPr>
                          </m:sSupPr>
                          <m:e>
                            <m:r>
                              <a:rPr kumimoji="1" lang="en-US" altLang="zh-CN" sz="2400" b="0" i="1" smtClean="0">
                                <a:solidFill>
                                  <a:srgbClr val="C00000"/>
                                </a:solidFill>
                                <a:latin typeface="Cambria Math" panose="02040503050406030204" pitchFamily="18" charset="0"/>
                              </a:rPr>
                              <m:t>𝑛</m:t>
                            </m:r>
                          </m:e>
                          <m:sup>
                            <m:r>
                              <a:rPr kumimoji="1" lang="en-US" altLang="zh-CN" sz="2400" b="0" i="1" smtClean="0">
                                <a:solidFill>
                                  <a:srgbClr val="C00000"/>
                                </a:solidFill>
                                <a:latin typeface="Cambria Math" panose="02040503050406030204" pitchFamily="18" charset="0"/>
                              </a:rPr>
                              <m:t>2</m:t>
                            </m:r>
                          </m:sup>
                        </m:sSup>
                      </m:e>
                    </m:d>
                  </m:oMath>
                </a14:m>
                <a:r>
                  <a:rPr kumimoji="1" lang="en-US" altLang="zh-CN" sz="2400" dirty="0">
                    <a:solidFill>
                      <a:srgbClr val="C00000"/>
                    </a:solidFill>
                  </a:rPr>
                  <a:t> space</a:t>
                </a:r>
                <a:endParaRPr kumimoji="1" lang="zh-CN" altLang="en-US" sz="2400" dirty="0">
                  <a:solidFill>
                    <a:srgbClr val="C00000"/>
                  </a:solidFill>
                </a:endParaRPr>
              </a:p>
            </p:txBody>
          </p:sp>
        </mc:Choice>
        <mc:Fallback xmlns="">
          <p:sp>
            <p:nvSpPr>
              <p:cNvPr id="46" name="文本框 45">
                <a:extLst>
                  <a:ext uri="{FF2B5EF4-FFF2-40B4-BE49-F238E27FC236}">
                    <a16:creationId xmlns:a16="http://schemas.microsoft.com/office/drawing/2014/main" id="{94B359C5-526D-9642-A96E-92BFBF0B0C8E}"/>
                  </a:ext>
                </a:extLst>
              </p:cNvPr>
              <p:cNvSpPr txBox="1">
                <a:spLocks noRot="1" noChangeAspect="1" noMove="1" noResize="1" noEditPoints="1" noAdjustHandles="1" noChangeArrowheads="1" noChangeShapeType="1" noTextEdit="1"/>
              </p:cNvSpPr>
              <p:nvPr/>
            </p:nvSpPr>
            <p:spPr>
              <a:xfrm>
                <a:off x="2896302" y="2986638"/>
                <a:ext cx="1796133" cy="461665"/>
              </a:xfrm>
              <a:prstGeom prst="rect">
                <a:avLst/>
              </a:prstGeom>
              <a:blipFill>
                <a:blip r:embed="rId5"/>
                <a:stretch>
                  <a:fillRect t="-5128" r="-4167" b="-25641"/>
                </a:stretch>
              </a:blipFill>
              <a:ln>
                <a:solidFill>
                  <a:schemeClr val="tx1"/>
                </a:solidFill>
                <a:prstDash val="dash"/>
              </a:ln>
            </p:spPr>
            <p:txBody>
              <a:bodyPr/>
              <a:lstStyle/>
              <a:p>
                <a:r>
                  <a:rPr lang="zh-CN" altLang="en-US">
                    <a:noFill/>
                  </a:rPr>
                  <a:t> </a:t>
                </a:r>
              </a:p>
            </p:txBody>
          </p:sp>
        </mc:Fallback>
      </mc:AlternateContent>
    </p:spTree>
    <p:extLst>
      <p:ext uri="{BB962C8B-B14F-4D97-AF65-F5344CB8AC3E}">
        <p14:creationId xmlns:p14="http://schemas.microsoft.com/office/powerpoint/2010/main" val="258125101"/>
      </p:ext>
    </p:extLst>
  </p:cSld>
  <p:clrMapOvr>
    <a:masterClrMapping/>
  </p:clrMapOvr>
  <p:transition spd="med">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4768F-6673-1A49-BF9F-F2A2D0433129}"/>
              </a:ext>
            </a:extLst>
          </p:cNvPr>
          <p:cNvSpPr>
            <a:spLocks noGrp="1"/>
          </p:cNvSpPr>
          <p:nvPr>
            <p:ph type="title"/>
          </p:nvPr>
        </p:nvSpPr>
        <p:spPr>
          <a:xfrm>
            <a:off x="445168" y="365125"/>
            <a:ext cx="11297653" cy="875213"/>
          </a:xfrm>
        </p:spPr>
        <p:txBody>
          <a:bodyPr>
            <a:noAutofit/>
          </a:bodyPr>
          <a:lstStyle/>
          <a:p>
            <a:r>
              <a:rPr kumimoji="1" lang="en-US" altLang="zh-CN" sz="3600" dirty="0"/>
              <a:t>Overcome </a:t>
            </a:r>
            <a:r>
              <a:rPr kumimoji="1" lang="en-US" altLang="zh-CN" sz="3600" dirty="0">
                <a:solidFill>
                  <a:schemeClr val="accent2">
                    <a:lumMod val="75000"/>
                  </a:schemeClr>
                </a:solidFill>
              </a:rPr>
              <a:t>Spatial Infeasibility </a:t>
            </a:r>
            <a:r>
              <a:rPr kumimoji="1" lang="en-US" altLang="zh-CN" sz="3600" dirty="0"/>
              <a:t>via </a:t>
            </a:r>
            <a:r>
              <a:rPr kumimoji="1" lang="en-US" altLang="zh-CN" sz="3600" dirty="0">
                <a:solidFill>
                  <a:schemeClr val="accent1">
                    <a:lumMod val="75000"/>
                  </a:schemeClr>
                </a:solidFill>
              </a:rPr>
              <a:t>Distributivity</a:t>
            </a:r>
            <a:endParaRPr kumimoji="1" lang="zh-CN" altLang="en-US" sz="3600" dirty="0">
              <a:solidFill>
                <a:schemeClr val="accent1">
                  <a:lumMod val="75000"/>
                </a:schemeClr>
              </a:solidFill>
            </a:endParaRPr>
          </a:p>
        </p:txBody>
      </p:sp>
      <p:sp>
        <p:nvSpPr>
          <p:cNvPr id="4" name="灯片编号占位符 3">
            <a:extLst>
              <a:ext uri="{FF2B5EF4-FFF2-40B4-BE49-F238E27FC236}">
                <a16:creationId xmlns:a16="http://schemas.microsoft.com/office/drawing/2014/main" id="{46EBE56B-AADF-0D45-BB18-77828D75D260}"/>
              </a:ext>
            </a:extLst>
          </p:cNvPr>
          <p:cNvSpPr>
            <a:spLocks noGrp="1"/>
          </p:cNvSpPr>
          <p:nvPr>
            <p:ph type="sldNum" sz="quarter" idx="12"/>
          </p:nvPr>
        </p:nvSpPr>
        <p:spPr/>
        <p:txBody>
          <a:bodyPr/>
          <a:lstStyle/>
          <a:p>
            <a:fld id="{978860AA-0FA6-EE41-AD3E-89DCDAAFC63F}" type="slidenum">
              <a:rPr kumimoji="1" lang="zh-CN" altLang="en-US" smtClean="0"/>
              <a:t>13</a:t>
            </a:fld>
            <a:endParaRPr kumimoji="1" lang="zh-CN" altLang="en-US"/>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0A7A6BDA-A735-D349-9791-79980389707C}"/>
                  </a:ext>
                </a:extLst>
              </p:cNvPr>
              <p:cNvSpPr txBox="1"/>
              <p:nvPr/>
            </p:nvSpPr>
            <p:spPr>
              <a:xfrm>
                <a:off x="3045994" y="1622213"/>
                <a:ext cx="60960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𝐹</m:t>
                      </m:r>
                      <m:d>
                        <m:d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1</m:t>
                              </m:r>
                            </m:sub>
                          </m:s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m:t>
                          </m:r>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𝑛</m:t>
                              </m:r>
                            </m:sub>
                          </m:sSub>
                        </m:e>
                      </m:d>
                      <m:d>
                        <m:dPr>
                          <m:begChr m:val="["/>
                          <m:endChr m:val="]"/>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𝑖</m:t>
                          </m:r>
                        </m:e>
                      </m:d>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m:t>
                      </m:r>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𝐹</m:t>
                      </m:r>
                      <m:d>
                        <m:d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1</m:t>
                              </m:r>
                            </m:sub>
                          </m:sSub>
                          <m:d>
                            <m:dPr>
                              <m:begChr m:val="["/>
                              <m:endChr m:val="]"/>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𝑖</m:t>
                              </m:r>
                            </m:e>
                          </m:d>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m:t>
                          </m:r>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𝑛</m:t>
                              </m:r>
                            </m:sub>
                          </m:sSub>
                          <m:d>
                            <m:dPr>
                              <m:begChr m:val="["/>
                              <m:endChr m:val="]"/>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𝑖</m:t>
                              </m:r>
                            </m:e>
                          </m:d>
                        </m:e>
                      </m:d>
                    </m:oMath>
                  </m:oMathPara>
                </a14:m>
                <a:endParaRPr lang="zh-CN" altLang="en-US" sz="2800" dirty="0">
                  <a:solidFill>
                    <a:schemeClr val="accent1">
                      <a:lumMod val="50000"/>
                    </a:schemeClr>
                  </a:solidFill>
                </a:endParaRPr>
              </a:p>
            </p:txBody>
          </p:sp>
        </mc:Choice>
        <mc:Fallback xmlns="">
          <p:sp>
            <p:nvSpPr>
              <p:cNvPr id="32" name="文本框 31">
                <a:extLst>
                  <a:ext uri="{FF2B5EF4-FFF2-40B4-BE49-F238E27FC236}">
                    <a16:creationId xmlns:a16="http://schemas.microsoft.com/office/drawing/2014/main" id="{0A7A6BDA-A735-D349-9791-79980389707C}"/>
                  </a:ext>
                </a:extLst>
              </p:cNvPr>
              <p:cNvSpPr txBox="1">
                <a:spLocks noRot="1" noChangeAspect="1" noMove="1" noResize="1" noEditPoints="1" noAdjustHandles="1" noChangeArrowheads="1" noChangeShapeType="1" noTextEdit="1"/>
              </p:cNvSpPr>
              <p:nvPr/>
            </p:nvSpPr>
            <p:spPr>
              <a:xfrm>
                <a:off x="3045994" y="1622213"/>
                <a:ext cx="6096000" cy="523220"/>
              </a:xfrm>
              <a:prstGeom prst="rect">
                <a:avLst/>
              </a:prstGeom>
              <a:blipFill>
                <a:blip r:embed="rId3"/>
                <a:stretch>
                  <a:fillRect b="-2381"/>
                </a:stretch>
              </a:blipFill>
            </p:spPr>
            <p:txBody>
              <a:bodyPr/>
              <a:lstStyle/>
              <a:p>
                <a:r>
                  <a:rPr lang="zh-CN" altLang="en-US">
                    <a:noFill/>
                  </a:rPr>
                  <a:t> </a:t>
                </a:r>
              </a:p>
            </p:txBody>
          </p:sp>
        </mc:Fallback>
      </mc:AlternateContent>
      <p:sp>
        <p:nvSpPr>
          <p:cNvPr id="34" name="矩形 33">
            <a:extLst>
              <a:ext uri="{FF2B5EF4-FFF2-40B4-BE49-F238E27FC236}">
                <a16:creationId xmlns:a16="http://schemas.microsoft.com/office/drawing/2014/main" id="{B27E2866-14CB-2941-A6E6-3D490505989B}"/>
              </a:ext>
            </a:extLst>
          </p:cNvPr>
          <p:cNvSpPr/>
          <p:nvPr/>
        </p:nvSpPr>
        <p:spPr>
          <a:xfrm>
            <a:off x="4941565" y="3468254"/>
            <a:ext cx="1154435" cy="2435241"/>
          </a:xfrm>
          <a:prstGeom prst="rect">
            <a:avLst/>
          </a:prstGeom>
          <a:solidFill>
            <a:schemeClr val="accent3">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21090829-0DFB-C341-B67A-41F4E0D071A7}"/>
              </a:ext>
            </a:extLst>
          </p:cNvPr>
          <p:cNvSpPr txBox="1"/>
          <p:nvPr/>
        </p:nvSpPr>
        <p:spPr>
          <a:xfrm>
            <a:off x="3598802" y="3752999"/>
            <a:ext cx="1165704" cy="400110"/>
          </a:xfrm>
          <a:prstGeom prst="rect">
            <a:avLst/>
          </a:prstGeom>
          <a:noFill/>
        </p:spPr>
        <p:txBody>
          <a:bodyPr wrap="none" rtlCol="0">
            <a:spAutoFit/>
          </a:bodyPr>
          <a:lstStyle/>
          <a:p>
            <a:pPr algn="r"/>
            <a:r>
              <a:rPr kumimoji="1" lang="en-US" altLang="zh-CN" sz="2000" dirty="0">
                <a:solidFill>
                  <a:schemeClr val="accent2">
                    <a:lumMod val="75000"/>
                  </a:schemeClr>
                </a:solidFill>
                <a:latin typeface="Arial" panose="020B0604020202020204" pitchFamily="34" charset="0"/>
                <a:cs typeface="Arial" panose="020B0604020202020204" pitchFamily="34" charset="0"/>
              </a:rPr>
              <a:t>data fact</a:t>
            </a:r>
            <a:endParaRPr kumimoji="1" lang="zh-CN" altLang="en-US" sz="2000" dirty="0">
              <a:solidFill>
                <a:schemeClr val="accent2">
                  <a:lumMod val="75000"/>
                </a:schemeClr>
              </a:solidFill>
              <a:latin typeface="Arial" panose="020B0604020202020204" pitchFamily="34" charset="0"/>
              <a:cs typeface="Arial" panose="020B0604020202020204" pitchFamily="34" charset="0"/>
            </a:endParaRPr>
          </a:p>
        </p:txBody>
      </p:sp>
      <p:graphicFrame>
        <p:nvGraphicFramePr>
          <p:cNvPr id="36" name="表格 150">
            <a:extLst>
              <a:ext uri="{FF2B5EF4-FFF2-40B4-BE49-F238E27FC236}">
                <a16:creationId xmlns:a16="http://schemas.microsoft.com/office/drawing/2014/main" id="{77833C5F-6596-9444-9514-59D21D4CE6F0}"/>
              </a:ext>
            </a:extLst>
          </p:cNvPr>
          <p:cNvGraphicFramePr>
            <a:graphicFrameLocks noGrp="1"/>
          </p:cNvGraphicFramePr>
          <p:nvPr/>
        </p:nvGraphicFramePr>
        <p:xfrm>
          <a:off x="4953390" y="3767634"/>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extLst>
                  <a:ext uri="{0D108BD9-81ED-4DB2-BD59-A6C34878D82A}">
                    <a16:rowId xmlns:a16="http://schemas.microsoft.com/office/drawing/2014/main" val="2567318270"/>
                  </a:ext>
                </a:extLst>
              </a:tr>
            </a:tbl>
          </a:graphicData>
        </a:graphic>
      </p:graphicFrame>
      <p:sp>
        <p:nvSpPr>
          <p:cNvPr id="37" name="文本框 36">
            <a:extLst>
              <a:ext uri="{FF2B5EF4-FFF2-40B4-BE49-F238E27FC236}">
                <a16:creationId xmlns:a16="http://schemas.microsoft.com/office/drawing/2014/main" id="{0541989B-0A9D-3746-B8DA-FC3325ABAE61}"/>
              </a:ext>
            </a:extLst>
          </p:cNvPr>
          <p:cNvSpPr txBox="1"/>
          <p:nvPr/>
        </p:nvSpPr>
        <p:spPr>
          <a:xfrm>
            <a:off x="5056195" y="5357088"/>
            <a:ext cx="925173" cy="461665"/>
          </a:xfrm>
          <a:prstGeom prst="rect">
            <a:avLst/>
          </a:prstGeom>
          <a:noFill/>
          <a:effectLst/>
        </p:spPr>
        <p:txBody>
          <a:bodyPr wrap="square" rtlCol="0">
            <a:spAutoFit/>
          </a:bodyPr>
          <a:lstStyle/>
          <a:p>
            <a:r>
              <a:rPr lang="en-US" altLang="zh-CN" sz="2400" dirty="0" err="1">
                <a:latin typeface="Consolas" panose="020B0609020204030204" pitchFamily="49" charset="0"/>
              </a:rPr>
              <a:t>bram</a:t>
            </a:r>
            <a:endParaRPr lang="zh-CN" altLang="en-US" sz="2400" dirty="0">
              <a:latin typeface="Consolas" panose="020B0609020204030204" pitchFamily="49" charset="0"/>
            </a:endParaRPr>
          </a:p>
        </p:txBody>
      </p:sp>
      <p:sp>
        <p:nvSpPr>
          <p:cNvPr id="38" name="左大括号 37">
            <a:extLst>
              <a:ext uri="{FF2B5EF4-FFF2-40B4-BE49-F238E27FC236}">
                <a16:creationId xmlns:a16="http://schemas.microsoft.com/office/drawing/2014/main" id="{E02B3AEE-07DB-3A4C-80B0-3914D2396A7E}"/>
              </a:ext>
            </a:extLst>
          </p:cNvPr>
          <p:cNvSpPr/>
          <p:nvPr/>
        </p:nvSpPr>
        <p:spPr>
          <a:xfrm rot="5400000">
            <a:off x="7671848" y="749796"/>
            <a:ext cx="239984" cy="5676900"/>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p>
        </p:txBody>
      </p:sp>
      <p:sp>
        <p:nvSpPr>
          <p:cNvPr id="39" name="文本框 38">
            <a:extLst>
              <a:ext uri="{FF2B5EF4-FFF2-40B4-BE49-F238E27FC236}">
                <a16:creationId xmlns:a16="http://schemas.microsoft.com/office/drawing/2014/main" id="{798D5426-A370-F245-B942-B98308D025C4}"/>
              </a:ext>
            </a:extLst>
          </p:cNvPr>
          <p:cNvSpPr txBox="1"/>
          <p:nvPr/>
        </p:nvSpPr>
        <p:spPr>
          <a:xfrm>
            <a:off x="3667731" y="4308032"/>
            <a:ext cx="1096775" cy="400110"/>
          </a:xfrm>
          <a:prstGeom prst="rect">
            <a:avLst/>
          </a:prstGeom>
          <a:noFill/>
        </p:spPr>
        <p:txBody>
          <a:bodyPr wrap="none" rtlCol="0">
            <a:spAutoFit/>
          </a:bodyPr>
          <a:lstStyle/>
          <a:p>
            <a:pPr algn="r"/>
            <a:r>
              <a:rPr kumimoji="1" lang="en-US" altLang="zh-CN" sz="2000" dirty="0">
                <a:solidFill>
                  <a:schemeClr val="accent6">
                    <a:lumMod val="75000"/>
                  </a:schemeClr>
                </a:solidFill>
                <a:latin typeface="Arial" panose="020B0604020202020204" pitchFamily="34" charset="0"/>
                <a:cs typeface="Arial" panose="020B0604020202020204" pitchFamily="34" charset="0"/>
              </a:rPr>
              <a:t>gen info</a:t>
            </a:r>
            <a:endParaRPr kumimoji="1" lang="zh-CN" altLang="en-US" sz="2000" dirty="0">
              <a:solidFill>
                <a:schemeClr val="accent6">
                  <a:lumMod val="75000"/>
                </a:schemeClr>
              </a:solidFill>
              <a:latin typeface="Arial" panose="020B0604020202020204" pitchFamily="34" charset="0"/>
              <a:cs typeface="Arial" panose="020B0604020202020204" pitchFamily="34" charset="0"/>
            </a:endParaRPr>
          </a:p>
        </p:txBody>
      </p:sp>
      <p:graphicFrame>
        <p:nvGraphicFramePr>
          <p:cNvPr id="40" name="表格 150">
            <a:extLst>
              <a:ext uri="{FF2B5EF4-FFF2-40B4-BE49-F238E27FC236}">
                <a16:creationId xmlns:a16="http://schemas.microsoft.com/office/drawing/2014/main" id="{59330E9A-B5FD-2241-BE78-03A4263224C7}"/>
              </a:ext>
            </a:extLst>
          </p:cNvPr>
          <p:cNvGraphicFramePr>
            <a:graphicFrameLocks noGrp="1"/>
          </p:cNvGraphicFramePr>
          <p:nvPr/>
        </p:nvGraphicFramePr>
        <p:xfrm>
          <a:off x="4953390" y="4317641"/>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extLst>
                  <a:ext uri="{0D108BD9-81ED-4DB2-BD59-A6C34878D82A}">
                    <a16:rowId xmlns:a16="http://schemas.microsoft.com/office/drawing/2014/main" val="2567318270"/>
                  </a:ext>
                </a:extLst>
              </a:tr>
            </a:tbl>
          </a:graphicData>
        </a:graphic>
      </p:graphicFrame>
      <p:sp>
        <p:nvSpPr>
          <p:cNvPr id="41" name="文本框 40">
            <a:extLst>
              <a:ext uri="{FF2B5EF4-FFF2-40B4-BE49-F238E27FC236}">
                <a16:creationId xmlns:a16="http://schemas.microsoft.com/office/drawing/2014/main" id="{7D02ABAE-0EE4-0E46-9AEF-1FE96E31F7F9}"/>
              </a:ext>
            </a:extLst>
          </p:cNvPr>
          <p:cNvSpPr txBox="1"/>
          <p:nvPr/>
        </p:nvSpPr>
        <p:spPr>
          <a:xfrm>
            <a:off x="3794369" y="4884653"/>
            <a:ext cx="970137" cy="400110"/>
          </a:xfrm>
          <a:prstGeom prst="rect">
            <a:avLst/>
          </a:prstGeom>
          <a:noFill/>
        </p:spPr>
        <p:txBody>
          <a:bodyPr wrap="none" rtlCol="0">
            <a:spAutoFit/>
          </a:bodyPr>
          <a:lstStyle/>
          <a:p>
            <a:pPr algn="r"/>
            <a:r>
              <a:rPr kumimoji="1" lang="en-US" altLang="zh-CN" sz="2000" dirty="0">
                <a:solidFill>
                  <a:schemeClr val="accent6">
                    <a:lumMod val="75000"/>
                  </a:schemeClr>
                </a:solidFill>
                <a:latin typeface="Arial" panose="020B0604020202020204" pitchFamily="34" charset="0"/>
                <a:cs typeface="Arial" panose="020B0604020202020204" pitchFamily="34" charset="0"/>
              </a:rPr>
              <a:t>kill info</a:t>
            </a:r>
            <a:endParaRPr kumimoji="1" lang="zh-CN" altLang="en-US" sz="2000" dirty="0">
              <a:solidFill>
                <a:schemeClr val="accent6">
                  <a:lumMod val="75000"/>
                </a:schemeClr>
              </a:solidFill>
              <a:latin typeface="Arial" panose="020B0604020202020204" pitchFamily="34" charset="0"/>
              <a:cs typeface="Arial" panose="020B0604020202020204" pitchFamily="34" charset="0"/>
            </a:endParaRPr>
          </a:p>
        </p:txBody>
      </p:sp>
      <p:graphicFrame>
        <p:nvGraphicFramePr>
          <p:cNvPr id="42" name="表格 150">
            <a:extLst>
              <a:ext uri="{FF2B5EF4-FFF2-40B4-BE49-F238E27FC236}">
                <a16:creationId xmlns:a16="http://schemas.microsoft.com/office/drawing/2014/main" id="{AB2685A0-D986-B04A-A188-2140115117A3}"/>
              </a:ext>
            </a:extLst>
          </p:cNvPr>
          <p:cNvGraphicFramePr>
            <a:graphicFrameLocks noGrp="1"/>
          </p:cNvGraphicFramePr>
          <p:nvPr/>
        </p:nvGraphicFramePr>
        <p:xfrm>
          <a:off x="4941565" y="4870190"/>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extLst>
                  <a:ext uri="{0D108BD9-81ED-4DB2-BD59-A6C34878D82A}">
                    <a16:rowId xmlns:a16="http://schemas.microsoft.com/office/drawing/2014/main" val="2567318270"/>
                  </a:ext>
                </a:extLst>
              </a:tr>
            </a:tbl>
          </a:graphicData>
        </a:graphic>
      </p:graphicFrame>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03A8ABAE-4D1B-3E42-8DC9-C613AB4FDEA8}"/>
                  </a:ext>
                </a:extLst>
              </p:cNvPr>
              <p:cNvSpPr txBox="1"/>
              <p:nvPr/>
            </p:nvSpPr>
            <p:spPr>
              <a:xfrm>
                <a:off x="5724548" y="3010053"/>
                <a:ext cx="3887860" cy="400110"/>
              </a:xfrm>
              <a:prstGeom prst="rect">
                <a:avLst/>
              </a:prstGeom>
              <a:solidFill>
                <a:srgbClr val="E6F4FF"/>
              </a:solidFill>
            </p:spPr>
            <p:txBody>
              <a:bodyPr wrap="none" rtlCol="0">
                <a:spAutoFit/>
              </a:bodyPr>
              <a:lstStyle/>
              <a:p>
                <a:pPr algn="r"/>
                <a:r>
                  <a:rPr kumimoji="1" lang="en-US" altLang="zh-CN" sz="2000" dirty="0">
                    <a:latin typeface="Arial" panose="020B0604020202020204" pitchFamily="34" charset="0"/>
                    <a:cs typeface="Arial" panose="020B0604020202020204" pitchFamily="34" charset="0"/>
                  </a:rPr>
                  <a:t>in proportion to #</a:t>
                </a:r>
                <a:r>
                  <a:rPr kumimoji="1" lang="en-US" altLang="zh-CN" sz="2000" dirty="0" err="1">
                    <a:latin typeface="Arial" panose="020B0604020202020204" pitchFamily="34" charset="0"/>
                    <a:cs typeface="Arial" panose="020B0604020202020204" pitchFamily="34" charset="0"/>
                  </a:rPr>
                  <a:t>cfg</a:t>
                </a:r>
                <a:r>
                  <a:rPr kumimoji="1" lang="en-US" altLang="zh-CN" sz="2000" dirty="0">
                    <a:latin typeface="Arial" panose="020B0604020202020204" pitchFamily="34" charset="0"/>
                    <a:cs typeface="Arial" panose="020B0604020202020204" pitchFamily="34" charset="0"/>
                  </a:rPr>
                  <a:t>-nodes (</a:t>
                </a:r>
                <a14:m>
                  <m:oMath xmlns:m="http://schemas.openxmlformats.org/officeDocument/2006/math">
                    <m:r>
                      <a:rPr kumimoji="1" lang="en-US" altLang="zh-CN" sz="2000" b="0" i="1" smtClean="0">
                        <a:latin typeface="Cambria Math" panose="02040503050406030204" pitchFamily="18" charset="0"/>
                        <a:cs typeface="Arial" panose="020B0604020202020204" pitchFamily="34" charset="0"/>
                      </a:rPr>
                      <m:t>=</m:t>
                    </m:r>
                    <m:r>
                      <a:rPr kumimoji="1" lang="en-US" altLang="zh-CN" sz="2000" b="0" i="1" smtClean="0">
                        <a:latin typeface="Cambria Math" panose="02040503050406030204" pitchFamily="18" charset="0"/>
                        <a:cs typeface="Arial" panose="020B0604020202020204" pitchFamily="34" charset="0"/>
                      </a:rPr>
                      <m:t>𝑛</m:t>
                    </m:r>
                  </m:oMath>
                </a14:m>
                <a:r>
                  <a:rPr kumimoji="1" lang="en-US" altLang="zh-CN" sz="2000" dirty="0">
                    <a:latin typeface="Arial" panose="020B0604020202020204" pitchFamily="34" charset="0"/>
                    <a:cs typeface="Arial" panose="020B0604020202020204" pitchFamily="34" charset="0"/>
                  </a:rPr>
                  <a:t>)</a:t>
                </a:r>
                <a:endParaRPr kumimoji="1" lang="zh-CN" altLang="en-US" sz="2000" dirty="0">
                  <a:latin typeface="Arial" panose="020B0604020202020204" pitchFamily="34" charset="0"/>
                  <a:cs typeface="Arial" panose="020B0604020202020204" pitchFamily="34" charset="0"/>
                </a:endParaRPr>
              </a:p>
            </p:txBody>
          </p:sp>
        </mc:Choice>
        <mc:Fallback xmlns="">
          <p:sp>
            <p:nvSpPr>
              <p:cNvPr id="43" name="文本框 42">
                <a:extLst>
                  <a:ext uri="{FF2B5EF4-FFF2-40B4-BE49-F238E27FC236}">
                    <a16:creationId xmlns:a16="http://schemas.microsoft.com/office/drawing/2014/main" id="{03A8ABAE-4D1B-3E42-8DC9-C613AB4FDEA8}"/>
                  </a:ext>
                </a:extLst>
              </p:cNvPr>
              <p:cNvSpPr txBox="1">
                <a:spLocks noRot="1" noChangeAspect="1" noMove="1" noResize="1" noEditPoints="1" noAdjustHandles="1" noChangeArrowheads="1" noChangeShapeType="1" noTextEdit="1"/>
              </p:cNvSpPr>
              <p:nvPr/>
            </p:nvSpPr>
            <p:spPr>
              <a:xfrm>
                <a:off x="5724548" y="3010053"/>
                <a:ext cx="3887860" cy="400110"/>
              </a:xfrm>
              <a:prstGeom prst="rect">
                <a:avLst/>
              </a:prstGeom>
              <a:blipFill>
                <a:blip r:embed="rId4"/>
                <a:stretch>
                  <a:fillRect l="-651" t="-9375" r="-1629" b="-25000"/>
                </a:stretch>
              </a:blipFill>
            </p:spPr>
            <p:txBody>
              <a:bodyPr/>
              <a:lstStyle/>
              <a:p>
                <a:r>
                  <a:rPr lang="zh-CN" altLang="en-US">
                    <a:noFill/>
                  </a:rPr>
                  <a:t> </a:t>
                </a:r>
              </a:p>
            </p:txBody>
          </p:sp>
        </mc:Fallback>
      </mc:AlternateContent>
      <p:sp>
        <p:nvSpPr>
          <p:cNvPr id="44" name="左大括号 43">
            <a:extLst>
              <a:ext uri="{FF2B5EF4-FFF2-40B4-BE49-F238E27FC236}">
                <a16:creationId xmlns:a16="http://schemas.microsoft.com/office/drawing/2014/main" id="{E2F0D260-3E94-0449-982D-530B733F08A4}"/>
              </a:ext>
            </a:extLst>
          </p:cNvPr>
          <p:cNvSpPr/>
          <p:nvPr/>
        </p:nvSpPr>
        <p:spPr>
          <a:xfrm>
            <a:off x="3341438" y="3767634"/>
            <a:ext cx="239984" cy="1473396"/>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p>
        </p:txBody>
      </p:sp>
      <p:sp>
        <p:nvSpPr>
          <p:cNvPr id="45" name="文本框 44">
            <a:extLst>
              <a:ext uri="{FF2B5EF4-FFF2-40B4-BE49-F238E27FC236}">
                <a16:creationId xmlns:a16="http://schemas.microsoft.com/office/drawing/2014/main" id="{9B8CC264-33D1-F243-B551-7935642C1BC3}"/>
              </a:ext>
            </a:extLst>
          </p:cNvPr>
          <p:cNvSpPr txBox="1"/>
          <p:nvPr/>
        </p:nvSpPr>
        <p:spPr>
          <a:xfrm>
            <a:off x="1127268" y="4303006"/>
            <a:ext cx="2162772" cy="400110"/>
          </a:xfrm>
          <a:prstGeom prst="rect">
            <a:avLst/>
          </a:prstGeom>
          <a:solidFill>
            <a:srgbClr val="E6F4FF"/>
          </a:solidFill>
        </p:spPr>
        <p:txBody>
          <a:bodyPr wrap="none" rtlCol="0">
            <a:spAutoFit/>
          </a:bodyPr>
          <a:lstStyle/>
          <a:p>
            <a:pPr algn="r"/>
            <a:r>
              <a:rPr kumimoji="1" lang="en-US" altLang="zh-CN" sz="2000" dirty="0">
                <a:latin typeface="Arial" panose="020B0604020202020204" pitchFamily="34" charset="0"/>
                <a:cs typeface="Arial" panose="020B0604020202020204" pitchFamily="34" charset="0"/>
              </a:rPr>
              <a:t>for each </a:t>
            </a:r>
            <a:r>
              <a:rPr kumimoji="1" lang="en-US" altLang="zh-CN" sz="2000" dirty="0" err="1">
                <a:latin typeface="Arial" panose="020B0604020202020204" pitchFamily="34" charset="0"/>
                <a:cs typeface="Arial" panose="020B0604020202020204" pitchFamily="34" charset="0"/>
              </a:rPr>
              <a:t>cfg</a:t>
            </a:r>
            <a:r>
              <a:rPr kumimoji="1" lang="en-US" altLang="zh-CN" sz="2000" dirty="0">
                <a:latin typeface="Arial" panose="020B0604020202020204" pitchFamily="34" charset="0"/>
                <a:cs typeface="Arial" panose="020B0604020202020204" pitchFamily="34" charset="0"/>
              </a:rPr>
              <a:t> node</a:t>
            </a:r>
            <a:endParaRPr kumimoji="1" lang="zh-CN" altLang="en-US" sz="2000" dirty="0">
              <a:latin typeface="Arial" panose="020B0604020202020204" pitchFamily="34" charset="0"/>
              <a:cs typeface="Arial" panose="020B0604020202020204" pitchFamily="34" charset="0"/>
            </a:endParaRPr>
          </a:p>
        </p:txBody>
      </p:sp>
      <p:sp>
        <p:nvSpPr>
          <p:cNvPr id="18" name="左大括号 17">
            <a:extLst>
              <a:ext uri="{FF2B5EF4-FFF2-40B4-BE49-F238E27FC236}">
                <a16:creationId xmlns:a16="http://schemas.microsoft.com/office/drawing/2014/main" id="{0FEB7AB6-874E-6A4F-BA42-CD087797D77F}"/>
              </a:ext>
            </a:extLst>
          </p:cNvPr>
          <p:cNvSpPr/>
          <p:nvPr/>
        </p:nvSpPr>
        <p:spPr>
          <a:xfrm rot="16200000">
            <a:off x="5398791" y="5528884"/>
            <a:ext cx="239984" cy="1154435"/>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6483983-9D19-8A42-9455-037DCD7A1C96}"/>
                  </a:ext>
                </a:extLst>
              </p:cNvPr>
              <p:cNvSpPr txBox="1"/>
              <p:nvPr/>
            </p:nvSpPr>
            <p:spPr>
              <a:xfrm>
                <a:off x="4941565" y="6367536"/>
                <a:ext cx="1158779" cy="400110"/>
              </a:xfrm>
              <a:prstGeom prst="rect">
                <a:avLst/>
              </a:prstGeom>
              <a:solidFill>
                <a:srgbClr val="E6F4FF"/>
              </a:solidFill>
            </p:spPr>
            <p:txBody>
              <a:bodyPr wrap="none" rtlCol="0">
                <a:spAutoFit/>
              </a:bodyPr>
              <a:lstStyle/>
              <a:p>
                <a:pPr algn="r"/>
                <a:r>
                  <a:rPr kumimoji="1" lang="en-US" altLang="zh-CN" sz="2000" dirty="0">
                    <a:latin typeface="Arial" panose="020B0604020202020204" pitchFamily="34" charset="0"/>
                    <a:cs typeface="Arial" panose="020B0604020202020204" pitchFamily="34" charset="0"/>
                  </a:rPr>
                  <a:t>a fixed </a:t>
                </a:r>
                <a14:m>
                  <m:oMath xmlns:m="http://schemas.openxmlformats.org/officeDocument/2006/math">
                    <m:r>
                      <a:rPr kumimoji="1" lang="en-US" altLang="zh-CN" sz="2000" b="0" i="1" smtClean="0">
                        <a:latin typeface="Cambria Math" panose="02040503050406030204" pitchFamily="18" charset="0"/>
                        <a:cs typeface="Arial" panose="020B0604020202020204" pitchFamily="34" charset="0"/>
                      </a:rPr>
                      <m:t>𝑘</m:t>
                    </m:r>
                  </m:oMath>
                </a14:m>
                <a:endParaRPr kumimoji="1" lang="zh-CN" altLang="en-US" sz="2000" dirty="0">
                  <a:latin typeface="Arial" panose="020B0604020202020204" pitchFamily="34" charset="0"/>
                  <a:cs typeface="Arial" panose="020B0604020202020204" pitchFamily="34" charset="0"/>
                </a:endParaRPr>
              </a:p>
            </p:txBody>
          </p:sp>
        </mc:Choice>
        <mc:Fallback xmlns="">
          <p:sp>
            <p:nvSpPr>
              <p:cNvPr id="19" name="文本框 18">
                <a:extLst>
                  <a:ext uri="{FF2B5EF4-FFF2-40B4-BE49-F238E27FC236}">
                    <a16:creationId xmlns:a16="http://schemas.microsoft.com/office/drawing/2014/main" id="{66483983-9D19-8A42-9455-037DCD7A1C96}"/>
                  </a:ext>
                </a:extLst>
              </p:cNvPr>
              <p:cNvSpPr txBox="1">
                <a:spLocks noRot="1" noChangeAspect="1" noMove="1" noResize="1" noEditPoints="1" noAdjustHandles="1" noChangeArrowheads="1" noChangeShapeType="1" noTextEdit="1"/>
              </p:cNvSpPr>
              <p:nvPr/>
            </p:nvSpPr>
            <p:spPr>
              <a:xfrm>
                <a:off x="4941565" y="6367536"/>
                <a:ext cx="1158779" cy="400110"/>
              </a:xfrm>
              <a:prstGeom prst="rect">
                <a:avLst/>
              </a:prstGeom>
              <a:blipFill>
                <a:blip r:embed="rId5"/>
                <a:stretch>
                  <a:fillRect l="-5435" t="-9375" b="-28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B695A7D1-DA2A-B346-A5AE-FD3DA7662E64}"/>
                  </a:ext>
                </a:extLst>
              </p:cNvPr>
              <p:cNvSpPr txBox="1"/>
              <p:nvPr/>
            </p:nvSpPr>
            <p:spPr>
              <a:xfrm>
                <a:off x="2967603" y="2986638"/>
                <a:ext cx="1653530" cy="461665"/>
              </a:xfrm>
              <a:prstGeom prst="rect">
                <a:avLst/>
              </a:prstGeom>
              <a:noFill/>
              <a:ln>
                <a:solidFill>
                  <a:schemeClr val="tx1"/>
                </a:solidFill>
                <a:prstDash val="dash"/>
              </a:ln>
            </p:spPr>
            <p:txBody>
              <a:bodyPr wrap="none" rtlCol="0">
                <a:spAutoFit/>
              </a:bodyPr>
              <a:lstStyle/>
              <a:p>
                <a:pPr algn="ctr"/>
                <a14:m>
                  <m:oMath xmlns:m="http://schemas.openxmlformats.org/officeDocument/2006/math">
                    <m:r>
                      <a:rPr kumimoji="1" lang="en-US" altLang="zh-CN" sz="2400" b="0" i="1" smtClean="0">
                        <a:solidFill>
                          <a:srgbClr val="C00000"/>
                        </a:solidFill>
                        <a:latin typeface="Cambria Math" panose="02040503050406030204" pitchFamily="18" charset="0"/>
                      </a:rPr>
                      <m:t>𝑂</m:t>
                    </m:r>
                    <m:d>
                      <m:dPr>
                        <m:ctrlPr>
                          <a:rPr kumimoji="1" lang="en-US" altLang="zh-CN" sz="2400" b="0" i="1" smtClean="0">
                            <a:solidFill>
                              <a:srgbClr val="C00000"/>
                            </a:solidFill>
                            <a:latin typeface="Cambria Math" panose="02040503050406030204" pitchFamily="18" charset="0"/>
                          </a:rPr>
                        </m:ctrlPr>
                      </m:dPr>
                      <m:e>
                        <m:r>
                          <a:rPr kumimoji="1" lang="en-US" altLang="zh-CN" sz="2400" b="0" i="1" smtClean="0">
                            <a:solidFill>
                              <a:srgbClr val="C00000"/>
                            </a:solidFill>
                            <a:latin typeface="Cambria Math" panose="02040503050406030204" pitchFamily="18" charset="0"/>
                          </a:rPr>
                          <m:t>𝑛</m:t>
                        </m:r>
                      </m:e>
                    </m:d>
                  </m:oMath>
                </a14:m>
                <a:r>
                  <a:rPr kumimoji="1" lang="en-US" altLang="zh-CN" sz="2400" dirty="0">
                    <a:solidFill>
                      <a:srgbClr val="C00000"/>
                    </a:solidFill>
                  </a:rPr>
                  <a:t> space</a:t>
                </a:r>
                <a:endParaRPr kumimoji="1" lang="zh-CN" altLang="en-US" sz="2400" dirty="0">
                  <a:solidFill>
                    <a:srgbClr val="C00000"/>
                  </a:solidFill>
                </a:endParaRPr>
              </a:p>
            </p:txBody>
          </p:sp>
        </mc:Choice>
        <mc:Fallback xmlns="">
          <p:sp>
            <p:nvSpPr>
              <p:cNvPr id="20" name="文本框 19">
                <a:extLst>
                  <a:ext uri="{FF2B5EF4-FFF2-40B4-BE49-F238E27FC236}">
                    <a16:creationId xmlns:a16="http://schemas.microsoft.com/office/drawing/2014/main" id="{B695A7D1-DA2A-B346-A5AE-FD3DA7662E64}"/>
                  </a:ext>
                </a:extLst>
              </p:cNvPr>
              <p:cNvSpPr txBox="1">
                <a:spLocks noRot="1" noChangeAspect="1" noMove="1" noResize="1" noEditPoints="1" noAdjustHandles="1" noChangeArrowheads="1" noChangeShapeType="1" noTextEdit="1"/>
              </p:cNvSpPr>
              <p:nvPr/>
            </p:nvSpPr>
            <p:spPr>
              <a:xfrm>
                <a:off x="2967603" y="2986638"/>
                <a:ext cx="1653530" cy="461665"/>
              </a:xfrm>
              <a:prstGeom prst="rect">
                <a:avLst/>
              </a:prstGeom>
              <a:blipFill>
                <a:blip r:embed="rId6"/>
                <a:stretch>
                  <a:fillRect t="-5128" r="-4545" b="-25641"/>
                </a:stretch>
              </a:blipFill>
              <a:ln>
                <a:solidFill>
                  <a:schemeClr val="tx1"/>
                </a:solidFill>
                <a:prstDash val="dash"/>
              </a:ln>
            </p:spPr>
            <p:txBody>
              <a:bodyPr/>
              <a:lstStyle/>
              <a:p>
                <a:r>
                  <a:rPr lang="zh-CN" altLang="en-US">
                    <a:noFill/>
                  </a:rPr>
                  <a:t> </a:t>
                </a:r>
              </a:p>
            </p:txBody>
          </p:sp>
        </mc:Fallback>
      </mc:AlternateContent>
    </p:spTree>
    <p:extLst>
      <p:ext uri="{BB962C8B-B14F-4D97-AF65-F5344CB8AC3E}">
        <p14:creationId xmlns:p14="http://schemas.microsoft.com/office/powerpoint/2010/main" val="3718998964"/>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4768F-6673-1A49-BF9F-F2A2D0433129}"/>
              </a:ext>
            </a:extLst>
          </p:cNvPr>
          <p:cNvSpPr>
            <a:spLocks noGrp="1"/>
          </p:cNvSpPr>
          <p:nvPr>
            <p:ph type="title"/>
          </p:nvPr>
        </p:nvSpPr>
        <p:spPr>
          <a:xfrm>
            <a:off x="445168" y="365125"/>
            <a:ext cx="11297653" cy="875213"/>
          </a:xfrm>
        </p:spPr>
        <p:txBody>
          <a:bodyPr>
            <a:noAutofit/>
          </a:bodyPr>
          <a:lstStyle/>
          <a:p>
            <a:r>
              <a:rPr kumimoji="1" lang="en-US" altLang="zh-CN" sz="3600" dirty="0"/>
              <a:t>Overcome </a:t>
            </a:r>
            <a:r>
              <a:rPr kumimoji="1" lang="en-US" altLang="zh-CN" sz="3600" dirty="0">
                <a:solidFill>
                  <a:schemeClr val="accent2">
                    <a:lumMod val="75000"/>
                  </a:schemeClr>
                </a:solidFill>
              </a:rPr>
              <a:t>Spatial Infeasibility </a:t>
            </a:r>
            <a:r>
              <a:rPr kumimoji="1" lang="en-US" altLang="zh-CN" sz="3600" dirty="0"/>
              <a:t>via </a:t>
            </a:r>
            <a:r>
              <a:rPr kumimoji="1" lang="en-US" altLang="zh-CN" sz="3600" dirty="0">
                <a:solidFill>
                  <a:schemeClr val="accent1">
                    <a:lumMod val="75000"/>
                  </a:schemeClr>
                </a:solidFill>
              </a:rPr>
              <a:t>Distributivity</a:t>
            </a:r>
            <a:endParaRPr kumimoji="1" lang="zh-CN" altLang="en-US" sz="3600" dirty="0">
              <a:solidFill>
                <a:schemeClr val="accent1">
                  <a:lumMod val="75000"/>
                </a:schemeClr>
              </a:solidFill>
            </a:endParaRPr>
          </a:p>
        </p:txBody>
      </p:sp>
      <p:sp>
        <p:nvSpPr>
          <p:cNvPr id="4" name="灯片编号占位符 3">
            <a:extLst>
              <a:ext uri="{FF2B5EF4-FFF2-40B4-BE49-F238E27FC236}">
                <a16:creationId xmlns:a16="http://schemas.microsoft.com/office/drawing/2014/main" id="{46EBE56B-AADF-0D45-BB18-77828D75D260}"/>
              </a:ext>
            </a:extLst>
          </p:cNvPr>
          <p:cNvSpPr>
            <a:spLocks noGrp="1"/>
          </p:cNvSpPr>
          <p:nvPr>
            <p:ph type="sldNum" sz="quarter" idx="12"/>
          </p:nvPr>
        </p:nvSpPr>
        <p:spPr/>
        <p:txBody>
          <a:bodyPr/>
          <a:lstStyle/>
          <a:p>
            <a:fld id="{978860AA-0FA6-EE41-AD3E-89DCDAAFC63F}" type="slidenum">
              <a:rPr kumimoji="1" lang="zh-CN" altLang="en-US" smtClean="0"/>
              <a:t>14</a:t>
            </a:fld>
            <a:endParaRPr kumimoji="1" lang="zh-CN" altLang="en-US"/>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0A7A6BDA-A735-D349-9791-79980389707C}"/>
                  </a:ext>
                </a:extLst>
              </p:cNvPr>
              <p:cNvSpPr txBox="1"/>
              <p:nvPr/>
            </p:nvSpPr>
            <p:spPr>
              <a:xfrm>
                <a:off x="3045994" y="1622213"/>
                <a:ext cx="60960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𝐹</m:t>
                      </m:r>
                      <m:d>
                        <m:d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1</m:t>
                              </m:r>
                            </m:sub>
                          </m:s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m:t>
                          </m:r>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𝑛</m:t>
                              </m:r>
                            </m:sub>
                          </m:sSub>
                        </m:e>
                      </m:d>
                      <m:d>
                        <m:dPr>
                          <m:begChr m:val="["/>
                          <m:endChr m:val="]"/>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𝑖</m:t>
                          </m:r>
                        </m:e>
                      </m:d>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m:t>
                      </m:r>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𝐹</m:t>
                      </m:r>
                      <m:d>
                        <m:d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1</m:t>
                              </m:r>
                            </m:sub>
                          </m:sSub>
                          <m:d>
                            <m:dPr>
                              <m:begChr m:val="["/>
                              <m:endChr m:val="]"/>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𝑖</m:t>
                              </m:r>
                            </m:e>
                          </m:d>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m:t>
                          </m:r>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𝑛</m:t>
                              </m:r>
                            </m:sub>
                          </m:sSub>
                          <m:d>
                            <m:dPr>
                              <m:begChr m:val="["/>
                              <m:endChr m:val="]"/>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𝑖</m:t>
                              </m:r>
                            </m:e>
                          </m:d>
                        </m:e>
                      </m:d>
                    </m:oMath>
                  </m:oMathPara>
                </a14:m>
                <a:endParaRPr lang="zh-CN" altLang="en-US" sz="2800" dirty="0">
                  <a:solidFill>
                    <a:schemeClr val="accent1">
                      <a:lumMod val="50000"/>
                    </a:schemeClr>
                  </a:solidFill>
                </a:endParaRPr>
              </a:p>
            </p:txBody>
          </p:sp>
        </mc:Choice>
        <mc:Fallback xmlns="">
          <p:sp>
            <p:nvSpPr>
              <p:cNvPr id="32" name="文本框 31">
                <a:extLst>
                  <a:ext uri="{FF2B5EF4-FFF2-40B4-BE49-F238E27FC236}">
                    <a16:creationId xmlns:a16="http://schemas.microsoft.com/office/drawing/2014/main" id="{0A7A6BDA-A735-D349-9791-79980389707C}"/>
                  </a:ext>
                </a:extLst>
              </p:cNvPr>
              <p:cNvSpPr txBox="1">
                <a:spLocks noRot="1" noChangeAspect="1" noMove="1" noResize="1" noEditPoints="1" noAdjustHandles="1" noChangeArrowheads="1" noChangeShapeType="1" noTextEdit="1"/>
              </p:cNvSpPr>
              <p:nvPr/>
            </p:nvSpPr>
            <p:spPr>
              <a:xfrm>
                <a:off x="3045994" y="1622213"/>
                <a:ext cx="6096000" cy="523220"/>
              </a:xfrm>
              <a:prstGeom prst="rect">
                <a:avLst/>
              </a:prstGeom>
              <a:blipFill>
                <a:blip r:embed="rId3"/>
                <a:stretch>
                  <a:fillRect b="-2381"/>
                </a:stretch>
              </a:blipFill>
            </p:spPr>
            <p:txBody>
              <a:bodyPr/>
              <a:lstStyle/>
              <a:p>
                <a:r>
                  <a:rPr lang="zh-CN" altLang="en-US">
                    <a:noFill/>
                  </a:rPr>
                  <a:t> </a:t>
                </a:r>
              </a:p>
            </p:txBody>
          </p:sp>
        </mc:Fallback>
      </mc:AlternateContent>
      <p:sp>
        <p:nvSpPr>
          <p:cNvPr id="34" name="矩形 33">
            <a:extLst>
              <a:ext uri="{FF2B5EF4-FFF2-40B4-BE49-F238E27FC236}">
                <a16:creationId xmlns:a16="http://schemas.microsoft.com/office/drawing/2014/main" id="{B27E2866-14CB-2941-A6E6-3D490505989B}"/>
              </a:ext>
            </a:extLst>
          </p:cNvPr>
          <p:cNvSpPr/>
          <p:nvPr/>
        </p:nvSpPr>
        <p:spPr>
          <a:xfrm>
            <a:off x="6081050" y="3468254"/>
            <a:ext cx="1154435" cy="2435241"/>
          </a:xfrm>
          <a:prstGeom prst="rect">
            <a:avLst/>
          </a:prstGeom>
          <a:solidFill>
            <a:schemeClr val="accent3">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21090829-0DFB-C341-B67A-41F4E0D071A7}"/>
              </a:ext>
            </a:extLst>
          </p:cNvPr>
          <p:cNvSpPr txBox="1"/>
          <p:nvPr/>
        </p:nvSpPr>
        <p:spPr>
          <a:xfrm>
            <a:off x="3598802" y="3752999"/>
            <a:ext cx="1165704" cy="400110"/>
          </a:xfrm>
          <a:prstGeom prst="rect">
            <a:avLst/>
          </a:prstGeom>
          <a:noFill/>
        </p:spPr>
        <p:txBody>
          <a:bodyPr wrap="none" rtlCol="0">
            <a:spAutoFit/>
          </a:bodyPr>
          <a:lstStyle/>
          <a:p>
            <a:pPr algn="r"/>
            <a:r>
              <a:rPr kumimoji="1" lang="en-US" altLang="zh-CN" sz="2000" dirty="0">
                <a:solidFill>
                  <a:schemeClr val="accent2">
                    <a:lumMod val="75000"/>
                  </a:schemeClr>
                </a:solidFill>
                <a:latin typeface="Arial" panose="020B0604020202020204" pitchFamily="34" charset="0"/>
                <a:cs typeface="Arial" panose="020B0604020202020204" pitchFamily="34" charset="0"/>
              </a:rPr>
              <a:t>data fact</a:t>
            </a:r>
            <a:endParaRPr kumimoji="1" lang="zh-CN" altLang="en-US" sz="2000" dirty="0">
              <a:solidFill>
                <a:schemeClr val="accent2">
                  <a:lumMod val="75000"/>
                </a:schemeClr>
              </a:solidFill>
              <a:latin typeface="Arial" panose="020B0604020202020204" pitchFamily="34" charset="0"/>
              <a:cs typeface="Arial" panose="020B0604020202020204" pitchFamily="34" charset="0"/>
            </a:endParaRPr>
          </a:p>
        </p:txBody>
      </p:sp>
      <p:graphicFrame>
        <p:nvGraphicFramePr>
          <p:cNvPr id="36" name="表格 150">
            <a:extLst>
              <a:ext uri="{FF2B5EF4-FFF2-40B4-BE49-F238E27FC236}">
                <a16:creationId xmlns:a16="http://schemas.microsoft.com/office/drawing/2014/main" id="{77833C5F-6596-9444-9514-59D21D4CE6F0}"/>
              </a:ext>
            </a:extLst>
          </p:cNvPr>
          <p:cNvGraphicFramePr>
            <a:graphicFrameLocks noGrp="1"/>
          </p:cNvGraphicFramePr>
          <p:nvPr/>
        </p:nvGraphicFramePr>
        <p:xfrm>
          <a:off x="4953390" y="3767634"/>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extLst>
                  <a:ext uri="{0D108BD9-81ED-4DB2-BD59-A6C34878D82A}">
                    <a16:rowId xmlns:a16="http://schemas.microsoft.com/office/drawing/2014/main" val="2567318270"/>
                  </a:ext>
                </a:extLst>
              </a:tr>
            </a:tbl>
          </a:graphicData>
        </a:graphic>
      </p:graphicFrame>
      <p:sp>
        <p:nvSpPr>
          <p:cNvPr id="37" name="文本框 36">
            <a:extLst>
              <a:ext uri="{FF2B5EF4-FFF2-40B4-BE49-F238E27FC236}">
                <a16:creationId xmlns:a16="http://schemas.microsoft.com/office/drawing/2014/main" id="{0541989B-0A9D-3746-B8DA-FC3325ABAE61}"/>
              </a:ext>
            </a:extLst>
          </p:cNvPr>
          <p:cNvSpPr txBox="1"/>
          <p:nvPr/>
        </p:nvSpPr>
        <p:spPr>
          <a:xfrm>
            <a:off x="6195680" y="5357088"/>
            <a:ext cx="925173" cy="461665"/>
          </a:xfrm>
          <a:prstGeom prst="rect">
            <a:avLst/>
          </a:prstGeom>
          <a:noFill/>
          <a:effectLst/>
        </p:spPr>
        <p:txBody>
          <a:bodyPr wrap="square" rtlCol="0">
            <a:spAutoFit/>
          </a:bodyPr>
          <a:lstStyle/>
          <a:p>
            <a:r>
              <a:rPr lang="en-US" altLang="zh-CN" sz="2400" dirty="0" err="1">
                <a:latin typeface="Consolas" panose="020B0609020204030204" pitchFamily="49" charset="0"/>
              </a:rPr>
              <a:t>bram</a:t>
            </a:r>
            <a:endParaRPr lang="zh-CN" altLang="en-US" sz="2400" dirty="0">
              <a:latin typeface="Consolas" panose="020B0609020204030204" pitchFamily="49" charset="0"/>
            </a:endParaRPr>
          </a:p>
        </p:txBody>
      </p:sp>
      <p:sp>
        <p:nvSpPr>
          <p:cNvPr id="38" name="左大括号 37">
            <a:extLst>
              <a:ext uri="{FF2B5EF4-FFF2-40B4-BE49-F238E27FC236}">
                <a16:creationId xmlns:a16="http://schemas.microsoft.com/office/drawing/2014/main" id="{E02B3AEE-07DB-3A4C-80B0-3914D2396A7E}"/>
              </a:ext>
            </a:extLst>
          </p:cNvPr>
          <p:cNvSpPr/>
          <p:nvPr/>
        </p:nvSpPr>
        <p:spPr>
          <a:xfrm rot="5400000">
            <a:off x="7671848" y="749796"/>
            <a:ext cx="239984" cy="5676900"/>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p>
        </p:txBody>
      </p:sp>
      <p:sp>
        <p:nvSpPr>
          <p:cNvPr id="39" name="文本框 38">
            <a:extLst>
              <a:ext uri="{FF2B5EF4-FFF2-40B4-BE49-F238E27FC236}">
                <a16:creationId xmlns:a16="http://schemas.microsoft.com/office/drawing/2014/main" id="{798D5426-A370-F245-B942-B98308D025C4}"/>
              </a:ext>
            </a:extLst>
          </p:cNvPr>
          <p:cNvSpPr txBox="1"/>
          <p:nvPr/>
        </p:nvSpPr>
        <p:spPr>
          <a:xfrm>
            <a:off x="3667731" y="4308032"/>
            <a:ext cx="1096775" cy="400110"/>
          </a:xfrm>
          <a:prstGeom prst="rect">
            <a:avLst/>
          </a:prstGeom>
          <a:noFill/>
        </p:spPr>
        <p:txBody>
          <a:bodyPr wrap="none" rtlCol="0">
            <a:spAutoFit/>
          </a:bodyPr>
          <a:lstStyle/>
          <a:p>
            <a:pPr algn="r"/>
            <a:r>
              <a:rPr kumimoji="1" lang="en-US" altLang="zh-CN" sz="2000" dirty="0">
                <a:solidFill>
                  <a:schemeClr val="accent6">
                    <a:lumMod val="75000"/>
                  </a:schemeClr>
                </a:solidFill>
                <a:latin typeface="Arial" panose="020B0604020202020204" pitchFamily="34" charset="0"/>
                <a:cs typeface="Arial" panose="020B0604020202020204" pitchFamily="34" charset="0"/>
              </a:rPr>
              <a:t>gen info</a:t>
            </a:r>
            <a:endParaRPr kumimoji="1" lang="zh-CN" altLang="en-US" sz="2000" dirty="0">
              <a:solidFill>
                <a:schemeClr val="accent6">
                  <a:lumMod val="75000"/>
                </a:schemeClr>
              </a:solidFill>
              <a:latin typeface="Arial" panose="020B0604020202020204" pitchFamily="34" charset="0"/>
              <a:cs typeface="Arial" panose="020B0604020202020204" pitchFamily="34" charset="0"/>
            </a:endParaRPr>
          </a:p>
        </p:txBody>
      </p:sp>
      <p:graphicFrame>
        <p:nvGraphicFramePr>
          <p:cNvPr id="40" name="表格 150">
            <a:extLst>
              <a:ext uri="{FF2B5EF4-FFF2-40B4-BE49-F238E27FC236}">
                <a16:creationId xmlns:a16="http://schemas.microsoft.com/office/drawing/2014/main" id="{59330E9A-B5FD-2241-BE78-03A4263224C7}"/>
              </a:ext>
            </a:extLst>
          </p:cNvPr>
          <p:cNvGraphicFramePr>
            <a:graphicFrameLocks noGrp="1"/>
          </p:cNvGraphicFramePr>
          <p:nvPr/>
        </p:nvGraphicFramePr>
        <p:xfrm>
          <a:off x="4953390" y="4317641"/>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extLst>
                  <a:ext uri="{0D108BD9-81ED-4DB2-BD59-A6C34878D82A}">
                    <a16:rowId xmlns:a16="http://schemas.microsoft.com/office/drawing/2014/main" val="2567318270"/>
                  </a:ext>
                </a:extLst>
              </a:tr>
            </a:tbl>
          </a:graphicData>
        </a:graphic>
      </p:graphicFrame>
      <p:sp>
        <p:nvSpPr>
          <p:cNvPr id="41" name="文本框 40">
            <a:extLst>
              <a:ext uri="{FF2B5EF4-FFF2-40B4-BE49-F238E27FC236}">
                <a16:creationId xmlns:a16="http://schemas.microsoft.com/office/drawing/2014/main" id="{7D02ABAE-0EE4-0E46-9AEF-1FE96E31F7F9}"/>
              </a:ext>
            </a:extLst>
          </p:cNvPr>
          <p:cNvSpPr txBox="1"/>
          <p:nvPr/>
        </p:nvSpPr>
        <p:spPr>
          <a:xfrm>
            <a:off x="3794369" y="4884653"/>
            <a:ext cx="970137" cy="400110"/>
          </a:xfrm>
          <a:prstGeom prst="rect">
            <a:avLst/>
          </a:prstGeom>
          <a:noFill/>
        </p:spPr>
        <p:txBody>
          <a:bodyPr wrap="none" rtlCol="0">
            <a:spAutoFit/>
          </a:bodyPr>
          <a:lstStyle/>
          <a:p>
            <a:pPr algn="r"/>
            <a:r>
              <a:rPr kumimoji="1" lang="en-US" altLang="zh-CN" sz="2000" dirty="0">
                <a:solidFill>
                  <a:schemeClr val="accent6">
                    <a:lumMod val="75000"/>
                  </a:schemeClr>
                </a:solidFill>
                <a:latin typeface="Arial" panose="020B0604020202020204" pitchFamily="34" charset="0"/>
                <a:cs typeface="Arial" panose="020B0604020202020204" pitchFamily="34" charset="0"/>
              </a:rPr>
              <a:t>kill info</a:t>
            </a:r>
            <a:endParaRPr kumimoji="1" lang="zh-CN" altLang="en-US" sz="2000" dirty="0">
              <a:solidFill>
                <a:schemeClr val="accent6">
                  <a:lumMod val="75000"/>
                </a:schemeClr>
              </a:solidFill>
              <a:latin typeface="Arial" panose="020B0604020202020204" pitchFamily="34" charset="0"/>
              <a:cs typeface="Arial" panose="020B0604020202020204" pitchFamily="34" charset="0"/>
            </a:endParaRPr>
          </a:p>
        </p:txBody>
      </p:sp>
      <p:graphicFrame>
        <p:nvGraphicFramePr>
          <p:cNvPr id="42" name="表格 150">
            <a:extLst>
              <a:ext uri="{FF2B5EF4-FFF2-40B4-BE49-F238E27FC236}">
                <a16:creationId xmlns:a16="http://schemas.microsoft.com/office/drawing/2014/main" id="{AB2685A0-D986-B04A-A188-2140115117A3}"/>
              </a:ext>
            </a:extLst>
          </p:cNvPr>
          <p:cNvGraphicFramePr>
            <a:graphicFrameLocks noGrp="1"/>
          </p:cNvGraphicFramePr>
          <p:nvPr/>
        </p:nvGraphicFramePr>
        <p:xfrm>
          <a:off x="4941565" y="4870190"/>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extLst>
                  <a:ext uri="{0D108BD9-81ED-4DB2-BD59-A6C34878D82A}">
                    <a16:rowId xmlns:a16="http://schemas.microsoft.com/office/drawing/2014/main" val="2567318270"/>
                  </a:ext>
                </a:extLst>
              </a:tr>
            </a:tbl>
          </a:graphicData>
        </a:graphic>
      </p:graphicFrame>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03A8ABAE-4D1B-3E42-8DC9-C613AB4FDEA8}"/>
                  </a:ext>
                </a:extLst>
              </p:cNvPr>
              <p:cNvSpPr txBox="1"/>
              <p:nvPr/>
            </p:nvSpPr>
            <p:spPr>
              <a:xfrm>
                <a:off x="5724548" y="3010053"/>
                <a:ext cx="3887860" cy="400110"/>
              </a:xfrm>
              <a:prstGeom prst="rect">
                <a:avLst/>
              </a:prstGeom>
              <a:solidFill>
                <a:srgbClr val="E6F4FF"/>
              </a:solidFill>
            </p:spPr>
            <p:txBody>
              <a:bodyPr wrap="none" rtlCol="0">
                <a:spAutoFit/>
              </a:bodyPr>
              <a:lstStyle/>
              <a:p>
                <a:pPr algn="r"/>
                <a:r>
                  <a:rPr kumimoji="1" lang="en-US" altLang="zh-CN" sz="2000" dirty="0">
                    <a:latin typeface="Arial" panose="020B0604020202020204" pitchFamily="34" charset="0"/>
                    <a:cs typeface="Arial" panose="020B0604020202020204" pitchFamily="34" charset="0"/>
                  </a:rPr>
                  <a:t>in proportion to #</a:t>
                </a:r>
                <a:r>
                  <a:rPr kumimoji="1" lang="en-US" altLang="zh-CN" sz="2000" dirty="0" err="1">
                    <a:latin typeface="Arial" panose="020B0604020202020204" pitchFamily="34" charset="0"/>
                    <a:cs typeface="Arial" panose="020B0604020202020204" pitchFamily="34" charset="0"/>
                  </a:rPr>
                  <a:t>cfg</a:t>
                </a:r>
                <a:r>
                  <a:rPr kumimoji="1" lang="en-US" altLang="zh-CN" sz="2000" dirty="0">
                    <a:latin typeface="Arial" panose="020B0604020202020204" pitchFamily="34" charset="0"/>
                    <a:cs typeface="Arial" panose="020B0604020202020204" pitchFamily="34" charset="0"/>
                  </a:rPr>
                  <a:t>-nodes (</a:t>
                </a:r>
                <a14:m>
                  <m:oMath xmlns:m="http://schemas.openxmlformats.org/officeDocument/2006/math">
                    <m:r>
                      <a:rPr kumimoji="1" lang="en-US" altLang="zh-CN" sz="2000" b="0" i="1" smtClean="0">
                        <a:latin typeface="Cambria Math" panose="02040503050406030204" pitchFamily="18" charset="0"/>
                        <a:cs typeface="Arial" panose="020B0604020202020204" pitchFamily="34" charset="0"/>
                      </a:rPr>
                      <m:t>=</m:t>
                    </m:r>
                    <m:r>
                      <a:rPr kumimoji="1" lang="en-US" altLang="zh-CN" sz="2000" b="0" i="1" smtClean="0">
                        <a:latin typeface="Cambria Math" panose="02040503050406030204" pitchFamily="18" charset="0"/>
                        <a:cs typeface="Arial" panose="020B0604020202020204" pitchFamily="34" charset="0"/>
                      </a:rPr>
                      <m:t>𝑛</m:t>
                    </m:r>
                  </m:oMath>
                </a14:m>
                <a:r>
                  <a:rPr kumimoji="1" lang="en-US" altLang="zh-CN" sz="2000" dirty="0">
                    <a:latin typeface="Arial" panose="020B0604020202020204" pitchFamily="34" charset="0"/>
                    <a:cs typeface="Arial" panose="020B0604020202020204" pitchFamily="34" charset="0"/>
                  </a:rPr>
                  <a:t>)</a:t>
                </a:r>
                <a:endParaRPr kumimoji="1" lang="zh-CN" altLang="en-US" sz="2000" dirty="0">
                  <a:latin typeface="Arial" panose="020B0604020202020204" pitchFamily="34" charset="0"/>
                  <a:cs typeface="Arial" panose="020B0604020202020204" pitchFamily="34" charset="0"/>
                </a:endParaRPr>
              </a:p>
            </p:txBody>
          </p:sp>
        </mc:Choice>
        <mc:Fallback xmlns="">
          <p:sp>
            <p:nvSpPr>
              <p:cNvPr id="43" name="文本框 42">
                <a:extLst>
                  <a:ext uri="{FF2B5EF4-FFF2-40B4-BE49-F238E27FC236}">
                    <a16:creationId xmlns:a16="http://schemas.microsoft.com/office/drawing/2014/main" id="{03A8ABAE-4D1B-3E42-8DC9-C613AB4FDEA8}"/>
                  </a:ext>
                </a:extLst>
              </p:cNvPr>
              <p:cNvSpPr txBox="1">
                <a:spLocks noRot="1" noChangeAspect="1" noMove="1" noResize="1" noEditPoints="1" noAdjustHandles="1" noChangeArrowheads="1" noChangeShapeType="1" noTextEdit="1"/>
              </p:cNvSpPr>
              <p:nvPr/>
            </p:nvSpPr>
            <p:spPr>
              <a:xfrm>
                <a:off x="5724548" y="3010053"/>
                <a:ext cx="3887860" cy="400110"/>
              </a:xfrm>
              <a:prstGeom prst="rect">
                <a:avLst/>
              </a:prstGeom>
              <a:blipFill>
                <a:blip r:embed="rId4"/>
                <a:stretch>
                  <a:fillRect l="-651" t="-9375" r="-1629" b="-25000"/>
                </a:stretch>
              </a:blipFill>
            </p:spPr>
            <p:txBody>
              <a:bodyPr/>
              <a:lstStyle/>
              <a:p>
                <a:r>
                  <a:rPr lang="zh-CN" altLang="en-US">
                    <a:noFill/>
                  </a:rPr>
                  <a:t> </a:t>
                </a:r>
              </a:p>
            </p:txBody>
          </p:sp>
        </mc:Fallback>
      </mc:AlternateContent>
      <p:sp>
        <p:nvSpPr>
          <p:cNvPr id="44" name="左大括号 43">
            <a:extLst>
              <a:ext uri="{FF2B5EF4-FFF2-40B4-BE49-F238E27FC236}">
                <a16:creationId xmlns:a16="http://schemas.microsoft.com/office/drawing/2014/main" id="{E2F0D260-3E94-0449-982D-530B733F08A4}"/>
              </a:ext>
            </a:extLst>
          </p:cNvPr>
          <p:cNvSpPr/>
          <p:nvPr/>
        </p:nvSpPr>
        <p:spPr>
          <a:xfrm>
            <a:off x="3341438" y="3767634"/>
            <a:ext cx="239984" cy="1473396"/>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p>
        </p:txBody>
      </p:sp>
      <p:sp>
        <p:nvSpPr>
          <p:cNvPr id="45" name="文本框 44">
            <a:extLst>
              <a:ext uri="{FF2B5EF4-FFF2-40B4-BE49-F238E27FC236}">
                <a16:creationId xmlns:a16="http://schemas.microsoft.com/office/drawing/2014/main" id="{9B8CC264-33D1-F243-B551-7935642C1BC3}"/>
              </a:ext>
            </a:extLst>
          </p:cNvPr>
          <p:cNvSpPr txBox="1"/>
          <p:nvPr/>
        </p:nvSpPr>
        <p:spPr>
          <a:xfrm>
            <a:off x="1127268" y="4303006"/>
            <a:ext cx="2162772" cy="400110"/>
          </a:xfrm>
          <a:prstGeom prst="rect">
            <a:avLst/>
          </a:prstGeom>
          <a:solidFill>
            <a:srgbClr val="E6F4FF"/>
          </a:solidFill>
        </p:spPr>
        <p:txBody>
          <a:bodyPr wrap="none" rtlCol="0">
            <a:spAutoFit/>
          </a:bodyPr>
          <a:lstStyle/>
          <a:p>
            <a:pPr algn="r"/>
            <a:r>
              <a:rPr kumimoji="1" lang="en-US" altLang="zh-CN" sz="2000" dirty="0">
                <a:latin typeface="Arial" panose="020B0604020202020204" pitchFamily="34" charset="0"/>
                <a:cs typeface="Arial" panose="020B0604020202020204" pitchFamily="34" charset="0"/>
              </a:rPr>
              <a:t>for each </a:t>
            </a:r>
            <a:r>
              <a:rPr kumimoji="1" lang="en-US" altLang="zh-CN" sz="2000" dirty="0" err="1">
                <a:latin typeface="Arial" panose="020B0604020202020204" pitchFamily="34" charset="0"/>
                <a:cs typeface="Arial" panose="020B0604020202020204" pitchFamily="34" charset="0"/>
              </a:rPr>
              <a:t>cfg</a:t>
            </a:r>
            <a:r>
              <a:rPr kumimoji="1" lang="en-US" altLang="zh-CN" sz="2000" dirty="0">
                <a:latin typeface="Arial" panose="020B0604020202020204" pitchFamily="34" charset="0"/>
                <a:cs typeface="Arial" panose="020B0604020202020204" pitchFamily="34" charset="0"/>
              </a:rPr>
              <a:t> node</a:t>
            </a:r>
            <a:endParaRPr kumimoji="1" lang="zh-CN" altLang="en-US" sz="2000" dirty="0">
              <a:latin typeface="Arial" panose="020B0604020202020204" pitchFamily="34" charset="0"/>
              <a:cs typeface="Arial" panose="020B0604020202020204" pitchFamily="34" charset="0"/>
            </a:endParaRPr>
          </a:p>
        </p:txBody>
      </p:sp>
      <p:sp>
        <p:nvSpPr>
          <p:cNvPr id="18" name="左大括号 17">
            <a:extLst>
              <a:ext uri="{FF2B5EF4-FFF2-40B4-BE49-F238E27FC236}">
                <a16:creationId xmlns:a16="http://schemas.microsoft.com/office/drawing/2014/main" id="{0FEB7AB6-874E-6A4F-BA42-CD087797D77F}"/>
              </a:ext>
            </a:extLst>
          </p:cNvPr>
          <p:cNvSpPr/>
          <p:nvPr/>
        </p:nvSpPr>
        <p:spPr>
          <a:xfrm rot="16200000">
            <a:off x="6538276" y="5528884"/>
            <a:ext cx="239984" cy="1154435"/>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6483983-9D19-8A42-9455-037DCD7A1C96}"/>
                  </a:ext>
                </a:extLst>
              </p:cNvPr>
              <p:cNvSpPr txBox="1"/>
              <p:nvPr/>
            </p:nvSpPr>
            <p:spPr>
              <a:xfrm>
                <a:off x="6081050" y="6367536"/>
                <a:ext cx="1158779" cy="400110"/>
              </a:xfrm>
              <a:prstGeom prst="rect">
                <a:avLst/>
              </a:prstGeom>
              <a:solidFill>
                <a:srgbClr val="E6F4FF"/>
              </a:solidFill>
            </p:spPr>
            <p:txBody>
              <a:bodyPr wrap="none" rtlCol="0">
                <a:spAutoFit/>
              </a:bodyPr>
              <a:lstStyle/>
              <a:p>
                <a:pPr algn="r"/>
                <a:r>
                  <a:rPr kumimoji="1" lang="en-US" altLang="zh-CN" sz="2000" dirty="0">
                    <a:latin typeface="Arial" panose="020B0604020202020204" pitchFamily="34" charset="0"/>
                    <a:cs typeface="Arial" panose="020B0604020202020204" pitchFamily="34" charset="0"/>
                  </a:rPr>
                  <a:t>a fixed </a:t>
                </a:r>
                <a14:m>
                  <m:oMath xmlns:m="http://schemas.openxmlformats.org/officeDocument/2006/math">
                    <m:r>
                      <a:rPr kumimoji="1" lang="en-US" altLang="zh-CN" sz="2000" b="0" i="1" smtClean="0">
                        <a:latin typeface="Cambria Math" panose="02040503050406030204" pitchFamily="18" charset="0"/>
                        <a:cs typeface="Arial" panose="020B0604020202020204" pitchFamily="34" charset="0"/>
                      </a:rPr>
                      <m:t>𝑘</m:t>
                    </m:r>
                  </m:oMath>
                </a14:m>
                <a:endParaRPr kumimoji="1" lang="zh-CN" altLang="en-US" sz="2000" dirty="0">
                  <a:latin typeface="Arial" panose="020B0604020202020204" pitchFamily="34" charset="0"/>
                  <a:cs typeface="Arial" panose="020B0604020202020204" pitchFamily="34" charset="0"/>
                </a:endParaRPr>
              </a:p>
            </p:txBody>
          </p:sp>
        </mc:Choice>
        <mc:Fallback xmlns="">
          <p:sp>
            <p:nvSpPr>
              <p:cNvPr id="19" name="文本框 18">
                <a:extLst>
                  <a:ext uri="{FF2B5EF4-FFF2-40B4-BE49-F238E27FC236}">
                    <a16:creationId xmlns:a16="http://schemas.microsoft.com/office/drawing/2014/main" id="{66483983-9D19-8A42-9455-037DCD7A1C96}"/>
                  </a:ext>
                </a:extLst>
              </p:cNvPr>
              <p:cNvSpPr txBox="1">
                <a:spLocks noRot="1" noChangeAspect="1" noMove="1" noResize="1" noEditPoints="1" noAdjustHandles="1" noChangeArrowheads="1" noChangeShapeType="1" noTextEdit="1"/>
              </p:cNvSpPr>
              <p:nvPr/>
            </p:nvSpPr>
            <p:spPr>
              <a:xfrm>
                <a:off x="6081050" y="6367536"/>
                <a:ext cx="1158779" cy="400110"/>
              </a:xfrm>
              <a:prstGeom prst="rect">
                <a:avLst/>
              </a:prstGeom>
              <a:blipFill>
                <a:blip r:embed="rId5"/>
                <a:stretch>
                  <a:fillRect l="-5435" t="-9375" b="-28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C7B781D-74AF-4E4E-8ACB-D9B7DEA5607A}"/>
                  </a:ext>
                </a:extLst>
              </p:cNvPr>
              <p:cNvSpPr txBox="1"/>
              <p:nvPr/>
            </p:nvSpPr>
            <p:spPr>
              <a:xfrm>
                <a:off x="2967603" y="2986638"/>
                <a:ext cx="1653530" cy="461665"/>
              </a:xfrm>
              <a:prstGeom prst="rect">
                <a:avLst/>
              </a:prstGeom>
              <a:noFill/>
              <a:ln>
                <a:solidFill>
                  <a:schemeClr val="tx1"/>
                </a:solidFill>
                <a:prstDash val="dash"/>
              </a:ln>
            </p:spPr>
            <p:txBody>
              <a:bodyPr wrap="none" rtlCol="0">
                <a:spAutoFit/>
              </a:bodyPr>
              <a:lstStyle/>
              <a:p>
                <a:pPr algn="ctr"/>
                <a14:m>
                  <m:oMath xmlns:m="http://schemas.openxmlformats.org/officeDocument/2006/math">
                    <m:r>
                      <a:rPr kumimoji="1" lang="en-US" altLang="zh-CN" sz="2400" b="0" i="1" smtClean="0">
                        <a:solidFill>
                          <a:srgbClr val="C00000"/>
                        </a:solidFill>
                        <a:latin typeface="Cambria Math" panose="02040503050406030204" pitchFamily="18" charset="0"/>
                      </a:rPr>
                      <m:t>𝑂</m:t>
                    </m:r>
                    <m:d>
                      <m:dPr>
                        <m:ctrlPr>
                          <a:rPr kumimoji="1" lang="en-US" altLang="zh-CN" sz="2400" b="0" i="1" smtClean="0">
                            <a:solidFill>
                              <a:srgbClr val="C00000"/>
                            </a:solidFill>
                            <a:latin typeface="Cambria Math" panose="02040503050406030204" pitchFamily="18" charset="0"/>
                          </a:rPr>
                        </m:ctrlPr>
                      </m:dPr>
                      <m:e>
                        <m:r>
                          <a:rPr kumimoji="1" lang="en-US" altLang="zh-CN" sz="2400" b="0" i="1" smtClean="0">
                            <a:solidFill>
                              <a:srgbClr val="C00000"/>
                            </a:solidFill>
                            <a:latin typeface="Cambria Math" panose="02040503050406030204" pitchFamily="18" charset="0"/>
                          </a:rPr>
                          <m:t>𝑛</m:t>
                        </m:r>
                      </m:e>
                    </m:d>
                  </m:oMath>
                </a14:m>
                <a:r>
                  <a:rPr kumimoji="1" lang="en-US" altLang="zh-CN" sz="2400" dirty="0">
                    <a:solidFill>
                      <a:srgbClr val="C00000"/>
                    </a:solidFill>
                  </a:rPr>
                  <a:t> space</a:t>
                </a:r>
                <a:endParaRPr kumimoji="1" lang="zh-CN" altLang="en-US" sz="2400" dirty="0">
                  <a:solidFill>
                    <a:srgbClr val="C00000"/>
                  </a:solidFill>
                </a:endParaRPr>
              </a:p>
            </p:txBody>
          </p:sp>
        </mc:Choice>
        <mc:Fallback xmlns="">
          <p:sp>
            <p:nvSpPr>
              <p:cNvPr id="20" name="文本框 19">
                <a:extLst>
                  <a:ext uri="{FF2B5EF4-FFF2-40B4-BE49-F238E27FC236}">
                    <a16:creationId xmlns:a16="http://schemas.microsoft.com/office/drawing/2014/main" id="{DC7B781D-74AF-4E4E-8ACB-D9B7DEA5607A}"/>
                  </a:ext>
                </a:extLst>
              </p:cNvPr>
              <p:cNvSpPr txBox="1">
                <a:spLocks noRot="1" noChangeAspect="1" noMove="1" noResize="1" noEditPoints="1" noAdjustHandles="1" noChangeArrowheads="1" noChangeShapeType="1" noTextEdit="1"/>
              </p:cNvSpPr>
              <p:nvPr/>
            </p:nvSpPr>
            <p:spPr>
              <a:xfrm>
                <a:off x="2967603" y="2986638"/>
                <a:ext cx="1653530" cy="461665"/>
              </a:xfrm>
              <a:prstGeom prst="rect">
                <a:avLst/>
              </a:prstGeom>
              <a:blipFill>
                <a:blip r:embed="rId6"/>
                <a:stretch>
                  <a:fillRect t="-5128" r="-4545" b="-25641"/>
                </a:stretch>
              </a:blipFill>
              <a:ln>
                <a:solidFill>
                  <a:schemeClr val="tx1"/>
                </a:solidFill>
                <a:prstDash val="dash"/>
              </a:ln>
            </p:spPr>
            <p:txBody>
              <a:bodyPr/>
              <a:lstStyle/>
              <a:p>
                <a:r>
                  <a:rPr lang="zh-CN" altLang="en-US">
                    <a:noFill/>
                  </a:rPr>
                  <a:t> </a:t>
                </a:r>
              </a:p>
            </p:txBody>
          </p:sp>
        </mc:Fallback>
      </mc:AlternateContent>
    </p:spTree>
    <p:extLst>
      <p:ext uri="{BB962C8B-B14F-4D97-AF65-F5344CB8AC3E}">
        <p14:creationId xmlns:p14="http://schemas.microsoft.com/office/powerpoint/2010/main" val="130677937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4768F-6673-1A49-BF9F-F2A2D0433129}"/>
              </a:ext>
            </a:extLst>
          </p:cNvPr>
          <p:cNvSpPr>
            <a:spLocks noGrp="1"/>
          </p:cNvSpPr>
          <p:nvPr>
            <p:ph type="title"/>
          </p:nvPr>
        </p:nvSpPr>
        <p:spPr>
          <a:xfrm>
            <a:off x="445168" y="365125"/>
            <a:ext cx="11297653" cy="875213"/>
          </a:xfrm>
        </p:spPr>
        <p:txBody>
          <a:bodyPr>
            <a:noAutofit/>
          </a:bodyPr>
          <a:lstStyle/>
          <a:p>
            <a:r>
              <a:rPr kumimoji="1" lang="en-US" altLang="zh-CN" sz="3600" dirty="0"/>
              <a:t>Overcome </a:t>
            </a:r>
            <a:r>
              <a:rPr kumimoji="1" lang="en-US" altLang="zh-CN" sz="3600" dirty="0">
                <a:solidFill>
                  <a:schemeClr val="accent2">
                    <a:lumMod val="75000"/>
                  </a:schemeClr>
                </a:solidFill>
              </a:rPr>
              <a:t>Spatial Infeasibility </a:t>
            </a:r>
            <a:r>
              <a:rPr kumimoji="1" lang="en-US" altLang="zh-CN" sz="3600" dirty="0"/>
              <a:t>via </a:t>
            </a:r>
            <a:r>
              <a:rPr kumimoji="1" lang="en-US" altLang="zh-CN" sz="3600" dirty="0">
                <a:solidFill>
                  <a:schemeClr val="accent1">
                    <a:lumMod val="75000"/>
                  </a:schemeClr>
                </a:solidFill>
              </a:rPr>
              <a:t>Distributivity</a:t>
            </a:r>
            <a:endParaRPr kumimoji="1" lang="zh-CN" altLang="en-US" sz="3600" dirty="0">
              <a:solidFill>
                <a:schemeClr val="accent1">
                  <a:lumMod val="75000"/>
                </a:schemeClr>
              </a:solidFill>
            </a:endParaRPr>
          </a:p>
        </p:txBody>
      </p:sp>
      <p:sp>
        <p:nvSpPr>
          <p:cNvPr id="4" name="灯片编号占位符 3">
            <a:extLst>
              <a:ext uri="{FF2B5EF4-FFF2-40B4-BE49-F238E27FC236}">
                <a16:creationId xmlns:a16="http://schemas.microsoft.com/office/drawing/2014/main" id="{46EBE56B-AADF-0D45-BB18-77828D75D260}"/>
              </a:ext>
            </a:extLst>
          </p:cNvPr>
          <p:cNvSpPr>
            <a:spLocks noGrp="1"/>
          </p:cNvSpPr>
          <p:nvPr>
            <p:ph type="sldNum" sz="quarter" idx="12"/>
          </p:nvPr>
        </p:nvSpPr>
        <p:spPr/>
        <p:txBody>
          <a:bodyPr/>
          <a:lstStyle/>
          <a:p>
            <a:fld id="{978860AA-0FA6-EE41-AD3E-89DCDAAFC63F}" type="slidenum">
              <a:rPr kumimoji="1" lang="zh-CN" altLang="en-US" smtClean="0"/>
              <a:t>15</a:t>
            </a:fld>
            <a:endParaRPr kumimoji="1" lang="zh-CN" altLang="en-US"/>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0A7A6BDA-A735-D349-9791-79980389707C}"/>
                  </a:ext>
                </a:extLst>
              </p:cNvPr>
              <p:cNvSpPr txBox="1"/>
              <p:nvPr/>
            </p:nvSpPr>
            <p:spPr>
              <a:xfrm>
                <a:off x="3045994" y="1622213"/>
                <a:ext cx="60960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𝐹</m:t>
                      </m:r>
                      <m:d>
                        <m:d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1</m:t>
                              </m:r>
                            </m:sub>
                          </m:s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m:t>
                          </m:r>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𝑛</m:t>
                              </m:r>
                            </m:sub>
                          </m:sSub>
                        </m:e>
                      </m:d>
                      <m:d>
                        <m:dPr>
                          <m:begChr m:val="["/>
                          <m:endChr m:val="]"/>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𝑖</m:t>
                          </m:r>
                        </m:e>
                      </m:d>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m:t>
                      </m:r>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𝐹</m:t>
                      </m:r>
                      <m:d>
                        <m:d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1</m:t>
                              </m:r>
                            </m:sub>
                          </m:sSub>
                          <m:d>
                            <m:dPr>
                              <m:begChr m:val="["/>
                              <m:endChr m:val="]"/>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𝑖</m:t>
                              </m:r>
                            </m:e>
                          </m:d>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m:t>
                          </m:r>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𝑛</m:t>
                              </m:r>
                            </m:sub>
                          </m:sSub>
                          <m:d>
                            <m:dPr>
                              <m:begChr m:val="["/>
                              <m:endChr m:val="]"/>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𝑖</m:t>
                              </m:r>
                            </m:e>
                          </m:d>
                        </m:e>
                      </m:d>
                    </m:oMath>
                  </m:oMathPara>
                </a14:m>
                <a:endParaRPr lang="zh-CN" altLang="en-US" sz="2800" dirty="0">
                  <a:solidFill>
                    <a:schemeClr val="accent1">
                      <a:lumMod val="50000"/>
                    </a:schemeClr>
                  </a:solidFill>
                </a:endParaRPr>
              </a:p>
            </p:txBody>
          </p:sp>
        </mc:Choice>
        <mc:Fallback xmlns="">
          <p:sp>
            <p:nvSpPr>
              <p:cNvPr id="32" name="文本框 31">
                <a:extLst>
                  <a:ext uri="{FF2B5EF4-FFF2-40B4-BE49-F238E27FC236}">
                    <a16:creationId xmlns:a16="http://schemas.microsoft.com/office/drawing/2014/main" id="{0A7A6BDA-A735-D349-9791-79980389707C}"/>
                  </a:ext>
                </a:extLst>
              </p:cNvPr>
              <p:cNvSpPr txBox="1">
                <a:spLocks noRot="1" noChangeAspect="1" noMove="1" noResize="1" noEditPoints="1" noAdjustHandles="1" noChangeArrowheads="1" noChangeShapeType="1" noTextEdit="1"/>
              </p:cNvSpPr>
              <p:nvPr/>
            </p:nvSpPr>
            <p:spPr>
              <a:xfrm>
                <a:off x="3045994" y="1622213"/>
                <a:ext cx="6096000" cy="523220"/>
              </a:xfrm>
              <a:prstGeom prst="rect">
                <a:avLst/>
              </a:prstGeom>
              <a:blipFill>
                <a:blip r:embed="rId3"/>
                <a:stretch>
                  <a:fillRect b="-2381"/>
                </a:stretch>
              </a:blipFill>
            </p:spPr>
            <p:txBody>
              <a:bodyPr/>
              <a:lstStyle/>
              <a:p>
                <a:r>
                  <a:rPr lang="zh-CN" altLang="en-US">
                    <a:noFill/>
                  </a:rPr>
                  <a:t> </a:t>
                </a:r>
              </a:p>
            </p:txBody>
          </p:sp>
        </mc:Fallback>
      </mc:AlternateContent>
      <p:sp>
        <p:nvSpPr>
          <p:cNvPr id="34" name="矩形 33">
            <a:extLst>
              <a:ext uri="{FF2B5EF4-FFF2-40B4-BE49-F238E27FC236}">
                <a16:creationId xmlns:a16="http://schemas.microsoft.com/office/drawing/2014/main" id="{B27E2866-14CB-2941-A6E6-3D490505989B}"/>
              </a:ext>
            </a:extLst>
          </p:cNvPr>
          <p:cNvSpPr/>
          <p:nvPr/>
        </p:nvSpPr>
        <p:spPr>
          <a:xfrm>
            <a:off x="7220533" y="3468254"/>
            <a:ext cx="1154435" cy="2435241"/>
          </a:xfrm>
          <a:prstGeom prst="rect">
            <a:avLst/>
          </a:prstGeom>
          <a:solidFill>
            <a:schemeClr val="accent3">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21090829-0DFB-C341-B67A-41F4E0D071A7}"/>
              </a:ext>
            </a:extLst>
          </p:cNvPr>
          <p:cNvSpPr txBox="1"/>
          <p:nvPr/>
        </p:nvSpPr>
        <p:spPr>
          <a:xfrm>
            <a:off x="3598802" y="3752999"/>
            <a:ext cx="1165704" cy="400110"/>
          </a:xfrm>
          <a:prstGeom prst="rect">
            <a:avLst/>
          </a:prstGeom>
          <a:noFill/>
        </p:spPr>
        <p:txBody>
          <a:bodyPr wrap="none" rtlCol="0">
            <a:spAutoFit/>
          </a:bodyPr>
          <a:lstStyle/>
          <a:p>
            <a:pPr algn="r"/>
            <a:r>
              <a:rPr kumimoji="1" lang="en-US" altLang="zh-CN" sz="2000" dirty="0">
                <a:solidFill>
                  <a:schemeClr val="accent2">
                    <a:lumMod val="75000"/>
                  </a:schemeClr>
                </a:solidFill>
                <a:latin typeface="Arial" panose="020B0604020202020204" pitchFamily="34" charset="0"/>
                <a:cs typeface="Arial" panose="020B0604020202020204" pitchFamily="34" charset="0"/>
              </a:rPr>
              <a:t>data fact</a:t>
            </a:r>
            <a:endParaRPr kumimoji="1" lang="zh-CN" altLang="en-US" sz="2000" dirty="0">
              <a:solidFill>
                <a:schemeClr val="accent2">
                  <a:lumMod val="75000"/>
                </a:schemeClr>
              </a:solidFill>
              <a:latin typeface="Arial" panose="020B0604020202020204" pitchFamily="34" charset="0"/>
              <a:cs typeface="Arial" panose="020B0604020202020204" pitchFamily="34" charset="0"/>
            </a:endParaRPr>
          </a:p>
        </p:txBody>
      </p:sp>
      <p:graphicFrame>
        <p:nvGraphicFramePr>
          <p:cNvPr id="36" name="表格 150">
            <a:extLst>
              <a:ext uri="{FF2B5EF4-FFF2-40B4-BE49-F238E27FC236}">
                <a16:creationId xmlns:a16="http://schemas.microsoft.com/office/drawing/2014/main" id="{77833C5F-6596-9444-9514-59D21D4CE6F0}"/>
              </a:ext>
            </a:extLst>
          </p:cNvPr>
          <p:cNvGraphicFramePr>
            <a:graphicFrameLocks noGrp="1"/>
          </p:cNvGraphicFramePr>
          <p:nvPr/>
        </p:nvGraphicFramePr>
        <p:xfrm>
          <a:off x="4953390" y="3767634"/>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extLst>
                  <a:ext uri="{0D108BD9-81ED-4DB2-BD59-A6C34878D82A}">
                    <a16:rowId xmlns:a16="http://schemas.microsoft.com/office/drawing/2014/main" val="2567318270"/>
                  </a:ext>
                </a:extLst>
              </a:tr>
            </a:tbl>
          </a:graphicData>
        </a:graphic>
      </p:graphicFrame>
      <p:sp>
        <p:nvSpPr>
          <p:cNvPr id="37" name="文本框 36">
            <a:extLst>
              <a:ext uri="{FF2B5EF4-FFF2-40B4-BE49-F238E27FC236}">
                <a16:creationId xmlns:a16="http://schemas.microsoft.com/office/drawing/2014/main" id="{0541989B-0A9D-3746-B8DA-FC3325ABAE61}"/>
              </a:ext>
            </a:extLst>
          </p:cNvPr>
          <p:cNvSpPr txBox="1"/>
          <p:nvPr/>
        </p:nvSpPr>
        <p:spPr>
          <a:xfrm>
            <a:off x="7335163" y="5357088"/>
            <a:ext cx="925173" cy="461665"/>
          </a:xfrm>
          <a:prstGeom prst="rect">
            <a:avLst/>
          </a:prstGeom>
          <a:noFill/>
          <a:effectLst/>
        </p:spPr>
        <p:txBody>
          <a:bodyPr wrap="square" rtlCol="0">
            <a:spAutoFit/>
          </a:bodyPr>
          <a:lstStyle/>
          <a:p>
            <a:r>
              <a:rPr lang="en-US" altLang="zh-CN" sz="2400" dirty="0" err="1">
                <a:latin typeface="Consolas" panose="020B0609020204030204" pitchFamily="49" charset="0"/>
              </a:rPr>
              <a:t>bram</a:t>
            </a:r>
            <a:endParaRPr lang="zh-CN" altLang="en-US" sz="2400" dirty="0">
              <a:latin typeface="Consolas" panose="020B0609020204030204" pitchFamily="49" charset="0"/>
            </a:endParaRPr>
          </a:p>
        </p:txBody>
      </p:sp>
      <p:sp>
        <p:nvSpPr>
          <p:cNvPr id="38" name="左大括号 37">
            <a:extLst>
              <a:ext uri="{FF2B5EF4-FFF2-40B4-BE49-F238E27FC236}">
                <a16:creationId xmlns:a16="http://schemas.microsoft.com/office/drawing/2014/main" id="{E02B3AEE-07DB-3A4C-80B0-3914D2396A7E}"/>
              </a:ext>
            </a:extLst>
          </p:cNvPr>
          <p:cNvSpPr/>
          <p:nvPr/>
        </p:nvSpPr>
        <p:spPr>
          <a:xfrm rot="5400000">
            <a:off x="7671848" y="749796"/>
            <a:ext cx="239984" cy="5676900"/>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p>
        </p:txBody>
      </p:sp>
      <p:sp>
        <p:nvSpPr>
          <p:cNvPr id="39" name="文本框 38">
            <a:extLst>
              <a:ext uri="{FF2B5EF4-FFF2-40B4-BE49-F238E27FC236}">
                <a16:creationId xmlns:a16="http://schemas.microsoft.com/office/drawing/2014/main" id="{798D5426-A370-F245-B942-B98308D025C4}"/>
              </a:ext>
            </a:extLst>
          </p:cNvPr>
          <p:cNvSpPr txBox="1"/>
          <p:nvPr/>
        </p:nvSpPr>
        <p:spPr>
          <a:xfrm>
            <a:off x="3667731" y="4308032"/>
            <a:ext cx="1096775" cy="400110"/>
          </a:xfrm>
          <a:prstGeom prst="rect">
            <a:avLst/>
          </a:prstGeom>
          <a:noFill/>
        </p:spPr>
        <p:txBody>
          <a:bodyPr wrap="none" rtlCol="0">
            <a:spAutoFit/>
          </a:bodyPr>
          <a:lstStyle/>
          <a:p>
            <a:pPr algn="r"/>
            <a:r>
              <a:rPr kumimoji="1" lang="en-US" altLang="zh-CN" sz="2000" dirty="0">
                <a:solidFill>
                  <a:schemeClr val="accent6">
                    <a:lumMod val="75000"/>
                  </a:schemeClr>
                </a:solidFill>
                <a:latin typeface="Arial" panose="020B0604020202020204" pitchFamily="34" charset="0"/>
                <a:cs typeface="Arial" panose="020B0604020202020204" pitchFamily="34" charset="0"/>
              </a:rPr>
              <a:t>gen info</a:t>
            </a:r>
            <a:endParaRPr kumimoji="1" lang="zh-CN" altLang="en-US" sz="2000" dirty="0">
              <a:solidFill>
                <a:schemeClr val="accent6">
                  <a:lumMod val="75000"/>
                </a:schemeClr>
              </a:solidFill>
              <a:latin typeface="Arial" panose="020B0604020202020204" pitchFamily="34" charset="0"/>
              <a:cs typeface="Arial" panose="020B0604020202020204" pitchFamily="34" charset="0"/>
            </a:endParaRPr>
          </a:p>
        </p:txBody>
      </p:sp>
      <p:graphicFrame>
        <p:nvGraphicFramePr>
          <p:cNvPr id="40" name="表格 150">
            <a:extLst>
              <a:ext uri="{FF2B5EF4-FFF2-40B4-BE49-F238E27FC236}">
                <a16:creationId xmlns:a16="http://schemas.microsoft.com/office/drawing/2014/main" id="{59330E9A-B5FD-2241-BE78-03A4263224C7}"/>
              </a:ext>
            </a:extLst>
          </p:cNvPr>
          <p:cNvGraphicFramePr>
            <a:graphicFrameLocks noGrp="1"/>
          </p:cNvGraphicFramePr>
          <p:nvPr/>
        </p:nvGraphicFramePr>
        <p:xfrm>
          <a:off x="4953390" y="4317641"/>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extLst>
                  <a:ext uri="{0D108BD9-81ED-4DB2-BD59-A6C34878D82A}">
                    <a16:rowId xmlns:a16="http://schemas.microsoft.com/office/drawing/2014/main" val="2567318270"/>
                  </a:ext>
                </a:extLst>
              </a:tr>
            </a:tbl>
          </a:graphicData>
        </a:graphic>
      </p:graphicFrame>
      <p:sp>
        <p:nvSpPr>
          <p:cNvPr id="41" name="文本框 40">
            <a:extLst>
              <a:ext uri="{FF2B5EF4-FFF2-40B4-BE49-F238E27FC236}">
                <a16:creationId xmlns:a16="http://schemas.microsoft.com/office/drawing/2014/main" id="{7D02ABAE-0EE4-0E46-9AEF-1FE96E31F7F9}"/>
              </a:ext>
            </a:extLst>
          </p:cNvPr>
          <p:cNvSpPr txBox="1"/>
          <p:nvPr/>
        </p:nvSpPr>
        <p:spPr>
          <a:xfrm>
            <a:off x="3794369" y="4884653"/>
            <a:ext cx="970137" cy="400110"/>
          </a:xfrm>
          <a:prstGeom prst="rect">
            <a:avLst/>
          </a:prstGeom>
          <a:noFill/>
        </p:spPr>
        <p:txBody>
          <a:bodyPr wrap="none" rtlCol="0">
            <a:spAutoFit/>
          </a:bodyPr>
          <a:lstStyle/>
          <a:p>
            <a:pPr algn="r"/>
            <a:r>
              <a:rPr kumimoji="1" lang="en-US" altLang="zh-CN" sz="2000" dirty="0">
                <a:solidFill>
                  <a:schemeClr val="accent6">
                    <a:lumMod val="75000"/>
                  </a:schemeClr>
                </a:solidFill>
                <a:latin typeface="Arial" panose="020B0604020202020204" pitchFamily="34" charset="0"/>
                <a:cs typeface="Arial" panose="020B0604020202020204" pitchFamily="34" charset="0"/>
              </a:rPr>
              <a:t>kill info</a:t>
            </a:r>
            <a:endParaRPr kumimoji="1" lang="zh-CN" altLang="en-US" sz="2000" dirty="0">
              <a:solidFill>
                <a:schemeClr val="accent6">
                  <a:lumMod val="75000"/>
                </a:schemeClr>
              </a:solidFill>
              <a:latin typeface="Arial" panose="020B0604020202020204" pitchFamily="34" charset="0"/>
              <a:cs typeface="Arial" panose="020B0604020202020204" pitchFamily="34" charset="0"/>
            </a:endParaRPr>
          </a:p>
        </p:txBody>
      </p:sp>
      <p:graphicFrame>
        <p:nvGraphicFramePr>
          <p:cNvPr id="42" name="表格 150">
            <a:extLst>
              <a:ext uri="{FF2B5EF4-FFF2-40B4-BE49-F238E27FC236}">
                <a16:creationId xmlns:a16="http://schemas.microsoft.com/office/drawing/2014/main" id="{AB2685A0-D986-B04A-A188-2140115117A3}"/>
              </a:ext>
            </a:extLst>
          </p:cNvPr>
          <p:cNvGraphicFramePr>
            <a:graphicFrameLocks noGrp="1"/>
          </p:cNvGraphicFramePr>
          <p:nvPr/>
        </p:nvGraphicFramePr>
        <p:xfrm>
          <a:off x="4941565" y="4870190"/>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extLst>
                  <a:ext uri="{0D108BD9-81ED-4DB2-BD59-A6C34878D82A}">
                    <a16:rowId xmlns:a16="http://schemas.microsoft.com/office/drawing/2014/main" val="2567318270"/>
                  </a:ext>
                </a:extLst>
              </a:tr>
            </a:tbl>
          </a:graphicData>
        </a:graphic>
      </p:graphicFrame>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03A8ABAE-4D1B-3E42-8DC9-C613AB4FDEA8}"/>
                  </a:ext>
                </a:extLst>
              </p:cNvPr>
              <p:cNvSpPr txBox="1"/>
              <p:nvPr/>
            </p:nvSpPr>
            <p:spPr>
              <a:xfrm>
                <a:off x="5724548" y="3010053"/>
                <a:ext cx="3887860" cy="400110"/>
              </a:xfrm>
              <a:prstGeom prst="rect">
                <a:avLst/>
              </a:prstGeom>
              <a:solidFill>
                <a:srgbClr val="E6F4FF"/>
              </a:solidFill>
            </p:spPr>
            <p:txBody>
              <a:bodyPr wrap="none" rtlCol="0">
                <a:spAutoFit/>
              </a:bodyPr>
              <a:lstStyle/>
              <a:p>
                <a:pPr algn="r"/>
                <a:r>
                  <a:rPr kumimoji="1" lang="en-US" altLang="zh-CN" sz="2000" dirty="0">
                    <a:latin typeface="Arial" panose="020B0604020202020204" pitchFamily="34" charset="0"/>
                    <a:cs typeface="Arial" panose="020B0604020202020204" pitchFamily="34" charset="0"/>
                  </a:rPr>
                  <a:t>in proportion to #</a:t>
                </a:r>
                <a:r>
                  <a:rPr kumimoji="1" lang="en-US" altLang="zh-CN" sz="2000" dirty="0" err="1">
                    <a:latin typeface="Arial" panose="020B0604020202020204" pitchFamily="34" charset="0"/>
                    <a:cs typeface="Arial" panose="020B0604020202020204" pitchFamily="34" charset="0"/>
                  </a:rPr>
                  <a:t>cfg</a:t>
                </a:r>
                <a:r>
                  <a:rPr kumimoji="1" lang="en-US" altLang="zh-CN" sz="2000" dirty="0">
                    <a:latin typeface="Arial" panose="020B0604020202020204" pitchFamily="34" charset="0"/>
                    <a:cs typeface="Arial" panose="020B0604020202020204" pitchFamily="34" charset="0"/>
                  </a:rPr>
                  <a:t>-nodes (</a:t>
                </a:r>
                <a14:m>
                  <m:oMath xmlns:m="http://schemas.openxmlformats.org/officeDocument/2006/math">
                    <m:r>
                      <a:rPr kumimoji="1" lang="en-US" altLang="zh-CN" sz="2000" b="0" i="1" smtClean="0">
                        <a:latin typeface="Cambria Math" panose="02040503050406030204" pitchFamily="18" charset="0"/>
                        <a:cs typeface="Arial" panose="020B0604020202020204" pitchFamily="34" charset="0"/>
                      </a:rPr>
                      <m:t>=</m:t>
                    </m:r>
                    <m:r>
                      <a:rPr kumimoji="1" lang="en-US" altLang="zh-CN" sz="2000" b="0" i="1" smtClean="0">
                        <a:latin typeface="Cambria Math" panose="02040503050406030204" pitchFamily="18" charset="0"/>
                        <a:cs typeface="Arial" panose="020B0604020202020204" pitchFamily="34" charset="0"/>
                      </a:rPr>
                      <m:t>𝑛</m:t>
                    </m:r>
                  </m:oMath>
                </a14:m>
                <a:r>
                  <a:rPr kumimoji="1" lang="en-US" altLang="zh-CN" sz="2000" dirty="0">
                    <a:latin typeface="Arial" panose="020B0604020202020204" pitchFamily="34" charset="0"/>
                    <a:cs typeface="Arial" panose="020B0604020202020204" pitchFamily="34" charset="0"/>
                  </a:rPr>
                  <a:t>)</a:t>
                </a:r>
                <a:endParaRPr kumimoji="1" lang="zh-CN" altLang="en-US" sz="2000" dirty="0">
                  <a:latin typeface="Arial" panose="020B0604020202020204" pitchFamily="34" charset="0"/>
                  <a:cs typeface="Arial" panose="020B0604020202020204" pitchFamily="34" charset="0"/>
                </a:endParaRPr>
              </a:p>
            </p:txBody>
          </p:sp>
        </mc:Choice>
        <mc:Fallback xmlns="">
          <p:sp>
            <p:nvSpPr>
              <p:cNvPr id="43" name="文本框 42">
                <a:extLst>
                  <a:ext uri="{FF2B5EF4-FFF2-40B4-BE49-F238E27FC236}">
                    <a16:creationId xmlns:a16="http://schemas.microsoft.com/office/drawing/2014/main" id="{03A8ABAE-4D1B-3E42-8DC9-C613AB4FDEA8}"/>
                  </a:ext>
                </a:extLst>
              </p:cNvPr>
              <p:cNvSpPr txBox="1">
                <a:spLocks noRot="1" noChangeAspect="1" noMove="1" noResize="1" noEditPoints="1" noAdjustHandles="1" noChangeArrowheads="1" noChangeShapeType="1" noTextEdit="1"/>
              </p:cNvSpPr>
              <p:nvPr/>
            </p:nvSpPr>
            <p:spPr>
              <a:xfrm>
                <a:off x="5724548" y="3010053"/>
                <a:ext cx="3887860" cy="400110"/>
              </a:xfrm>
              <a:prstGeom prst="rect">
                <a:avLst/>
              </a:prstGeom>
              <a:blipFill>
                <a:blip r:embed="rId4"/>
                <a:stretch>
                  <a:fillRect l="-651" t="-9375" r="-1629" b="-25000"/>
                </a:stretch>
              </a:blipFill>
            </p:spPr>
            <p:txBody>
              <a:bodyPr/>
              <a:lstStyle/>
              <a:p>
                <a:r>
                  <a:rPr lang="zh-CN" altLang="en-US">
                    <a:noFill/>
                  </a:rPr>
                  <a:t> </a:t>
                </a:r>
              </a:p>
            </p:txBody>
          </p:sp>
        </mc:Fallback>
      </mc:AlternateContent>
      <p:sp>
        <p:nvSpPr>
          <p:cNvPr id="44" name="左大括号 43">
            <a:extLst>
              <a:ext uri="{FF2B5EF4-FFF2-40B4-BE49-F238E27FC236}">
                <a16:creationId xmlns:a16="http://schemas.microsoft.com/office/drawing/2014/main" id="{E2F0D260-3E94-0449-982D-530B733F08A4}"/>
              </a:ext>
            </a:extLst>
          </p:cNvPr>
          <p:cNvSpPr/>
          <p:nvPr/>
        </p:nvSpPr>
        <p:spPr>
          <a:xfrm>
            <a:off x="3341438" y="3767634"/>
            <a:ext cx="239984" cy="1473396"/>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p>
        </p:txBody>
      </p:sp>
      <p:sp>
        <p:nvSpPr>
          <p:cNvPr id="45" name="文本框 44">
            <a:extLst>
              <a:ext uri="{FF2B5EF4-FFF2-40B4-BE49-F238E27FC236}">
                <a16:creationId xmlns:a16="http://schemas.microsoft.com/office/drawing/2014/main" id="{9B8CC264-33D1-F243-B551-7935642C1BC3}"/>
              </a:ext>
            </a:extLst>
          </p:cNvPr>
          <p:cNvSpPr txBox="1"/>
          <p:nvPr/>
        </p:nvSpPr>
        <p:spPr>
          <a:xfrm>
            <a:off x="1127268" y="4303006"/>
            <a:ext cx="2162772" cy="400110"/>
          </a:xfrm>
          <a:prstGeom prst="rect">
            <a:avLst/>
          </a:prstGeom>
          <a:solidFill>
            <a:srgbClr val="E6F4FF"/>
          </a:solidFill>
        </p:spPr>
        <p:txBody>
          <a:bodyPr wrap="none" rtlCol="0">
            <a:spAutoFit/>
          </a:bodyPr>
          <a:lstStyle/>
          <a:p>
            <a:pPr algn="r"/>
            <a:r>
              <a:rPr kumimoji="1" lang="en-US" altLang="zh-CN" sz="2000" dirty="0">
                <a:latin typeface="Arial" panose="020B0604020202020204" pitchFamily="34" charset="0"/>
                <a:cs typeface="Arial" panose="020B0604020202020204" pitchFamily="34" charset="0"/>
              </a:rPr>
              <a:t>for each </a:t>
            </a:r>
            <a:r>
              <a:rPr kumimoji="1" lang="en-US" altLang="zh-CN" sz="2000" dirty="0" err="1">
                <a:latin typeface="Arial" panose="020B0604020202020204" pitchFamily="34" charset="0"/>
                <a:cs typeface="Arial" panose="020B0604020202020204" pitchFamily="34" charset="0"/>
              </a:rPr>
              <a:t>cfg</a:t>
            </a:r>
            <a:r>
              <a:rPr kumimoji="1" lang="en-US" altLang="zh-CN" sz="2000" dirty="0">
                <a:latin typeface="Arial" panose="020B0604020202020204" pitchFamily="34" charset="0"/>
                <a:cs typeface="Arial" panose="020B0604020202020204" pitchFamily="34" charset="0"/>
              </a:rPr>
              <a:t> node</a:t>
            </a:r>
            <a:endParaRPr kumimoji="1" lang="zh-CN" altLang="en-US" sz="2000" dirty="0">
              <a:latin typeface="Arial" panose="020B0604020202020204" pitchFamily="34" charset="0"/>
              <a:cs typeface="Arial" panose="020B0604020202020204" pitchFamily="34" charset="0"/>
            </a:endParaRPr>
          </a:p>
        </p:txBody>
      </p:sp>
      <p:sp>
        <p:nvSpPr>
          <p:cNvPr id="18" name="左大括号 17">
            <a:extLst>
              <a:ext uri="{FF2B5EF4-FFF2-40B4-BE49-F238E27FC236}">
                <a16:creationId xmlns:a16="http://schemas.microsoft.com/office/drawing/2014/main" id="{0FEB7AB6-874E-6A4F-BA42-CD087797D77F}"/>
              </a:ext>
            </a:extLst>
          </p:cNvPr>
          <p:cNvSpPr/>
          <p:nvPr/>
        </p:nvSpPr>
        <p:spPr>
          <a:xfrm rot="16200000">
            <a:off x="7677759" y="5528884"/>
            <a:ext cx="239984" cy="1154435"/>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6483983-9D19-8A42-9455-037DCD7A1C96}"/>
                  </a:ext>
                </a:extLst>
              </p:cNvPr>
              <p:cNvSpPr txBox="1"/>
              <p:nvPr/>
            </p:nvSpPr>
            <p:spPr>
              <a:xfrm>
                <a:off x="7220533" y="6367536"/>
                <a:ext cx="1158779" cy="400110"/>
              </a:xfrm>
              <a:prstGeom prst="rect">
                <a:avLst/>
              </a:prstGeom>
              <a:solidFill>
                <a:srgbClr val="E6F4FF"/>
              </a:solidFill>
            </p:spPr>
            <p:txBody>
              <a:bodyPr wrap="none" rtlCol="0">
                <a:spAutoFit/>
              </a:bodyPr>
              <a:lstStyle/>
              <a:p>
                <a:pPr algn="r"/>
                <a:r>
                  <a:rPr kumimoji="1" lang="en-US" altLang="zh-CN" sz="2000" dirty="0">
                    <a:latin typeface="Arial" panose="020B0604020202020204" pitchFamily="34" charset="0"/>
                    <a:cs typeface="Arial" panose="020B0604020202020204" pitchFamily="34" charset="0"/>
                  </a:rPr>
                  <a:t>a fixed </a:t>
                </a:r>
                <a14:m>
                  <m:oMath xmlns:m="http://schemas.openxmlformats.org/officeDocument/2006/math">
                    <m:r>
                      <a:rPr kumimoji="1" lang="en-US" altLang="zh-CN" sz="2000" b="0" i="1" smtClean="0">
                        <a:latin typeface="Cambria Math" panose="02040503050406030204" pitchFamily="18" charset="0"/>
                        <a:cs typeface="Arial" panose="020B0604020202020204" pitchFamily="34" charset="0"/>
                      </a:rPr>
                      <m:t>𝑘</m:t>
                    </m:r>
                  </m:oMath>
                </a14:m>
                <a:endParaRPr kumimoji="1" lang="zh-CN" altLang="en-US" sz="2000" dirty="0">
                  <a:latin typeface="Arial" panose="020B0604020202020204" pitchFamily="34" charset="0"/>
                  <a:cs typeface="Arial" panose="020B0604020202020204" pitchFamily="34" charset="0"/>
                </a:endParaRPr>
              </a:p>
            </p:txBody>
          </p:sp>
        </mc:Choice>
        <mc:Fallback xmlns="">
          <p:sp>
            <p:nvSpPr>
              <p:cNvPr id="19" name="文本框 18">
                <a:extLst>
                  <a:ext uri="{FF2B5EF4-FFF2-40B4-BE49-F238E27FC236}">
                    <a16:creationId xmlns:a16="http://schemas.microsoft.com/office/drawing/2014/main" id="{66483983-9D19-8A42-9455-037DCD7A1C96}"/>
                  </a:ext>
                </a:extLst>
              </p:cNvPr>
              <p:cNvSpPr txBox="1">
                <a:spLocks noRot="1" noChangeAspect="1" noMove="1" noResize="1" noEditPoints="1" noAdjustHandles="1" noChangeArrowheads="1" noChangeShapeType="1" noTextEdit="1"/>
              </p:cNvSpPr>
              <p:nvPr/>
            </p:nvSpPr>
            <p:spPr>
              <a:xfrm>
                <a:off x="7220533" y="6367536"/>
                <a:ext cx="1158779" cy="400110"/>
              </a:xfrm>
              <a:prstGeom prst="rect">
                <a:avLst/>
              </a:prstGeom>
              <a:blipFill>
                <a:blip r:embed="rId5"/>
                <a:stretch>
                  <a:fillRect l="-4348" t="-9375" b="-28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9D4FA094-85D3-154A-881C-EBFE4DB1F62B}"/>
                  </a:ext>
                </a:extLst>
              </p:cNvPr>
              <p:cNvSpPr txBox="1"/>
              <p:nvPr/>
            </p:nvSpPr>
            <p:spPr>
              <a:xfrm>
                <a:off x="2967603" y="2986638"/>
                <a:ext cx="1653530" cy="461665"/>
              </a:xfrm>
              <a:prstGeom prst="rect">
                <a:avLst/>
              </a:prstGeom>
              <a:noFill/>
              <a:ln>
                <a:solidFill>
                  <a:schemeClr val="tx1"/>
                </a:solidFill>
                <a:prstDash val="dash"/>
              </a:ln>
            </p:spPr>
            <p:txBody>
              <a:bodyPr wrap="none" rtlCol="0">
                <a:spAutoFit/>
              </a:bodyPr>
              <a:lstStyle/>
              <a:p>
                <a:pPr algn="ctr"/>
                <a14:m>
                  <m:oMath xmlns:m="http://schemas.openxmlformats.org/officeDocument/2006/math">
                    <m:r>
                      <a:rPr kumimoji="1" lang="en-US" altLang="zh-CN" sz="2400" b="0" i="1" smtClean="0">
                        <a:solidFill>
                          <a:srgbClr val="C00000"/>
                        </a:solidFill>
                        <a:latin typeface="Cambria Math" panose="02040503050406030204" pitchFamily="18" charset="0"/>
                      </a:rPr>
                      <m:t>𝑂</m:t>
                    </m:r>
                    <m:d>
                      <m:dPr>
                        <m:ctrlPr>
                          <a:rPr kumimoji="1" lang="en-US" altLang="zh-CN" sz="2400" b="0" i="1" smtClean="0">
                            <a:solidFill>
                              <a:srgbClr val="C00000"/>
                            </a:solidFill>
                            <a:latin typeface="Cambria Math" panose="02040503050406030204" pitchFamily="18" charset="0"/>
                          </a:rPr>
                        </m:ctrlPr>
                      </m:dPr>
                      <m:e>
                        <m:r>
                          <a:rPr kumimoji="1" lang="en-US" altLang="zh-CN" sz="2400" b="0" i="1" smtClean="0">
                            <a:solidFill>
                              <a:srgbClr val="C00000"/>
                            </a:solidFill>
                            <a:latin typeface="Cambria Math" panose="02040503050406030204" pitchFamily="18" charset="0"/>
                          </a:rPr>
                          <m:t>𝑛</m:t>
                        </m:r>
                      </m:e>
                    </m:d>
                  </m:oMath>
                </a14:m>
                <a:r>
                  <a:rPr kumimoji="1" lang="en-US" altLang="zh-CN" sz="2400" dirty="0">
                    <a:solidFill>
                      <a:srgbClr val="C00000"/>
                    </a:solidFill>
                  </a:rPr>
                  <a:t> space</a:t>
                </a:r>
                <a:endParaRPr kumimoji="1" lang="zh-CN" altLang="en-US" sz="2400" dirty="0">
                  <a:solidFill>
                    <a:srgbClr val="C00000"/>
                  </a:solidFill>
                </a:endParaRPr>
              </a:p>
            </p:txBody>
          </p:sp>
        </mc:Choice>
        <mc:Fallback xmlns="">
          <p:sp>
            <p:nvSpPr>
              <p:cNvPr id="20" name="文本框 19">
                <a:extLst>
                  <a:ext uri="{FF2B5EF4-FFF2-40B4-BE49-F238E27FC236}">
                    <a16:creationId xmlns:a16="http://schemas.microsoft.com/office/drawing/2014/main" id="{9D4FA094-85D3-154A-881C-EBFE4DB1F62B}"/>
                  </a:ext>
                </a:extLst>
              </p:cNvPr>
              <p:cNvSpPr txBox="1">
                <a:spLocks noRot="1" noChangeAspect="1" noMove="1" noResize="1" noEditPoints="1" noAdjustHandles="1" noChangeArrowheads="1" noChangeShapeType="1" noTextEdit="1"/>
              </p:cNvSpPr>
              <p:nvPr/>
            </p:nvSpPr>
            <p:spPr>
              <a:xfrm>
                <a:off x="2967603" y="2986638"/>
                <a:ext cx="1653530" cy="461665"/>
              </a:xfrm>
              <a:prstGeom prst="rect">
                <a:avLst/>
              </a:prstGeom>
              <a:blipFill>
                <a:blip r:embed="rId6"/>
                <a:stretch>
                  <a:fillRect t="-5128" r="-4545" b="-25641"/>
                </a:stretch>
              </a:blipFill>
              <a:ln>
                <a:solidFill>
                  <a:schemeClr val="tx1"/>
                </a:solidFill>
                <a:prstDash val="dash"/>
              </a:ln>
            </p:spPr>
            <p:txBody>
              <a:bodyPr/>
              <a:lstStyle/>
              <a:p>
                <a:r>
                  <a:rPr lang="zh-CN" altLang="en-US">
                    <a:noFill/>
                  </a:rPr>
                  <a:t> </a:t>
                </a:r>
              </a:p>
            </p:txBody>
          </p:sp>
        </mc:Fallback>
      </mc:AlternateContent>
    </p:spTree>
    <p:extLst>
      <p:ext uri="{BB962C8B-B14F-4D97-AF65-F5344CB8AC3E}">
        <p14:creationId xmlns:p14="http://schemas.microsoft.com/office/powerpoint/2010/main" val="365220864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4768F-6673-1A49-BF9F-F2A2D0433129}"/>
              </a:ext>
            </a:extLst>
          </p:cNvPr>
          <p:cNvSpPr>
            <a:spLocks noGrp="1"/>
          </p:cNvSpPr>
          <p:nvPr>
            <p:ph type="title"/>
          </p:nvPr>
        </p:nvSpPr>
        <p:spPr>
          <a:xfrm>
            <a:off x="445168" y="365125"/>
            <a:ext cx="11297653" cy="875213"/>
          </a:xfrm>
        </p:spPr>
        <p:txBody>
          <a:bodyPr>
            <a:noAutofit/>
          </a:bodyPr>
          <a:lstStyle/>
          <a:p>
            <a:r>
              <a:rPr kumimoji="1" lang="en-US" altLang="zh-CN" sz="3600" dirty="0"/>
              <a:t>Overcome </a:t>
            </a:r>
            <a:r>
              <a:rPr kumimoji="1" lang="en-US" altLang="zh-CN" sz="3600" dirty="0">
                <a:solidFill>
                  <a:schemeClr val="accent2">
                    <a:lumMod val="75000"/>
                  </a:schemeClr>
                </a:solidFill>
              </a:rPr>
              <a:t>Spatial Infeasibility </a:t>
            </a:r>
            <a:r>
              <a:rPr kumimoji="1" lang="en-US" altLang="zh-CN" sz="3600" dirty="0"/>
              <a:t>via </a:t>
            </a:r>
            <a:r>
              <a:rPr kumimoji="1" lang="en-US" altLang="zh-CN" sz="3600" dirty="0">
                <a:solidFill>
                  <a:schemeClr val="accent1">
                    <a:lumMod val="75000"/>
                  </a:schemeClr>
                </a:solidFill>
              </a:rPr>
              <a:t>Distributivity</a:t>
            </a:r>
            <a:endParaRPr kumimoji="1" lang="zh-CN" altLang="en-US" sz="3600" dirty="0">
              <a:solidFill>
                <a:schemeClr val="accent1">
                  <a:lumMod val="75000"/>
                </a:schemeClr>
              </a:solidFill>
            </a:endParaRPr>
          </a:p>
        </p:txBody>
      </p:sp>
      <p:sp>
        <p:nvSpPr>
          <p:cNvPr id="4" name="灯片编号占位符 3">
            <a:extLst>
              <a:ext uri="{FF2B5EF4-FFF2-40B4-BE49-F238E27FC236}">
                <a16:creationId xmlns:a16="http://schemas.microsoft.com/office/drawing/2014/main" id="{46EBE56B-AADF-0D45-BB18-77828D75D260}"/>
              </a:ext>
            </a:extLst>
          </p:cNvPr>
          <p:cNvSpPr>
            <a:spLocks noGrp="1"/>
          </p:cNvSpPr>
          <p:nvPr>
            <p:ph type="sldNum" sz="quarter" idx="12"/>
          </p:nvPr>
        </p:nvSpPr>
        <p:spPr/>
        <p:txBody>
          <a:bodyPr/>
          <a:lstStyle/>
          <a:p>
            <a:fld id="{978860AA-0FA6-EE41-AD3E-89DCDAAFC63F}" type="slidenum">
              <a:rPr kumimoji="1" lang="zh-CN" altLang="en-US" smtClean="0"/>
              <a:t>16</a:t>
            </a:fld>
            <a:endParaRPr kumimoji="1" lang="zh-CN" altLang="en-US"/>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0A7A6BDA-A735-D349-9791-79980389707C}"/>
                  </a:ext>
                </a:extLst>
              </p:cNvPr>
              <p:cNvSpPr txBox="1"/>
              <p:nvPr/>
            </p:nvSpPr>
            <p:spPr>
              <a:xfrm>
                <a:off x="3045994" y="1622213"/>
                <a:ext cx="60960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𝐹</m:t>
                      </m:r>
                      <m:d>
                        <m:d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1</m:t>
                              </m:r>
                            </m:sub>
                          </m:s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m:t>
                          </m:r>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𝑛</m:t>
                              </m:r>
                            </m:sub>
                          </m:sSub>
                        </m:e>
                      </m:d>
                      <m:d>
                        <m:dPr>
                          <m:begChr m:val="["/>
                          <m:endChr m:val="]"/>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𝑖</m:t>
                          </m:r>
                        </m:e>
                      </m:d>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m:t>
                      </m:r>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𝐹</m:t>
                      </m:r>
                      <m:d>
                        <m:d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1</m:t>
                              </m:r>
                            </m:sub>
                          </m:sSub>
                          <m:d>
                            <m:dPr>
                              <m:begChr m:val="["/>
                              <m:endChr m:val="]"/>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𝑖</m:t>
                              </m:r>
                            </m:e>
                          </m:d>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m:t>
                          </m:r>
                          <m:sSub>
                            <m:sSubPr>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sSub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𝑥</m:t>
                              </m:r>
                            </m:e>
                            <m:sub>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𝑛</m:t>
                              </m:r>
                            </m:sub>
                          </m:sSub>
                          <m:d>
                            <m:dPr>
                              <m:begChr m:val="["/>
                              <m:endChr m:val="]"/>
                              <m:ctrlP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ctrlPr>
                            </m:dPr>
                            <m:e>
                              <m:r>
                                <a:rPr kumimoji="1" lang="en-US" altLang="zh-CN" sz="2800" b="0" i="1" smtClean="0">
                                  <a:solidFill>
                                    <a:schemeClr val="accent1">
                                      <a:lumMod val="50000"/>
                                    </a:schemeClr>
                                  </a:solidFill>
                                  <a:latin typeface="Cambria Math" panose="02040503050406030204" pitchFamily="18" charset="0"/>
                                  <a:cs typeface="Arial" panose="020B0604020202020204" pitchFamily="34" charset="0"/>
                                </a:rPr>
                                <m:t>𝑖</m:t>
                              </m:r>
                            </m:e>
                          </m:d>
                        </m:e>
                      </m:d>
                    </m:oMath>
                  </m:oMathPara>
                </a14:m>
                <a:endParaRPr lang="zh-CN" altLang="en-US" sz="2800" dirty="0">
                  <a:solidFill>
                    <a:schemeClr val="accent1">
                      <a:lumMod val="50000"/>
                    </a:schemeClr>
                  </a:solidFill>
                </a:endParaRPr>
              </a:p>
            </p:txBody>
          </p:sp>
        </mc:Choice>
        <mc:Fallback xmlns="">
          <p:sp>
            <p:nvSpPr>
              <p:cNvPr id="32" name="文本框 31">
                <a:extLst>
                  <a:ext uri="{FF2B5EF4-FFF2-40B4-BE49-F238E27FC236}">
                    <a16:creationId xmlns:a16="http://schemas.microsoft.com/office/drawing/2014/main" id="{0A7A6BDA-A735-D349-9791-79980389707C}"/>
                  </a:ext>
                </a:extLst>
              </p:cNvPr>
              <p:cNvSpPr txBox="1">
                <a:spLocks noRot="1" noChangeAspect="1" noMove="1" noResize="1" noEditPoints="1" noAdjustHandles="1" noChangeArrowheads="1" noChangeShapeType="1" noTextEdit="1"/>
              </p:cNvSpPr>
              <p:nvPr/>
            </p:nvSpPr>
            <p:spPr>
              <a:xfrm>
                <a:off x="3045994" y="1622213"/>
                <a:ext cx="6096000" cy="523220"/>
              </a:xfrm>
              <a:prstGeom prst="rect">
                <a:avLst/>
              </a:prstGeom>
              <a:blipFill>
                <a:blip r:embed="rId3"/>
                <a:stretch>
                  <a:fillRect b="-2381"/>
                </a:stretch>
              </a:blipFill>
            </p:spPr>
            <p:txBody>
              <a:bodyPr/>
              <a:lstStyle/>
              <a:p>
                <a:r>
                  <a:rPr lang="zh-CN" altLang="en-US">
                    <a:noFill/>
                  </a:rPr>
                  <a:t> </a:t>
                </a:r>
              </a:p>
            </p:txBody>
          </p:sp>
        </mc:Fallback>
      </mc:AlternateContent>
      <p:sp>
        <p:nvSpPr>
          <p:cNvPr id="34" name="矩形 33">
            <a:extLst>
              <a:ext uri="{FF2B5EF4-FFF2-40B4-BE49-F238E27FC236}">
                <a16:creationId xmlns:a16="http://schemas.microsoft.com/office/drawing/2014/main" id="{B27E2866-14CB-2941-A6E6-3D490505989B}"/>
              </a:ext>
            </a:extLst>
          </p:cNvPr>
          <p:cNvSpPr/>
          <p:nvPr/>
        </p:nvSpPr>
        <p:spPr>
          <a:xfrm>
            <a:off x="9485432" y="3468254"/>
            <a:ext cx="1154435" cy="2435241"/>
          </a:xfrm>
          <a:prstGeom prst="rect">
            <a:avLst/>
          </a:prstGeom>
          <a:solidFill>
            <a:schemeClr val="accent3">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21090829-0DFB-C341-B67A-41F4E0D071A7}"/>
              </a:ext>
            </a:extLst>
          </p:cNvPr>
          <p:cNvSpPr txBox="1"/>
          <p:nvPr/>
        </p:nvSpPr>
        <p:spPr>
          <a:xfrm>
            <a:off x="3598802" y="3752999"/>
            <a:ext cx="1165704" cy="400110"/>
          </a:xfrm>
          <a:prstGeom prst="rect">
            <a:avLst/>
          </a:prstGeom>
          <a:noFill/>
        </p:spPr>
        <p:txBody>
          <a:bodyPr wrap="none" rtlCol="0">
            <a:spAutoFit/>
          </a:bodyPr>
          <a:lstStyle/>
          <a:p>
            <a:pPr algn="r"/>
            <a:r>
              <a:rPr kumimoji="1" lang="en-US" altLang="zh-CN" sz="2000" dirty="0">
                <a:solidFill>
                  <a:schemeClr val="accent2">
                    <a:lumMod val="75000"/>
                  </a:schemeClr>
                </a:solidFill>
                <a:latin typeface="Arial" panose="020B0604020202020204" pitchFamily="34" charset="0"/>
                <a:cs typeface="Arial" panose="020B0604020202020204" pitchFamily="34" charset="0"/>
              </a:rPr>
              <a:t>data fact</a:t>
            </a:r>
            <a:endParaRPr kumimoji="1" lang="zh-CN" altLang="en-US" sz="2000" dirty="0">
              <a:solidFill>
                <a:schemeClr val="accent2">
                  <a:lumMod val="75000"/>
                </a:schemeClr>
              </a:solidFill>
              <a:latin typeface="Arial" panose="020B0604020202020204" pitchFamily="34" charset="0"/>
              <a:cs typeface="Arial" panose="020B0604020202020204" pitchFamily="34" charset="0"/>
            </a:endParaRPr>
          </a:p>
        </p:txBody>
      </p:sp>
      <p:graphicFrame>
        <p:nvGraphicFramePr>
          <p:cNvPr id="36" name="表格 150">
            <a:extLst>
              <a:ext uri="{FF2B5EF4-FFF2-40B4-BE49-F238E27FC236}">
                <a16:creationId xmlns:a16="http://schemas.microsoft.com/office/drawing/2014/main" id="{77833C5F-6596-9444-9514-59D21D4CE6F0}"/>
              </a:ext>
            </a:extLst>
          </p:cNvPr>
          <p:cNvGraphicFramePr>
            <a:graphicFrameLocks noGrp="1"/>
          </p:cNvGraphicFramePr>
          <p:nvPr/>
        </p:nvGraphicFramePr>
        <p:xfrm>
          <a:off x="4953390" y="3767634"/>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0"/>
                    </a:solidFill>
                  </a:tcPr>
                </a:tc>
                <a:extLst>
                  <a:ext uri="{0D108BD9-81ED-4DB2-BD59-A6C34878D82A}">
                    <a16:rowId xmlns:a16="http://schemas.microsoft.com/office/drawing/2014/main" val="2567318270"/>
                  </a:ext>
                </a:extLst>
              </a:tr>
            </a:tbl>
          </a:graphicData>
        </a:graphic>
      </p:graphicFrame>
      <p:sp>
        <p:nvSpPr>
          <p:cNvPr id="37" name="文本框 36">
            <a:extLst>
              <a:ext uri="{FF2B5EF4-FFF2-40B4-BE49-F238E27FC236}">
                <a16:creationId xmlns:a16="http://schemas.microsoft.com/office/drawing/2014/main" id="{0541989B-0A9D-3746-B8DA-FC3325ABAE61}"/>
              </a:ext>
            </a:extLst>
          </p:cNvPr>
          <p:cNvSpPr txBox="1"/>
          <p:nvPr/>
        </p:nvSpPr>
        <p:spPr>
          <a:xfrm>
            <a:off x="9600062" y="5357088"/>
            <a:ext cx="925173" cy="461665"/>
          </a:xfrm>
          <a:prstGeom prst="rect">
            <a:avLst/>
          </a:prstGeom>
          <a:noFill/>
          <a:effectLst/>
        </p:spPr>
        <p:txBody>
          <a:bodyPr wrap="square" rtlCol="0">
            <a:spAutoFit/>
          </a:bodyPr>
          <a:lstStyle/>
          <a:p>
            <a:r>
              <a:rPr lang="en-US" altLang="zh-CN" sz="2400" dirty="0" err="1">
                <a:latin typeface="Consolas" panose="020B0609020204030204" pitchFamily="49" charset="0"/>
              </a:rPr>
              <a:t>bram</a:t>
            </a:r>
            <a:endParaRPr lang="zh-CN" altLang="en-US" sz="2400" dirty="0">
              <a:latin typeface="Consolas" panose="020B0609020204030204" pitchFamily="49" charset="0"/>
            </a:endParaRPr>
          </a:p>
        </p:txBody>
      </p:sp>
      <p:sp>
        <p:nvSpPr>
          <p:cNvPr id="38" name="左大括号 37">
            <a:extLst>
              <a:ext uri="{FF2B5EF4-FFF2-40B4-BE49-F238E27FC236}">
                <a16:creationId xmlns:a16="http://schemas.microsoft.com/office/drawing/2014/main" id="{E02B3AEE-07DB-3A4C-80B0-3914D2396A7E}"/>
              </a:ext>
            </a:extLst>
          </p:cNvPr>
          <p:cNvSpPr/>
          <p:nvPr/>
        </p:nvSpPr>
        <p:spPr>
          <a:xfrm rot="5400000">
            <a:off x="7671848" y="749796"/>
            <a:ext cx="239984" cy="5676900"/>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p>
        </p:txBody>
      </p:sp>
      <p:sp>
        <p:nvSpPr>
          <p:cNvPr id="39" name="文本框 38">
            <a:extLst>
              <a:ext uri="{FF2B5EF4-FFF2-40B4-BE49-F238E27FC236}">
                <a16:creationId xmlns:a16="http://schemas.microsoft.com/office/drawing/2014/main" id="{798D5426-A370-F245-B942-B98308D025C4}"/>
              </a:ext>
            </a:extLst>
          </p:cNvPr>
          <p:cNvSpPr txBox="1"/>
          <p:nvPr/>
        </p:nvSpPr>
        <p:spPr>
          <a:xfrm>
            <a:off x="3667731" y="4308032"/>
            <a:ext cx="1096775" cy="400110"/>
          </a:xfrm>
          <a:prstGeom prst="rect">
            <a:avLst/>
          </a:prstGeom>
          <a:noFill/>
        </p:spPr>
        <p:txBody>
          <a:bodyPr wrap="none" rtlCol="0">
            <a:spAutoFit/>
          </a:bodyPr>
          <a:lstStyle/>
          <a:p>
            <a:pPr algn="r"/>
            <a:r>
              <a:rPr kumimoji="1" lang="en-US" altLang="zh-CN" sz="2000" dirty="0">
                <a:solidFill>
                  <a:schemeClr val="accent6">
                    <a:lumMod val="75000"/>
                  </a:schemeClr>
                </a:solidFill>
                <a:latin typeface="Arial" panose="020B0604020202020204" pitchFamily="34" charset="0"/>
                <a:cs typeface="Arial" panose="020B0604020202020204" pitchFamily="34" charset="0"/>
              </a:rPr>
              <a:t>gen info</a:t>
            </a:r>
            <a:endParaRPr kumimoji="1" lang="zh-CN" altLang="en-US" sz="2000" dirty="0">
              <a:solidFill>
                <a:schemeClr val="accent6">
                  <a:lumMod val="75000"/>
                </a:schemeClr>
              </a:solidFill>
              <a:latin typeface="Arial" panose="020B0604020202020204" pitchFamily="34" charset="0"/>
              <a:cs typeface="Arial" panose="020B0604020202020204" pitchFamily="34" charset="0"/>
            </a:endParaRPr>
          </a:p>
        </p:txBody>
      </p:sp>
      <p:graphicFrame>
        <p:nvGraphicFramePr>
          <p:cNvPr id="40" name="表格 150">
            <a:extLst>
              <a:ext uri="{FF2B5EF4-FFF2-40B4-BE49-F238E27FC236}">
                <a16:creationId xmlns:a16="http://schemas.microsoft.com/office/drawing/2014/main" id="{59330E9A-B5FD-2241-BE78-03A4263224C7}"/>
              </a:ext>
            </a:extLst>
          </p:cNvPr>
          <p:cNvGraphicFramePr>
            <a:graphicFrameLocks noGrp="1"/>
          </p:cNvGraphicFramePr>
          <p:nvPr/>
        </p:nvGraphicFramePr>
        <p:xfrm>
          <a:off x="4953390" y="4317641"/>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extLst>
                  <a:ext uri="{0D108BD9-81ED-4DB2-BD59-A6C34878D82A}">
                    <a16:rowId xmlns:a16="http://schemas.microsoft.com/office/drawing/2014/main" val="2567318270"/>
                  </a:ext>
                </a:extLst>
              </a:tr>
            </a:tbl>
          </a:graphicData>
        </a:graphic>
      </p:graphicFrame>
      <p:sp>
        <p:nvSpPr>
          <p:cNvPr id="41" name="文本框 40">
            <a:extLst>
              <a:ext uri="{FF2B5EF4-FFF2-40B4-BE49-F238E27FC236}">
                <a16:creationId xmlns:a16="http://schemas.microsoft.com/office/drawing/2014/main" id="{7D02ABAE-0EE4-0E46-9AEF-1FE96E31F7F9}"/>
              </a:ext>
            </a:extLst>
          </p:cNvPr>
          <p:cNvSpPr txBox="1"/>
          <p:nvPr/>
        </p:nvSpPr>
        <p:spPr>
          <a:xfrm>
            <a:off x="3794369" y="4884653"/>
            <a:ext cx="970137" cy="400110"/>
          </a:xfrm>
          <a:prstGeom prst="rect">
            <a:avLst/>
          </a:prstGeom>
          <a:noFill/>
        </p:spPr>
        <p:txBody>
          <a:bodyPr wrap="none" rtlCol="0">
            <a:spAutoFit/>
          </a:bodyPr>
          <a:lstStyle/>
          <a:p>
            <a:pPr algn="r"/>
            <a:r>
              <a:rPr kumimoji="1" lang="en-US" altLang="zh-CN" sz="2000" dirty="0">
                <a:solidFill>
                  <a:schemeClr val="accent6">
                    <a:lumMod val="75000"/>
                  </a:schemeClr>
                </a:solidFill>
                <a:latin typeface="Arial" panose="020B0604020202020204" pitchFamily="34" charset="0"/>
                <a:cs typeface="Arial" panose="020B0604020202020204" pitchFamily="34" charset="0"/>
              </a:rPr>
              <a:t>kill info</a:t>
            </a:r>
            <a:endParaRPr kumimoji="1" lang="zh-CN" altLang="en-US" sz="2000" dirty="0">
              <a:solidFill>
                <a:schemeClr val="accent6">
                  <a:lumMod val="75000"/>
                </a:schemeClr>
              </a:solidFill>
              <a:latin typeface="Arial" panose="020B0604020202020204" pitchFamily="34" charset="0"/>
              <a:cs typeface="Arial" panose="020B0604020202020204" pitchFamily="34" charset="0"/>
            </a:endParaRPr>
          </a:p>
        </p:txBody>
      </p:sp>
      <p:graphicFrame>
        <p:nvGraphicFramePr>
          <p:cNvPr id="42" name="表格 150">
            <a:extLst>
              <a:ext uri="{FF2B5EF4-FFF2-40B4-BE49-F238E27FC236}">
                <a16:creationId xmlns:a16="http://schemas.microsoft.com/office/drawing/2014/main" id="{AB2685A0-D986-B04A-A188-2140115117A3}"/>
              </a:ext>
            </a:extLst>
          </p:cNvPr>
          <p:cNvGraphicFramePr>
            <a:graphicFrameLocks noGrp="1"/>
          </p:cNvGraphicFramePr>
          <p:nvPr/>
        </p:nvGraphicFramePr>
        <p:xfrm>
          <a:off x="4941565" y="4870190"/>
          <a:ext cx="5676900" cy="37084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347108821"/>
                    </a:ext>
                  </a:extLst>
                </a:gridCol>
                <a:gridCol w="567690">
                  <a:extLst>
                    <a:ext uri="{9D8B030D-6E8A-4147-A177-3AD203B41FA5}">
                      <a16:colId xmlns:a16="http://schemas.microsoft.com/office/drawing/2014/main" val="3246675682"/>
                    </a:ext>
                  </a:extLst>
                </a:gridCol>
                <a:gridCol w="567690">
                  <a:extLst>
                    <a:ext uri="{9D8B030D-6E8A-4147-A177-3AD203B41FA5}">
                      <a16:colId xmlns:a16="http://schemas.microsoft.com/office/drawing/2014/main" val="3033780174"/>
                    </a:ext>
                  </a:extLst>
                </a:gridCol>
                <a:gridCol w="567690">
                  <a:extLst>
                    <a:ext uri="{9D8B030D-6E8A-4147-A177-3AD203B41FA5}">
                      <a16:colId xmlns:a16="http://schemas.microsoft.com/office/drawing/2014/main" val="1050307947"/>
                    </a:ext>
                  </a:extLst>
                </a:gridCol>
                <a:gridCol w="567690">
                  <a:extLst>
                    <a:ext uri="{9D8B030D-6E8A-4147-A177-3AD203B41FA5}">
                      <a16:colId xmlns:a16="http://schemas.microsoft.com/office/drawing/2014/main" val="1939368152"/>
                    </a:ext>
                  </a:extLst>
                </a:gridCol>
                <a:gridCol w="567690">
                  <a:extLst>
                    <a:ext uri="{9D8B030D-6E8A-4147-A177-3AD203B41FA5}">
                      <a16:colId xmlns:a16="http://schemas.microsoft.com/office/drawing/2014/main" val="2743503836"/>
                    </a:ext>
                  </a:extLst>
                </a:gridCol>
                <a:gridCol w="567690">
                  <a:extLst>
                    <a:ext uri="{9D8B030D-6E8A-4147-A177-3AD203B41FA5}">
                      <a16:colId xmlns:a16="http://schemas.microsoft.com/office/drawing/2014/main" val="2821813980"/>
                    </a:ext>
                  </a:extLst>
                </a:gridCol>
                <a:gridCol w="567690">
                  <a:extLst>
                    <a:ext uri="{9D8B030D-6E8A-4147-A177-3AD203B41FA5}">
                      <a16:colId xmlns:a16="http://schemas.microsoft.com/office/drawing/2014/main" val="4277639770"/>
                    </a:ext>
                  </a:extLst>
                </a:gridCol>
                <a:gridCol w="567690">
                  <a:extLst>
                    <a:ext uri="{9D8B030D-6E8A-4147-A177-3AD203B41FA5}">
                      <a16:colId xmlns:a16="http://schemas.microsoft.com/office/drawing/2014/main" val="1195883038"/>
                    </a:ext>
                  </a:extLst>
                </a:gridCol>
                <a:gridCol w="567690">
                  <a:extLst>
                    <a:ext uri="{9D8B030D-6E8A-4147-A177-3AD203B41FA5}">
                      <a16:colId xmlns:a16="http://schemas.microsoft.com/office/drawing/2014/main" val="2006393470"/>
                    </a:ext>
                  </a:extLst>
                </a:gridCol>
              </a:tblGrid>
              <a:tr h="370840">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0</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tc>
                  <a:txBody>
                    <a:bodyPr/>
                    <a:lstStyle/>
                    <a:p>
                      <a:pPr algn="ctr"/>
                      <a:r>
                        <a:rPr lang="en-US" altLang="zh-CN" dirty="0">
                          <a:solidFill>
                            <a:schemeClr val="bg2">
                              <a:lumMod val="10000"/>
                            </a:schemeClr>
                          </a:solidFill>
                          <a:latin typeface="Consolas" panose="020B0609020204030204" pitchFamily="49" charset="0"/>
                          <a:cs typeface="Consolas" panose="020B0609020204030204" pitchFamily="49" charset="0"/>
                        </a:rPr>
                        <a:t>1</a:t>
                      </a:r>
                      <a:endParaRPr lang="zh-CN" altLang="en-US" dirty="0">
                        <a:solidFill>
                          <a:schemeClr val="bg2">
                            <a:lumMod val="10000"/>
                          </a:schemeClr>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FEA"/>
                    </a:solidFill>
                  </a:tcPr>
                </a:tc>
                <a:extLst>
                  <a:ext uri="{0D108BD9-81ED-4DB2-BD59-A6C34878D82A}">
                    <a16:rowId xmlns:a16="http://schemas.microsoft.com/office/drawing/2014/main" val="2567318270"/>
                  </a:ext>
                </a:extLst>
              </a:tr>
            </a:tbl>
          </a:graphicData>
        </a:graphic>
      </p:graphicFrame>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03A8ABAE-4D1B-3E42-8DC9-C613AB4FDEA8}"/>
                  </a:ext>
                </a:extLst>
              </p:cNvPr>
              <p:cNvSpPr txBox="1"/>
              <p:nvPr/>
            </p:nvSpPr>
            <p:spPr>
              <a:xfrm>
                <a:off x="5724548" y="3010053"/>
                <a:ext cx="3887860" cy="400110"/>
              </a:xfrm>
              <a:prstGeom prst="rect">
                <a:avLst/>
              </a:prstGeom>
              <a:solidFill>
                <a:srgbClr val="E6F4FF"/>
              </a:solidFill>
            </p:spPr>
            <p:txBody>
              <a:bodyPr wrap="none" rtlCol="0">
                <a:spAutoFit/>
              </a:bodyPr>
              <a:lstStyle/>
              <a:p>
                <a:pPr algn="r"/>
                <a:r>
                  <a:rPr kumimoji="1" lang="en-US" altLang="zh-CN" sz="2000" dirty="0">
                    <a:latin typeface="Arial" panose="020B0604020202020204" pitchFamily="34" charset="0"/>
                    <a:cs typeface="Arial" panose="020B0604020202020204" pitchFamily="34" charset="0"/>
                  </a:rPr>
                  <a:t>in proportion to #</a:t>
                </a:r>
                <a:r>
                  <a:rPr kumimoji="1" lang="en-US" altLang="zh-CN" sz="2000" dirty="0" err="1">
                    <a:latin typeface="Arial" panose="020B0604020202020204" pitchFamily="34" charset="0"/>
                    <a:cs typeface="Arial" panose="020B0604020202020204" pitchFamily="34" charset="0"/>
                  </a:rPr>
                  <a:t>cfg</a:t>
                </a:r>
                <a:r>
                  <a:rPr kumimoji="1" lang="en-US" altLang="zh-CN" sz="2000" dirty="0">
                    <a:latin typeface="Arial" panose="020B0604020202020204" pitchFamily="34" charset="0"/>
                    <a:cs typeface="Arial" panose="020B0604020202020204" pitchFamily="34" charset="0"/>
                  </a:rPr>
                  <a:t>-nodes (</a:t>
                </a:r>
                <a14:m>
                  <m:oMath xmlns:m="http://schemas.openxmlformats.org/officeDocument/2006/math">
                    <m:r>
                      <a:rPr kumimoji="1" lang="en-US" altLang="zh-CN" sz="2000" b="0" i="1" smtClean="0">
                        <a:latin typeface="Cambria Math" panose="02040503050406030204" pitchFamily="18" charset="0"/>
                        <a:cs typeface="Arial" panose="020B0604020202020204" pitchFamily="34" charset="0"/>
                      </a:rPr>
                      <m:t>=</m:t>
                    </m:r>
                    <m:r>
                      <a:rPr kumimoji="1" lang="en-US" altLang="zh-CN" sz="2000" b="0" i="1" smtClean="0">
                        <a:latin typeface="Cambria Math" panose="02040503050406030204" pitchFamily="18" charset="0"/>
                        <a:cs typeface="Arial" panose="020B0604020202020204" pitchFamily="34" charset="0"/>
                      </a:rPr>
                      <m:t>𝑛</m:t>
                    </m:r>
                  </m:oMath>
                </a14:m>
                <a:r>
                  <a:rPr kumimoji="1" lang="en-US" altLang="zh-CN" sz="2000" dirty="0">
                    <a:latin typeface="Arial" panose="020B0604020202020204" pitchFamily="34" charset="0"/>
                    <a:cs typeface="Arial" panose="020B0604020202020204" pitchFamily="34" charset="0"/>
                  </a:rPr>
                  <a:t>)</a:t>
                </a:r>
                <a:endParaRPr kumimoji="1" lang="zh-CN" altLang="en-US" sz="2000" dirty="0">
                  <a:latin typeface="Arial" panose="020B0604020202020204" pitchFamily="34" charset="0"/>
                  <a:cs typeface="Arial" panose="020B0604020202020204" pitchFamily="34" charset="0"/>
                </a:endParaRPr>
              </a:p>
            </p:txBody>
          </p:sp>
        </mc:Choice>
        <mc:Fallback xmlns="">
          <p:sp>
            <p:nvSpPr>
              <p:cNvPr id="43" name="文本框 42">
                <a:extLst>
                  <a:ext uri="{FF2B5EF4-FFF2-40B4-BE49-F238E27FC236}">
                    <a16:creationId xmlns:a16="http://schemas.microsoft.com/office/drawing/2014/main" id="{03A8ABAE-4D1B-3E42-8DC9-C613AB4FDEA8}"/>
                  </a:ext>
                </a:extLst>
              </p:cNvPr>
              <p:cNvSpPr txBox="1">
                <a:spLocks noRot="1" noChangeAspect="1" noMove="1" noResize="1" noEditPoints="1" noAdjustHandles="1" noChangeArrowheads="1" noChangeShapeType="1" noTextEdit="1"/>
              </p:cNvSpPr>
              <p:nvPr/>
            </p:nvSpPr>
            <p:spPr>
              <a:xfrm>
                <a:off x="5724548" y="3010053"/>
                <a:ext cx="3887860" cy="400110"/>
              </a:xfrm>
              <a:prstGeom prst="rect">
                <a:avLst/>
              </a:prstGeom>
              <a:blipFill>
                <a:blip r:embed="rId4"/>
                <a:stretch>
                  <a:fillRect l="-651" t="-9375" r="-1629" b="-25000"/>
                </a:stretch>
              </a:blipFill>
            </p:spPr>
            <p:txBody>
              <a:bodyPr/>
              <a:lstStyle/>
              <a:p>
                <a:r>
                  <a:rPr lang="zh-CN" altLang="en-US">
                    <a:noFill/>
                  </a:rPr>
                  <a:t> </a:t>
                </a:r>
              </a:p>
            </p:txBody>
          </p:sp>
        </mc:Fallback>
      </mc:AlternateContent>
      <p:sp>
        <p:nvSpPr>
          <p:cNvPr id="44" name="左大括号 43">
            <a:extLst>
              <a:ext uri="{FF2B5EF4-FFF2-40B4-BE49-F238E27FC236}">
                <a16:creationId xmlns:a16="http://schemas.microsoft.com/office/drawing/2014/main" id="{E2F0D260-3E94-0449-982D-530B733F08A4}"/>
              </a:ext>
            </a:extLst>
          </p:cNvPr>
          <p:cNvSpPr/>
          <p:nvPr/>
        </p:nvSpPr>
        <p:spPr>
          <a:xfrm>
            <a:off x="3341438" y="3767634"/>
            <a:ext cx="239984" cy="1473396"/>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p>
        </p:txBody>
      </p:sp>
      <p:sp>
        <p:nvSpPr>
          <p:cNvPr id="45" name="文本框 44">
            <a:extLst>
              <a:ext uri="{FF2B5EF4-FFF2-40B4-BE49-F238E27FC236}">
                <a16:creationId xmlns:a16="http://schemas.microsoft.com/office/drawing/2014/main" id="{9B8CC264-33D1-F243-B551-7935642C1BC3}"/>
              </a:ext>
            </a:extLst>
          </p:cNvPr>
          <p:cNvSpPr txBox="1"/>
          <p:nvPr/>
        </p:nvSpPr>
        <p:spPr>
          <a:xfrm>
            <a:off x="1127268" y="4303006"/>
            <a:ext cx="2162772" cy="400110"/>
          </a:xfrm>
          <a:prstGeom prst="rect">
            <a:avLst/>
          </a:prstGeom>
          <a:solidFill>
            <a:srgbClr val="E6F4FF"/>
          </a:solidFill>
        </p:spPr>
        <p:txBody>
          <a:bodyPr wrap="none" rtlCol="0">
            <a:spAutoFit/>
          </a:bodyPr>
          <a:lstStyle/>
          <a:p>
            <a:pPr algn="r"/>
            <a:r>
              <a:rPr kumimoji="1" lang="en-US" altLang="zh-CN" sz="2000" dirty="0">
                <a:latin typeface="Arial" panose="020B0604020202020204" pitchFamily="34" charset="0"/>
                <a:cs typeface="Arial" panose="020B0604020202020204" pitchFamily="34" charset="0"/>
              </a:rPr>
              <a:t>for each </a:t>
            </a:r>
            <a:r>
              <a:rPr kumimoji="1" lang="en-US" altLang="zh-CN" sz="2000" dirty="0" err="1">
                <a:latin typeface="Arial" panose="020B0604020202020204" pitchFamily="34" charset="0"/>
                <a:cs typeface="Arial" panose="020B0604020202020204" pitchFamily="34" charset="0"/>
              </a:rPr>
              <a:t>cfg</a:t>
            </a:r>
            <a:r>
              <a:rPr kumimoji="1" lang="en-US" altLang="zh-CN" sz="2000" dirty="0">
                <a:latin typeface="Arial" panose="020B0604020202020204" pitchFamily="34" charset="0"/>
                <a:cs typeface="Arial" panose="020B0604020202020204" pitchFamily="34" charset="0"/>
              </a:rPr>
              <a:t> node</a:t>
            </a:r>
            <a:endParaRPr kumimoji="1" lang="zh-CN" altLang="en-US" sz="2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94B359C5-526D-9642-A96E-92BFBF0B0C8E}"/>
                  </a:ext>
                </a:extLst>
              </p:cNvPr>
              <p:cNvSpPr txBox="1"/>
              <p:nvPr/>
            </p:nvSpPr>
            <p:spPr>
              <a:xfrm>
                <a:off x="1602774" y="2653292"/>
                <a:ext cx="2941383" cy="586571"/>
              </a:xfrm>
              <a:prstGeom prst="rect">
                <a:avLst/>
              </a:prstGeom>
              <a:noFill/>
              <a:ln>
                <a:solidFill>
                  <a:schemeClr val="tx1"/>
                </a:solidFill>
                <a:prstDash val="dash"/>
              </a:ln>
            </p:spPr>
            <p:txBody>
              <a:bodyPr wrap="none" rtlCol="0">
                <a:spAutoFit/>
              </a:bodyPr>
              <a:lstStyle/>
              <a:p>
                <a:pPr algn="ctr"/>
                <a14:m>
                  <m:oMath xmlns:m="http://schemas.openxmlformats.org/officeDocument/2006/math">
                    <m:r>
                      <a:rPr kumimoji="1" lang="en-US" altLang="zh-CN" sz="2400" b="0" i="1" smtClean="0">
                        <a:solidFill>
                          <a:srgbClr val="C00000"/>
                        </a:solidFill>
                        <a:latin typeface="Cambria Math" panose="02040503050406030204" pitchFamily="18" charset="0"/>
                      </a:rPr>
                      <m:t>𝑂</m:t>
                    </m:r>
                    <m:d>
                      <m:dPr>
                        <m:ctrlPr>
                          <a:rPr kumimoji="1" lang="en-US" altLang="zh-CN" sz="2400" b="0" i="1" smtClean="0">
                            <a:solidFill>
                              <a:srgbClr val="C00000"/>
                            </a:solidFill>
                            <a:latin typeface="Cambria Math" panose="02040503050406030204" pitchFamily="18" charset="0"/>
                          </a:rPr>
                        </m:ctrlPr>
                      </m:dPr>
                      <m:e>
                        <m:r>
                          <a:rPr kumimoji="1" lang="en-US" altLang="zh-CN" sz="2400" b="0" i="1" smtClean="0">
                            <a:solidFill>
                              <a:srgbClr val="C00000"/>
                            </a:solidFill>
                            <a:latin typeface="Cambria Math" panose="02040503050406030204" pitchFamily="18" charset="0"/>
                          </a:rPr>
                          <m:t>𝑛</m:t>
                        </m:r>
                      </m:e>
                    </m:d>
                  </m:oMath>
                </a14:m>
                <a:r>
                  <a:rPr kumimoji="1" lang="en-US" altLang="zh-CN" sz="2400" dirty="0">
                    <a:solidFill>
                      <a:srgbClr val="C00000"/>
                    </a:solidFill>
                  </a:rPr>
                  <a:t> space </a:t>
                </a:r>
                <a14:m>
                  <m:oMath xmlns:m="http://schemas.openxmlformats.org/officeDocument/2006/math">
                    <m:r>
                      <a:rPr kumimoji="1" lang="en-US" altLang="zh-CN" sz="2400" b="0" i="1" smtClean="0">
                        <a:solidFill>
                          <a:srgbClr val="C00000"/>
                        </a:solidFill>
                        <a:latin typeface="Cambria Math" panose="02040503050406030204" pitchFamily="18" charset="0"/>
                      </a:rPr>
                      <m:t>×</m:t>
                    </m:r>
                  </m:oMath>
                </a14:m>
                <a:r>
                  <a:rPr kumimoji="1" lang="en-US" altLang="zh-CN" sz="2400" dirty="0">
                    <a:solidFill>
                      <a:srgbClr val="C00000"/>
                    </a:solidFill>
                  </a:rPr>
                  <a:t> </a:t>
                </a:r>
                <a14:m>
                  <m:oMath xmlns:m="http://schemas.openxmlformats.org/officeDocument/2006/math">
                    <m:f>
                      <m:fPr>
                        <m:ctrlPr>
                          <a:rPr kumimoji="1" lang="en-US" altLang="zh-CN" sz="2400" b="0" i="1" dirty="0" smtClean="0">
                            <a:solidFill>
                              <a:srgbClr val="C00000"/>
                            </a:solidFill>
                            <a:latin typeface="Cambria Math" panose="02040503050406030204" pitchFamily="18" charset="0"/>
                          </a:rPr>
                        </m:ctrlPr>
                      </m:fPr>
                      <m:num>
                        <m:r>
                          <a:rPr kumimoji="1" lang="en-US" altLang="zh-CN" sz="2400" b="0" i="1" dirty="0" smtClean="0">
                            <a:solidFill>
                              <a:srgbClr val="C00000"/>
                            </a:solidFill>
                            <a:latin typeface="Cambria Math" panose="02040503050406030204" pitchFamily="18" charset="0"/>
                          </a:rPr>
                          <m:t>𝑛</m:t>
                        </m:r>
                      </m:num>
                      <m:den>
                        <m:r>
                          <a:rPr kumimoji="1" lang="en-US" altLang="zh-CN" sz="2400" b="0" i="1" dirty="0" smtClean="0">
                            <a:solidFill>
                              <a:srgbClr val="C00000"/>
                            </a:solidFill>
                            <a:latin typeface="Cambria Math" panose="02040503050406030204" pitchFamily="18" charset="0"/>
                          </a:rPr>
                          <m:t>𝑘</m:t>
                        </m:r>
                      </m:den>
                    </m:f>
                  </m:oMath>
                </a14:m>
                <a:r>
                  <a:rPr kumimoji="1" lang="en-US" altLang="zh-CN" sz="2400" dirty="0">
                    <a:solidFill>
                      <a:srgbClr val="C00000"/>
                    </a:solidFill>
                  </a:rPr>
                  <a:t> times</a:t>
                </a:r>
                <a:endParaRPr kumimoji="1" lang="zh-CN" altLang="en-US" sz="2400" dirty="0">
                  <a:solidFill>
                    <a:srgbClr val="C00000"/>
                  </a:solidFill>
                </a:endParaRPr>
              </a:p>
            </p:txBody>
          </p:sp>
        </mc:Choice>
        <mc:Fallback xmlns="">
          <p:sp>
            <p:nvSpPr>
              <p:cNvPr id="46" name="文本框 45">
                <a:extLst>
                  <a:ext uri="{FF2B5EF4-FFF2-40B4-BE49-F238E27FC236}">
                    <a16:creationId xmlns:a16="http://schemas.microsoft.com/office/drawing/2014/main" id="{94B359C5-526D-9642-A96E-92BFBF0B0C8E}"/>
                  </a:ext>
                </a:extLst>
              </p:cNvPr>
              <p:cNvSpPr txBox="1">
                <a:spLocks noRot="1" noChangeAspect="1" noMove="1" noResize="1" noEditPoints="1" noAdjustHandles="1" noChangeArrowheads="1" noChangeShapeType="1" noTextEdit="1"/>
              </p:cNvSpPr>
              <p:nvPr/>
            </p:nvSpPr>
            <p:spPr>
              <a:xfrm>
                <a:off x="1602774" y="2653292"/>
                <a:ext cx="2941383" cy="586571"/>
              </a:xfrm>
              <a:prstGeom prst="rect">
                <a:avLst/>
              </a:prstGeom>
              <a:blipFill>
                <a:blip r:embed="rId5"/>
                <a:stretch>
                  <a:fillRect r="-2564" b="-8333"/>
                </a:stretch>
              </a:blipFill>
              <a:ln>
                <a:solidFill>
                  <a:schemeClr val="tx1"/>
                </a:solidFill>
                <a:prstDash val="dash"/>
              </a:ln>
            </p:spPr>
            <p:txBody>
              <a:bodyPr/>
              <a:lstStyle/>
              <a:p>
                <a:r>
                  <a:rPr lang="zh-CN" altLang="en-US">
                    <a:noFill/>
                  </a:rPr>
                  <a:t> </a:t>
                </a:r>
              </a:p>
            </p:txBody>
          </p:sp>
        </mc:Fallback>
      </mc:AlternateContent>
      <p:sp>
        <p:nvSpPr>
          <p:cNvPr id="18" name="左大括号 17">
            <a:extLst>
              <a:ext uri="{FF2B5EF4-FFF2-40B4-BE49-F238E27FC236}">
                <a16:creationId xmlns:a16="http://schemas.microsoft.com/office/drawing/2014/main" id="{0FEB7AB6-874E-6A4F-BA42-CD087797D77F}"/>
              </a:ext>
            </a:extLst>
          </p:cNvPr>
          <p:cNvSpPr/>
          <p:nvPr/>
        </p:nvSpPr>
        <p:spPr>
          <a:xfrm rot="16200000">
            <a:off x="9942658" y="5528884"/>
            <a:ext cx="239984" cy="1154435"/>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6483983-9D19-8A42-9455-037DCD7A1C96}"/>
                  </a:ext>
                </a:extLst>
              </p:cNvPr>
              <p:cNvSpPr txBox="1"/>
              <p:nvPr/>
            </p:nvSpPr>
            <p:spPr>
              <a:xfrm>
                <a:off x="9485432" y="6367536"/>
                <a:ext cx="1158779" cy="400110"/>
              </a:xfrm>
              <a:prstGeom prst="rect">
                <a:avLst/>
              </a:prstGeom>
              <a:solidFill>
                <a:srgbClr val="E6F4FF"/>
              </a:solidFill>
            </p:spPr>
            <p:txBody>
              <a:bodyPr wrap="none" rtlCol="0">
                <a:spAutoFit/>
              </a:bodyPr>
              <a:lstStyle/>
              <a:p>
                <a:pPr algn="r"/>
                <a:r>
                  <a:rPr kumimoji="1" lang="en-US" altLang="zh-CN" sz="2000" dirty="0">
                    <a:latin typeface="Arial" panose="020B0604020202020204" pitchFamily="34" charset="0"/>
                    <a:cs typeface="Arial" panose="020B0604020202020204" pitchFamily="34" charset="0"/>
                  </a:rPr>
                  <a:t>a fixed </a:t>
                </a:r>
                <a14:m>
                  <m:oMath xmlns:m="http://schemas.openxmlformats.org/officeDocument/2006/math">
                    <m:r>
                      <a:rPr kumimoji="1" lang="en-US" altLang="zh-CN" sz="2000" b="0" i="1" smtClean="0">
                        <a:latin typeface="Cambria Math" panose="02040503050406030204" pitchFamily="18" charset="0"/>
                        <a:cs typeface="Arial" panose="020B0604020202020204" pitchFamily="34" charset="0"/>
                      </a:rPr>
                      <m:t>𝑘</m:t>
                    </m:r>
                  </m:oMath>
                </a14:m>
                <a:endParaRPr kumimoji="1" lang="zh-CN" altLang="en-US" sz="2000" dirty="0">
                  <a:latin typeface="Arial" panose="020B0604020202020204" pitchFamily="34" charset="0"/>
                  <a:cs typeface="Arial" panose="020B0604020202020204" pitchFamily="34" charset="0"/>
                </a:endParaRPr>
              </a:p>
            </p:txBody>
          </p:sp>
        </mc:Choice>
        <mc:Fallback xmlns="">
          <p:sp>
            <p:nvSpPr>
              <p:cNvPr id="19" name="文本框 18">
                <a:extLst>
                  <a:ext uri="{FF2B5EF4-FFF2-40B4-BE49-F238E27FC236}">
                    <a16:creationId xmlns:a16="http://schemas.microsoft.com/office/drawing/2014/main" id="{66483983-9D19-8A42-9455-037DCD7A1C96}"/>
                  </a:ext>
                </a:extLst>
              </p:cNvPr>
              <p:cNvSpPr txBox="1">
                <a:spLocks noRot="1" noChangeAspect="1" noMove="1" noResize="1" noEditPoints="1" noAdjustHandles="1" noChangeArrowheads="1" noChangeShapeType="1" noTextEdit="1"/>
              </p:cNvSpPr>
              <p:nvPr/>
            </p:nvSpPr>
            <p:spPr>
              <a:xfrm>
                <a:off x="9485432" y="6367536"/>
                <a:ext cx="1158779" cy="400110"/>
              </a:xfrm>
              <a:prstGeom prst="rect">
                <a:avLst/>
              </a:prstGeom>
              <a:blipFill>
                <a:blip r:embed="rId6"/>
                <a:stretch>
                  <a:fillRect l="-4301" t="-9375" b="-281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01997139"/>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1093A4-A5F3-6F4B-8A10-66C6497AD3FE}"/>
              </a:ext>
            </a:extLst>
          </p:cNvPr>
          <p:cNvSpPr>
            <a:spLocks noGrp="1"/>
          </p:cNvSpPr>
          <p:nvPr>
            <p:ph type="title"/>
          </p:nvPr>
        </p:nvSpPr>
        <p:spPr/>
        <p:txBody>
          <a:bodyPr>
            <a:noAutofit/>
          </a:bodyPr>
          <a:lstStyle/>
          <a:p>
            <a:r>
              <a:rPr kumimoji="1" lang="en-US" altLang="zh-CN" sz="3600" dirty="0"/>
              <a:t>Improve </a:t>
            </a:r>
            <a:r>
              <a:rPr kumimoji="1" lang="en-US" altLang="zh-CN" sz="3600" dirty="0">
                <a:solidFill>
                  <a:schemeClr val="accent2">
                    <a:lumMod val="75000"/>
                  </a:schemeClr>
                </a:solidFill>
              </a:rPr>
              <a:t>Temporal Efficiency </a:t>
            </a:r>
            <a:r>
              <a:rPr kumimoji="1" lang="en-US" altLang="zh-CN" sz="3600" dirty="0"/>
              <a:t>via </a:t>
            </a:r>
            <a:r>
              <a:rPr kumimoji="1" lang="en-US" altLang="zh-CN" sz="3600" dirty="0">
                <a:solidFill>
                  <a:schemeClr val="accent1">
                    <a:lumMod val="75000"/>
                  </a:schemeClr>
                </a:solidFill>
              </a:rPr>
              <a:t>Hardware Parallelism</a:t>
            </a:r>
            <a:endParaRPr kumimoji="1" lang="zh-CN" altLang="en-US" sz="3600" dirty="0">
              <a:solidFill>
                <a:schemeClr val="accent1">
                  <a:lumMod val="75000"/>
                </a:schemeClr>
              </a:solidFill>
            </a:endParaRPr>
          </a:p>
        </p:txBody>
      </p:sp>
      <p:sp>
        <p:nvSpPr>
          <p:cNvPr id="4" name="灯片编号占位符 3">
            <a:extLst>
              <a:ext uri="{FF2B5EF4-FFF2-40B4-BE49-F238E27FC236}">
                <a16:creationId xmlns:a16="http://schemas.microsoft.com/office/drawing/2014/main" id="{2E704DDD-DFF1-BD48-81A3-8D1E5B6C41E5}"/>
              </a:ext>
            </a:extLst>
          </p:cNvPr>
          <p:cNvSpPr>
            <a:spLocks noGrp="1"/>
          </p:cNvSpPr>
          <p:nvPr>
            <p:ph type="sldNum" sz="quarter" idx="12"/>
          </p:nvPr>
        </p:nvSpPr>
        <p:spPr/>
        <p:txBody>
          <a:bodyPr/>
          <a:lstStyle/>
          <a:p>
            <a:fld id="{978860AA-0FA6-EE41-AD3E-89DCDAAFC63F}" type="slidenum">
              <a:rPr kumimoji="1" lang="zh-CN" altLang="en-US" smtClean="0"/>
              <a:t>17</a:t>
            </a:fld>
            <a:endParaRPr kumimoji="1" lang="zh-CN" altLang="en-US"/>
          </a:p>
        </p:txBody>
      </p:sp>
      <p:sp>
        <p:nvSpPr>
          <p:cNvPr id="507" name="矩形 506">
            <a:extLst>
              <a:ext uri="{FF2B5EF4-FFF2-40B4-BE49-F238E27FC236}">
                <a16:creationId xmlns:a16="http://schemas.microsoft.com/office/drawing/2014/main" id="{FBFCA1E2-D209-B640-B4B0-649B38470D0F}"/>
              </a:ext>
            </a:extLst>
          </p:cNvPr>
          <p:cNvSpPr/>
          <p:nvPr/>
        </p:nvSpPr>
        <p:spPr>
          <a:xfrm>
            <a:off x="3323842" y="1843878"/>
            <a:ext cx="3390900" cy="669866"/>
          </a:xfrm>
          <a:prstGeom prst="rect">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8" name="文本框 507">
            <a:extLst>
              <a:ext uri="{FF2B5EF4-FFF2-40B4-BE49-F238E27FC236}">
                <a16:creationId xmlns:a16="http://schemas.microsoft.com/office/drawing/2014/main" id="{685D9C21-D28D-EA42-9464-AA94B3FF3864}"/>
              </a:ext>
            </a:extLst>
          </p:cNvPr>
          <p:cNvSpPr txBox="1"/>
          <p:nvPr/>
        </p:nvSpPr>
        <p:spPr>
          <a:xfrm>
            <a:off x="3331824" y="1777257"/>
            <a:ext cx="1820091" cy="338554"/>
          </a:xfrm>
          <a:prstGeom prst="rect">
            <a:avLst/>
          </a:prstGeom>
          <a:noFill/>
          <a:effectLst/>
        </p:spPr>
        <p:txBody>
          <a:bodyPr wrap="square" rtlCol="0">
            <a:spAutoFit/>
          </a:bodyPr>
          <a:lstStyle/>
          <a:p>
            <a:r>
              <a:rPr lang="en-US" altLang="zh-CN" sz="1600" dirty="0">
                <a:latin typeface="Consolas" panose="020B0609020204030204" pitchFamily="49" charset="0"/>
              </a:rPr>
              <a:t>worklist unit</a:t>
            </a:r>
            <a:endParaRPr lang="zh-CN" altLang="en-US" sz="1600" dirty="0">
              <a:latin typeface="Consolas" panose="020B0609020204030204" pitchFamily="49" charset="0"/>
            </a:endParaRPr>
          </a:p>
        </p:txBody>
      </p:sp>
      <mc:AlternateContent xmlns:mc="http://schemas.openxmlformats.org/markup-compatibility/2006" xmlns:a14="http://schemas.microsoft.com/office/drawing/2010/main">
        <mc:Choice Requires="a14">
          <p:sp>
            <p:nvSpPr>
              <p:cNvPr id="509" name="矩形 508">
                <a:extLst>
                  <a:ext uri="{FF2B5EF4-FFF2-40B4-BE49-F238E27FC236}">
                    <a16:creationId xmlns:a16="http://schemas.microsoft.com/office/drawing/2014/main" id="{73811895-07A5-8441-8433-06F63B5C85AF}"/>
                  </a:ext>
                </a:extLst>
              </p:cNvPr>
              <p:cNvSpPr/>
              <p:nvPr/>
            </p:nvSpPr>
            <p:spPr>
              <a:xfrm>
                <a:off x="3422577" y="2146589"/>
                <a:ext cx="370801" cy="324395"/>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i="1" baseline="-25000" dirty="0" smtClean="0">
                          <a:solidFill>
                            <a:schemeClr val="tx1"/>
                          </a:solidFill>
                          <a:latin typeface="Cambria Math" panose="02040503050406030204" pitchFamily="18" charset="0"/>
                        </a:rPr>
                        <m:t>0</m:t>
                      </m:r>
                    </m:oMath>
                  </m:oMathPara>
                </a14:m>
                <a:endParaRPr lang="zh-CN" altLang="en-US" baseline="-25000" dirty="0">
                  <a:solidFill>
                    <a:schemeClr val="tx1"/>
                  </a:solidFill>
                </a:endParaRPr>
              </a:p>
            </p:txBody>
          </p:sp>
        </mc:Choice>
        <mc:Fallback xmlns="">
          <p:sp>
            <p:nvSpPr>
              <p:cNvPr id="509" name="矩形 508">
                <a:extLst>
                  <a:ext uri="{FF2B5EF4-FFF2-40B4-BE49-F238E27FC236}">
                    <a16:creationId xmlns:a16="http://schemas.microsoft.com/office/drawing/2014/main" id="{73811895-07A5-8441-8433-06F63B5C85AF}"/>
                  </a:ext>
                </a:extLst>
              </p:cNvPr>
              <p:cNvSpPr>
                <a:spLocks noRot="1" noChangeAspect="1" noMove="1" noResize="1" noEditPoints="1" noAdjustHandles="1" noChangeArrowheads="1" noChangeShapeType="1" noTextEdit="1"/>
              </p:cNvSpPr>
              <p:nvPr/>
            </p:nvSpPr>
            <p:spPr>
              <a:xfrm>
                <a:off x="3422577" y="2146589"/>
                <a:ext cx="370801" cy="324395"/>
              </a:xfrm>
              <a:prstGeom prst="rect">
                <a:avLst/>
              </a:prstGeom>
              <a:blipFill>
                <a:blip r:embed="rId3"/>
                <a:stretch>
                  <a:fillRect l="-6250" b="-3704"/>
                </a:stretch>
              </a:blipFill>
              <a:ln>
                <a:solidFill>
                  <a:schemeClr val="tx1"/>
                </a:solidFill>
              </a:ln>
              <a:effectLst/>
            </p:spPr>
            <p:txBody>
              <a:bodyPr/>
              <a:lstStyle/>
              <a:p>
                <a:r>
                  <a:rPr lang="zh-CN" altLang="en-US">
                    <a:noFill/>
                  </a:rPr>
                  <a:t> </a:t>
                </a:r>
              </a:p>
            </p:txBody>
          </p:sp>
        </mc:Fallback>
      </mc:AlternateContent>
      <p:sp>
        <p:nvSpPr>
          <p:cNvPr id="510" name="文本框 509">
            <a:extLst>
              <a:ext uri="{FF2B5EF4-FFF2-40B4-BE49-F238E27FC236}">
                <a16:creationId xmlns:a16="http://schemas.microsoft.com/office/drawing/2014/main" id="{A74D11D7-724F-AE49-9D20-F50405582904}"/>
              </a:ext>
            </a:extLst>
          </p:cNvPr>
          <p:cNvSpPr txBox="1"/>
          <p:nvPr/>
        </p:nvSpPr>
        <p:spPr>
          <a:xfrm>
            <a:off x="5834730" y="2132891"/>
            <a:ext cx="767252" cy="369332"/>
          </a:xfrm>
          <a:prstGeom prst="rect">
            <a:avLst/>
          </a:prstGeom>
          <a:noFill/>
          <a:effectLst/>
        </p:spPr>
        <p:txBody>
          <a:bodyPr wrap="square" rtlCol="0">
            <a:spAutoFit/>
          </a:bodyPr>
          <a:lstStyle/>
          <a:p>
            <a:r>
              <a:rPr lang="en-US" altLang="zh-CN" dirty="0"/>
              <a:t>……</a:t>
            </a:r>
            <a:endParaRPr lang="zh-CN" altLang="en-US" dirty="0"/>
          </a:p>
        </p:txBody>
      </p:sp>
      <mc:AlternateContent xmlns:mc="http://schemas.openxmlformats.org/markup-compatibility/2006" xmlns:a14="http://schemas.microsoft.com/office/drawing/2010/main">
        <mc:Choice Requires="a14">
          <p:sp>
            <p:nvSpPr>
              <p:cNvPr id="511" name="矩形 510">
                <a:extLst>
                  <a:ext uri="{FF2B5EF4-FFF2-40B4-BE49-F238E27FC236}">
                    <a16:creationId xmlns:a16="http://schemas.microsoft.com/office/drawing/2014/main" id="{F3B88DEE-841F-644F-8C72-6DFAE4FB5EE8}"/>
                  </a:ext>
                </a:extLst>
              </p:cNvPr>
              <p:cNvSpPr/>
              <p:nvPr/>
            </p:nvSpPr>
            <p:spPr>
              <a:xfrm>
                <a:off x="3892114" y="2146589"/>
                <a:ext cx="370801" cy="324395"/>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b="0" i="1" baseline="-25000" dirty="0" smtClean="0">
                          <a:solidFill>
                            <a:schemeClr val="tx1"/>
                          </a:solidFill>
                          <a:latin typeface="Cambria Math" panose="02040503050406030204" pitchFamily="18" charset="0"/>
                        </a:rPr>
                        <m:t>1</m:t>
                      </m:r>
                    </m:oMath>
                  </m:oMathPara>
                </a14:m>
                <a:endParaRPr lang="zh-CN" altLang="en-US" baseline="-25000" dirty="0">
                  <a:solidFill>
                    <a:schemeClr val="tx1"/>
                  </a:solidFill>
                </a:endParaRPr>
              </a:p>
            </p:txBody>
          </p:sp>
        </mc:Choice>
        <mc:Fallback xmlns="">
          <p:sp>
            <p:nvSpPr>
              <p:cNvPr id="511" name="矩形 510">
                <a:extLst>
                  <a:ext uri="{FF2B5EF4-FFF2-40B4-BE49-F238E27FC236}">
                    <a16:creationId xmlns:a16="http://schemas.microsoft.com/office/drawing/2014/main" id="{F3B88DEE-841F-644F-8C72-6DFAE4FB5EE8}"/>
                  </a:ext>
                </a:extLst>
              </p:cNvPr>
              <p:cNvSpPr>
                <a:spLocks noRot="1" noChangeAspect="1" noMove="1" noResize="1" noEditPoints="1" noAdjustHandles="1" noChangeArrowheads="1" noChangeShapeType="1" noTextEdit="1"/>
              </p:cNvSpPr>
              <p:nvPr/>
            </p:nvSpPr>
            <p:spPr>
              <a:xfrm>
                <a:off x="3892114" y="2146589"/>
                <a:ext cx="370801" cy="324395"/>
              </a:xfrm>
              <a:prstGeom prst="rect">
                <a:avLst/>
              </a:prstGeom>
              <a:blipFill>
                <a:blip r:embed="rId4"/>
                <a:stretch>
                  <a:fillRect l="-6452" b="-3704"/>
                </a:stretch>
              </a:blipFill>
              <a:ln>
                <a:solidFill>
                  <a:schemeClr val="tx1"/>
                </a:solid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2" name="矩形 511">
                <a:extLst>
                  <a:ext uri="{FF2B5EF4-FFF2-40B4-BE49-F238E27FC236}">
                    <a16:creationId xmlns:a16="http://schemas.microsoft.com/office/drawing/2014/main" id="{970B33AE-E43B-1F47-8ED3-29C00591BCA5}"/>
                  </a:ext>
                </a:extLst>
              </p:cNvPr>
              <p:cNvSpPr/>
              <p:nvPr/>
            </p:nvSpPr>
            <p:spPr>
              <a:xfrm>
                <a:off x="4361651" y="2146589"/>
                <a:ext cx="370801" cy="324395"/>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b="0" i="1" baseline="-25000" dirty="0" smtClean="0">
                          <a:solidFill>
                            <a:schemeClr val="tx1"/>
                          </a:solidFill>
                          <a:latin typeface="Cambria Math" panose="02040503050406030204" pitchFamily="18" charset="0"/>
                        </a:rPr>
                        <m:t>2</m:t>
                      </m:r>
                    </m:oMath>
                  </m:oMathPara>
                </a14:m>
                <a:endParaRPr lang="zh-CN" altLang="en-US" baseline="-25000" dirty="0">
                  <a:solidFill>
                    <a:schemeClr val="tx1"/>
                  </a:solidFill>
                </a:endParaRPr>
              </a:p>
            </p:txBody>
          </p:sp>
        </mc:Choice>
        <mc:Fallback xmlns="">
          <p:sp>
            <p:nvSpPr>
              <p:cNvPr id="512" name="矩形 511">
                <a:extLst>
                  <a:ext uri="{FF2B5EF4-FFF2-40B4-BE49-F238E27FC236}">
                    <a16:creationId xmlns:a16="http://schemas.microsoft.com/office/drawing/2014/main" id="{970B33AE-E43B-1F47-8ED3-29C00591BCA5}"/>
                  </a:ext>
                </a:extLst>
              </p:cNvPr>
              <p:cNvSpPr>
                <a:spLocks noRot="1" noChangeAspect="1" noMove="1" noResize="1" noEditPoints="1" noAdjustHandles="1" noChangeArrowheads="1" noChangeShapeType="1" noTextEdit="1"/>
              </p:cNvSpPr>
              <p:nvPr/>
            </p:nvSpPr>
            <p:spPr>
              <a:xfrm>
                <a:off x="4361651" y="2146589"/>
                <a:ext cx="370801" cy="324395"/>
              </a:xfrm>
              <a:prstGeom prst="rect">
                <a:avLst/>
              </a:prstGeom>
              <a:blipFill>
                <a:blip r:embed="rId5"/>
                <a:stretch>
                  <a:fillRect l="-6452" b="-3704"/>
                </a:stretch>
              </a:blipFill>
              <a:ln>
                <a:solidFill>
                  <a:schemeClr val="tx1"/>
                </a:solid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3" name="矩形 512">
                <a:extLst>
                  <a:ext uri="{FF2B5EF4-FFF2-40B4-BE49-F238E27FC236}">
                    <a16:creationId xmlns:a16="http://schemas.microsoft.com/office/drawing/2014/main" id="{0CD11201-643C-B947-93A4-FF6A6D43D7DF}"/>
                  </a:ext>
                </a:extLst>
              </p:cNvPr>
              <p:cNvSpPr/>
              <p:nvPr/>
            </p:nvSpPr>
            <p:spPr>
              <a:xfrm>
                <a:off x="4831188" y="2146589"/>
                <a:ext cx="370801" cy="324395"/>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b="0" i="1" baseline="-25000" dirty="0" smtClean="0">
                          <a:solidFill>
                            <a:schemeClr val="tx1"/>
                          </a:solidFill>
                          <a:latin typeface="Cambria Math" panose="02040503050406030204" pitchFamily="18" charset="0"/>
                        </a:rPr>
                        <m:t>3</m:t>
                      </m:r>
                    </m:oMath>
                  </m:oMathPara>
                </a14:m>
                <a:endParaRPr lang="zh-CN" altLang="en-US" baseline="-25000" dirty="0">
                  <a:solidFill>
                    <a:schemeClr val="tx1"/>
                  </a:solidFill>
                </a:endParaRPr>
              </a:p>
            </p:txBody>
          </p:sp>
        </mc:Choice>
        <mc:Fallback xmlns="">
          <p:sp>
            <p:nvSpPr>
              <p:cNvPr id="513" name="矩形 512">
                <a:extLst>
                  <a:ext uri="{FF2B5EF4-FFF2-40B4-BE49-F238E27FC236}">
                    <a16:creationId xmlns:a16="http://schemas.microsoft.com/office/drawing/2014/main" id="{0CD11201-643C-B947-93A4-FF6A6D43D7DF}"/>
                  </a:ext>
                </a:extLst>
              </p:cNvPr>
              <p:cNvSpPr>
                <a:spLocks noRot="1" noChangeAspect="1" noMove="1" noResize="1" noEditPoints="1" noAdjustHandles="1" noChangeArrowheads="1" noChangeShapeType="1" noTextEdit="1"/>
              </p:cNvSpPr>
              <p:nvPr/>
            </p:nvSpPr>
            <p:spPr>
              <a:xfrm>
                <a:off x="4831188" y="2146589"/>
                <a:ext cx="370801" cy="324395"/>
              </a:xfrm>
              <a:prstGeom prst="rect">
                <a:avLst/>
              </a:prstGeom>
              <a:blipFill>
                <a:blip r:embed="rId6"/>
                <a:stretch>
                  <a:fillRect l="-10000" b="-3704"/>
                </a:stretch>
              </a:blipFill>
              <a:ln>
                <a:solidFill>
                  <a:schemeClr val="tx1"/>
                </a:solid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4" name="矩形 513">
                <a:extLst>
                  <a:ext uri="{FF2B5EF4-FFF2-40B4-BE49-F238E27FC236}">
                    <a16:creationId xmlns:a16="http://schemas.microsoft.com/office/drawing/2014/main" id="{6A0BE14E-D02C-B948-AE78-CF0A1391A49D}"/>
                  </a:ext>
                </a:extLst>
              </p:cNvPr>
              <p:cNvSpPr/>
              <p:nvPr/>
            </p:nvSpPr>
            <p:spPr>
              <a:xfrm>
                <a:off x="5300725" y="2146589"/>
                <a:ext cx="370801" cy="324395"/>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b="0" i="1" baseline="-25000" dirty="0" smtClean="0">
                          <a:solidFill>
                            <a:schemeClr val="tx1"/>
                          </a:solidFill>
                          <a:latin typeface="Cambria Math" panose="02040503050406030204" pitchFamily="18" charset="0"/>
                        </a:rPr>
                        <m:t>4</m:t>
                      </m:r>
                    </m:oMath>
                  </m:oMathPara>
                </a14:m>
                <a:endParaRPr lang="zh-CN" altLang="en-US" baseline="-25000" dirty="0">
                  <a:solidFill>
                    <a:schemeClr val="tx1"/>
                  </a:solidFill>
                </a:endParaRPr>
              </a:p>
            </p:txBody>
          </p:sp>
        </mc:Choice>
        <mc:Fallback xmlns="">
          <p:sp>
            <p:nvSpPr>
              <p:cNvPr id="514" name="矩形 513">
                <a:extLst>
                  <a:ext uri="{FF2B5EF4-FFF2-40B4-BE49-F238E27FC236}">
                    <a16:creationId xmlns:a16="http://schemas.microsoft.com/office/drawing/2014/main" id="{6A0BE14E-D02C-B948-AE78-CF0A1391A49D}"/>
                  </a:ext>
                </a:extLst>
              </p:cNvPr>
              <p:cNvSpPr>
                <a:spLocks noRot="1" noChangeAspect="1" noMove="1" noResize="1" noEditPoints="1" noAdjustHandles="1" noChangeArrowheads="1" noChangeShapeType="1" noTextEdit="1"/>
              </p:cNvSpPr>
              <p:nvPr/>
            </p:nvSpPr>
            <p:spPr>
              <a:xfrm>
                <a:off x="5300725" y="2146589"/>
                <a:ext cx="370801" cy="324395"/>
              </a:xfrm>
              <a:prstGeom prst="rect">
                <a:avLst/>
              </a:prstGeom>
              <a:blipFill>
                <a:blip r:embed="rId7"/>
                <a:stretch>
                  <a:fillRect l="-10000" b="-3704"/>
                </a:stretch>
              </a:blipFill>
              <a:ln>
                <a:solidFill>
                  <a:schemeClr val="tx1"/>
                </a:solidFill>
              </a:ln>
              <a:effectLst/>
            </p:spPr>
            <p:txBody>
              <a:bodyPr/>
              <a:lstStyle/>
              <a:p>
                <a:r>
                  <a:rPr lang="zh-CN" altLang="en-US">
                    <a:noFill/>
                  </a:rPr>
                  <a:t> </a:t>
                </a:r>
              </a:p>
            </p:txBody>
          </p:sp>
        </mc:Fallback>
      </mc:AlternateContent>
      <p:sp>
        <p:nvSpPr>
          <p:cNvPr id="515" name="矩形 514">
            <a:extLst>
              <a:ext uri="{FF2B5EF4-FFF2-40B4-BE49-F238E27FC236}">
                <a16:creationId xmlns:a16="http://schemas.microsoft.com/office/drawing/2014/main" id="{CBD720BA-7996-9E42-AF5E-BAEFF3F01D3A}"/>
              </a:ext>
            </a:extLst>
          </p:cNvPr>
          <p:cNvSpPr/>
          <p:nvPr/>
        </p:nvSpPr>
        <p:spPr>
          <a:xfrm>
            <a:off x="3331825" y="2646791"/>
            <a:ext cx="3390900" cy="975490"/>
          </a:xfrm>
          <a:prstGeom prst="rect">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6" name="矩形 515">
            <a:extLst>
              <a:ext uri="{FF2B5EF4-FFF2-40B4-BE49-F238E27FC236}">
                <a16:creationId xmlns:a16="http://schemas.microsoft.com/office/drawing/2014/main" id="{E4A6A011-33F1-D847-B2F3-7BC33DF81243}"/>
              </a:ext>
            </a:extLst>
          </p:cNvPr>
          <p:cNvSpPr/>
          <p:nvPr/>
        </p:nvSpPr>
        <p:spPr>
          <a:xfrm>
            <a:off x="3323842" y="3714378"/>
            <a:ext cx="3398884" cy="963881"/>
          </a:xfrm>
          <a:prstGeom prst="rect">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7" name="矩形 516">
            <a:extLst>
              <a:ext uri="{FF2B5EF4-FFF2-40B4-BE49-F238E27FC236}">
                <a16:creationId xmlns:a16="http://schemas.microsoft.com/office/drawing/2014/main" id="{F569265D-387A-A947-A454-21F2A1082EB7}"/>
              </a:ext>
            </a:extLst>
          </p:cNvPr>
          <p:cNvSpPr/>
          <p:nvPr/>
        </p:nvSpPr>
        <p:spPr>
          <a:xfrm>
            <a:off x="3331824" y="4802546"/>
            <a:ext cx="3398884" cy="738209"/>
          </a:xfrm>
          <a:prstGeom prst="rect">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8" name="文本框 517">
            <a:extLst>
              <a:ext uri="{FF2B5EF4-FFF2-40B4-BE49-F238E27FC236}">
                <a16:creationId xmlns:a16="http://schemas.microsoft.com/office/drawing/2014/main" id="{C81725ED-3D67-EF47-9EB0-A2ECE2CD3A87}"/>
              </a:ext>
            </a:extLst>
          </p:cNvPr>
          <p:cNvSpPr txBox="1"/>
          <p:nvPr/>
        </p:nvSpPr>
        <p:spPr>
          <a:xfrm>
            <a:off x="3348515" y="2646765"/>
            <a:ext cx="899886" cy="489814"/>
          </a:xfrm>
          <a:prstGeom prst="rect">
            <a:avLst/>
          </a:prstGeom>
          <a:noFill/>
          <a:effectLst/>
        </p:spPr>
        <p:txBody>
          <a:bodyPr wrap="square" rtlCol="0">
            <a:spAutoFit/>
          </a:bodyPr>
          <a:lstStyle/>
          <a:p>
            <a:pPr>
              <a:lnSpc>
                <a:spcPct val="80000"/>
              </a:lnSpc>
            </a:pPr>
            <a:r>
              <a:rPr lang="en-US" altLang="zh-CN" sz="1600" dirty="0">
                <a:latin typeface="Consolas" panose="020B0609020204030204" pitchFamily="49" charset="0"/>
              </a:rPr>
              <a:t>merge </a:t>
            </a:r>
          </a:p>
          <a:p>
            <a:pPr marL="36195">
              <a:lnSpc>
                <a:spcPct val="80000"/>
              </a:lnSpc>
            </a:pPr>
            <a:r>
              <a:rPr lang="en-US" altLang="zh-CN" sz="1600" dirty="0">
                <a:latin typeface="Consolas" panose="020B0609020204030204" pitchFamily="49" charset="0"/>
              </a:rPr>
              <a:t>unit</a:t>
            </a:r>
            <a:endParaRPr lang="zh-CN" altLang="en-US" sz="1600" dirty="0">
              <a:latin typeface="Consolas" panose="020B0609020204030204" pitchFamily="49" charset="0"/>
            </a:endParaRPr>
          </a:p>
        </p:txBody>
      </p:sp>
      <p:sp>
        <p:nvSpPr>
          <p:cNvPr id="519" name="文本框 518">
            <a:extLst>
              <a:ext uri="{FF2B5EF4-FFF2-40B4-BE49-F238E27FC236}">
                <a16:creationId xmlns:a16="http://schemas.microsoft.com/office/drawing/2014/main" id="{3892D1C6-0EEF-7E4E-A132-9CBC8330CB84}"/>
              </a:ext>
            </a:extLst>
          </p:cNvPr>
          <p:cNvSpPr txBox="1"/>
          <p:nvPr/>
        </p:nvSpPr>
        <p:spPr>
          <a:xfrm>
            <a:off x="3331823" y="3706504"/>
            <a:ext cx="1145178" cy="489814"/>
          </a:xfrm>
          <a:prstGeom prst="rect">
            <a:avLst/>
          </a:prstGeom>
          <a:noFill/>
          <a:effectLst/>
        </p:spPr>
        <p:txBody>
          <a:bodyPr wrap="square" rtlCol="0">
            <a:spAutoFit/>
          </a:bodyPr>
          <a:lstStyle/>
          <a:p>
            <a:pPr>
              <a:lnSpc>
                <a:spcPct val="80000"/>
              </a:lnSpc>
            </a:pPr>
            <a:r>
              <a:rPr lang="en-US" altLang="zh-CN" sz="1600" dirty="0">
                <a:latin typeface="Consolas" panose="020B0609020204030204" pitchFamily="49" charset="0"/>
              </a:rPr>
              <a:t>transfer </a:t>
            </a:r>
          </a:p>
          <a:p>
            <a:pPr marL="36195">
              <a:lnSpc>
                <a:spcPct val="80000"/>
              </a:lnSpc>
            </a:pPr>
            <a:r>
              <a:rPr lang="en-US" altLang="zh-CN" sz="1600" dirty="0">
                <a:latin typeface="Consolas" panose="020B0609020204030204" pitchFamily="49" charset="0"/>
              </a:rPr>
              <a:t> unit</a:t>
            </a:r>
            <a:endParaRPr lang="zh-CN" altLang="en-US" sz="1600" dirty="0">
              <a:latin typeface="Consolas" panose="020B0609020204030204" pitchFamily="49" charset="0"/>
            </a:endParaRPr>
          </a:p>
        </p:txBody>
      </p:sp>
      <p:sp>
        <p:nvSpPr>
          <p:cNvPr id="520" name="文本框 519">
            <a:extLst>
              <a:ext uri="{FF2B5EF4-FFF2-40B4-BE49-F238E27FC236}">
                <a16:creationId xmlns:a16="http://schemas.microsoft.com/office/drawing/2014/main" id="{8859F31C-D05C-DE40-B1AD-98DBEC2277F9}"/>
              </a:ext>
            </a:extLst>
          </p:cNvPr>
          <p:cNvSpPr txBox="1"/>
          <p:nvPr/>
        </p:nvSpPr>
        <p:spPr>
          <a:xfrm>
            <a:off x="3331823" y="4768021"/>
            <a:ext cx="1145178" cy="489814"/>
          </a:xfrm>
          <a:prstGeom prst="rect">
            <a:avLst/>
          </a:prstGeom>
          <a:noFill/>
          <a:effectLst/>
        </p:spPr>
        <p:txBody>
          <a:bodyPr wrap="square" rtlCol="0">
            <a:spAutoFit/>
          </a:bodyPr>
          <a:lstStyle/>
          <a:p>
            <a:pPr>
              <a:lnSpc>
                <a:spcPct val="80000"/>
              </a:lnSpc>
            </a:pPr>
            <a:r>
              <a:rPr lang="en-US" altLang="zh-CN" sz="1600" dirty="0">
                <a:latin typeface="Consolas" panose="020B0609020204030204" pitchFamily="49" charset="0"/>
              </a:rPr>
              <a:t>update </a:t>
            </a:r>
          </a:p>
          <a:p>
            <a:pPr>
              <a:lnSpc>
                <a:spcPct val="80000"/>
              </a:lnSpc>
            </a:pPr>
            <a:r>
              <a:rPr lang="en-US" altLang="zh-CN" sz="1600" dirty="0">
                <a:latin typeface="Consolas" panose="020B0609020204030204" pitchFamily="49" charset="0"/>
              </a:rPr>
              <a:t> unit</a:t>
            </a:r>
            <a:endParaRPr lang="zh-CN" altLang="en-US" sz="1600" dirty="0">
              <a:latin typeface="Consolas" panose="020B0609020204030204" pitchFamily="49" charset="0"/>
            </a:endParaRPr>
          </a:p>
        </p:txBody>
      </p:sp>
      <p:grpSp>
        <p:nvGrpSpPr>
          <p:cNvPr id="521" name="组合 520">
            <a:extLst>
              <a:ext uri="{FF2B5EF4-FFF2-40B4-BE49-F238E27FC236}">
                <a16:creationId xmlns:a16="http://schemas.microsoft.com/office/drawing/2014/main" id="{FD01DEC2-35EA-F143-A418-81B35007BBC8}"/>
              </a:ext>
            </a:extLst>
          </p:cNvPr>
          <p:cNvGrpSpPr/>
          <p:nvPr/>
        </p:nvGrpSpPr>
        <p:grpSpPr>
          <a:xfrm>
            <a:off x="3554317" y="3155100"/>
            <a:ext cx="715244" cy="300594"/>
            <a:chOff x="10417629" y="3702462"/>
            <a:chExt cx="715244" cy="300594"/>
          </a:xfrm>
          <a:effectLst/>
        </p:grpSpPr>
        <p:grpSp>
          <p:nvGrpSpPr>
            <p:cNvPr id="522" name="组合 521">
              <a:extLst>
                <a:ext uri="{FF2B5EF4-FFF2-40B4-BE49-F238E27FC236}">
                  <a16:creationId xmlns:a16="http://schemas.microsoft.com/office/drawing/2014/main" id="{E9D44D8B-8646-E346-B539-C0421C9CD910}"/>
                </a:ext>
              </a:extLst>
            </p:cNvPr>
            <p:cNvGrpSpPr/>
            <p:nvPr/>
          </p:nvGrpSpPr>
          <p:grpSpPr>
            <a:xfrm>
              <a:off x="10417629" y="3702462"/>
              <a:ext cx="715244" cy="300594"/>
              <a:chOff x="10519229" y="3727121"/>
              <a:chExt cx="711615" cy="300594"/>
            </a:xfrm>
          </p:grpSpPr>
          <p:sp>
            <p:nvSpPr>
              <p:cNvPr id="526" name="流程图: 手动操作 84">
                <a:extLst>
                  <a:ext uri="{FF2B5EF4-FFF2-40B4-BE49-F238E27FC236}">
                    <a16:creationId xmlns:a16="http://schemas.microsoft.com/office/drawing/2014/main" id="{B2718396-A8AA-0046-9B0B-4F8A2426BEAA}"/>
                  </a:ext>
                </a:extLst>
              </p:cNvPr>
              <p:cNvSpPr/>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7" name="流程图: 手动操作 85">
                <a:extLst>
                  <a:ext uri="{FF2B5EF4-FFF2-40B4-BE49-F238E27FC236}">
                    <a16:creationId xmlns:a16="http://schemas.microsoft.com/office/drawing/2014/main" id="{E33608BD-2357-5743-9374-C411EFB35711}"/>
                  </a:ext>
                </a:extLst>
              </p:cNvPr>
              <p:cNvSpPr/>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28" name="直接连接符 86">
                <a:extLst>
                  <a:ext uri="{FF2B5EF4-FFF2-40B4-BE49-F238E27FC236}">
                    <a16:creationId xmlns:a16="http://schemas.microsoft.com/office/drawing/2014/main" id="{553AFD11-558D-C840-B121-AC3034687905}"/>
                  </a:ext>
                </a:extLst>
              </p:cNvPr>
              <p:cNvCxnSpPr/>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9" name="直接连接符 87">
                <a:extLst>
                  <a:ext uri="{FF2B5EF4-FFF2-40B4-BE49-F238E27FC236}">
                    <a16:creationId xmlns:a16="http://schemas.microsoft.com/office/drawing/2014/main" id="{B1611E06-FE28-9E42-A411-97EE2F618A16}"/>
                  </a:ext>
                </a:extLst>
              </p:cNvPr>
              <p:cNvCxnSpPr/>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23" name="椭圆 522">
              <a:extLst>
                <a:ext uri="{FF2B5EF4-FFF2-40B4-BE49-F238E27FC236}">
                  <a16:creationId xmlns:a16="http://schemas.microsoft.com/office/drawing/2014/main" id="{68B3438D-2C09-0D42-A55E-3DCDA4905930}"/>
                </a:ext>
              </a:extLst>
            </p:cNvPr>
            <p:cNvSpPr/>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24" name="直接连接符 82">
              <a:extLst>
                <a:ext uri="{FF2B5EF4-FFF2-40B4-BE49-F238E27FC236}">
                  <a16:creationId xmlns:a16="http://schemas.microsoft.com/office/drawing/2014/main" id="{B340E889-263E-4641-BD43-D333A8348367}"/>
                </a:ext>
              </a:extLst>
            </p:cNvPr>
            <p:cNvCxnSpPr>
              <a:stCxn id="523" idx="2"/>
            </p:cNvCxnSpPr>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5" name="直接连接符 83">
              <a:extLst>
                <a:ext uri="{FF2B5EF4-FFF2-40B4-BE49-F238E27FC236}">
                  <a16:creationId xmlns:a16="http://schemas.microsoft.com/office/drawing/2014/main" id="{606C6338-17B0-1544-B5F3-7ABEE45E5174}"/>
                </a:ext>
              </a:extLst>
            </p:cNvPr>
            <p:cNvCxnSpPr>
              <a:endCxn id="523" idx="4"/>
            </p:cNvCxnSpPr>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30" name="组合 529">
            <a:extLst>
              <a:ext uri="{FF2B5EF4-FFF2-40B4-BE49-F238E27FC236}">
                <a16:creationId xmlns:a16="http://schemas.microsoft.com/office/drawing/2014/main" id="{83308FAB-3AA8-904B-87F7-99D8AE5D056F}"/>
              </a:ext>
            </a:extLst>
          </p:cNvPr>
          <p:cNvGrpSpPr/>
          <p:nvPr/>
        </p:nvGrpSpPr>
        <p:grpSpPr>
          <a:xfrm>
            <a:off x="3863070" y="3155100"/>
            <a:ext cx="715244" cy="300594"/>
            <a:chOff x="10417629" y="3702462"/>
            <a:chExt cx="715244" cy="300594"/>
          </a:xfrm>
          <a:effectLst/>
        </p:grpSpPr>
        <p:grpSp>
          <p:nvGrpSpPr>
            <p:cNvPr id="531" name="组合 530">
              <a:extLst>
                <a:ext uri="{FF2B5EF4-FFF2-40B4-BE49-F238E27FC236}">
                  <a16:creationId xmlns:a16="http://schemas.microsoft.com/office/drawing/2014/main" id="{001ACCF1-1BD1-B842-A10F-A5796498A896}"/>
                </a:ext>
              </a:extLst>
            </p:cNvPr>
            <p:cNvGrpSpPr/>
            <p:nvPr/>
          </p:nvGrpSpPr>
          <p:grpSpPr>
            <a:xfrm>
              <a:off x="10417629" y="3702462"/>
              <a:ext cx="715244" cy="300594"/>
              <a:chOff x="10519229" y="3727121"/>
              <a:chExt cx="711615" cy="300594"/>
            </a:xfrm>
          </p:grpSpPr>
          <p:sp>
            <p:nvSpPr>
              <p:cNvPr id="535" name="流程图: 手动操作 93">
                <a:extLst>
                  <a:ext uri="{FF2B5EF4-FFF2-40B4-BE49-F238E27FC236}">
                    <a16:creationId xmlns:a16="http://schemas.microsoft.com/office/drawing/2014/main" id="{2A7E9BDE-8E0B-7E48-B688-8A18960A8C3D}"/>
                  </a:ext>
                </a:extLst>
              </p:cNvPr>
              <p:cNvSpPr/>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6" name="流程图: 手动操作 94">
                <a:extLst>
                  <a:ext uri="{FF2B5EF4-FFF2-40B4-BE49-F238E27FC236}">
                    <a16:creationId xmlns:a16="http://schemas.microsoft.com/office/drawing/2014/main" id="{6DF43E0C-8631-3D41-B24D-16B082972B39}"/>
                  </a:ext>
                </a:extLst>
              </p:cNvPr>
              <p:cNvSpPr/>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7" name="直接连接符 95">
                <a:extLst>
                  <a:ext uri="{FF2B5EF4-FFF2-40B4-BE49-F238E27FC236}">
                    <a16:creationId xmlns:a16="http://schemas.microsoft.com/office/drawing/2014/main" id="{6BC0ABF6-4544-C34C-8816-38216E08708F}"/>
                  </a:ext>
                </a:extLst>
              </p:cNvPr>
              <p:cNvCxnSpPr/>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直接连接符 96">
                <a:extLst>
                  <a:ext uri="{FF2B5EF4-FFF2-40B4-BE49-F238E27FC236}">
                    <a16:creationId xmlns:a16="http://schemas.microsoft.com/office/drawing/2014/main" id="{CA0F4DFD-CEF2-BA4C-96E8-8CD88AC5CC42}"/>
                  </a:ext>
                </a:extLst>
              </p:cNvPr>
              <p:cNvCxnSpPr/>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2" name="椭圆 531">
              <a:extLst>
                <a:ext uri="{FF2B5EF4-FFF2-40B4-BE49-F238E27FC236}">
                  <a16:creationId xmlns:a16="http://schemas.microsoft.com/office/drawing/2014/main" id="{9633B2D5-C711-0E48-80C8-7C9F52572416}"/>
                </a:ext>
              </a:extLst>
            </p:cNvPr>
            <p:cNvSpPr/>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3" name="直接连接符 91">
              <a:extLst>
                <a:ext uri="{FF2B5EF4-FFF2-40B4-BE49-F238E27FC236}">
                  <a16:creationId xmlns:a16="http://schemas.microsoft.com/office/drawing/2014/main" id="{C805DFE6-7503-1045-B87E-D6113C47A9CD}"/>
                </a:ext>
              </a:extLst>
            </p:cNvPr>
            <p:cNvCxnSpPr>
              <a:stCxn id="532" idx="2"/>
            </p:cNvCxnSpPr>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4" name="直接连接符 92">
              <a:extLst>
                <a:ext uri="{FF2B5EF4-FFF2-40B4-BE49-F238E27FC236}">
                  <a16:creationId xmlns:a16="http://schemas.microsoft.com/office/drawing/2014/main" id="{902D0BD2-2A1C-AD46-9467-8927802F94C7}"/>
                </a:ext>
              </a:extLst>
            </p:cNvPr>
            <p:cNvCxnSpPr>
              <a:endCxn id="532" idx="4"/>
            </p:cNvCxnSpPr>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39" name="组合 538">
            <a:extLst>
              <a:ext uri="{FF2B5EF4-FFF2-40B4-BE49-F238E27FC236}">
                <a16:creationId xmlns:a16="http://schemas.microsoft.com/office/drawing/2014/main" id="{2AF037B3-BBB1-0C46-9A99-5C669179D0DE}"/>
              </a:ext>
            </a:extLst>
          </p:cNvPr>
          <p:cNvGrpSpPr/>
          <p:nvPr/>
        </p:nvGrpSpPr>
        <p:grpSpPr>
          <a:xfrm>
            <a:off x="4171823" y="3155100"/>
            <a:ext cx="715244" cy="300594"/>
            <a:chOff x="10417629" y="3702462"/>
            <a:chExt cx="715244" cy="300594"/>
          </a:xfrm>
          <a:effectLst/>
        </p:grpSpPr>
        <p:grpSp>
          <p:nvGrpSpPr>
            <p:cNvPr id="540" name="组合 539">
              <a:extLst>
                <a:ext uri="{FF2B5EF4-FFF2-40B4-BE49-F238E27FC236}">
                  <a16:creationId xmlns:a16="http://schemas.microsoft.com/office/drawing/2014/main" id="{97996F40-47FE-C043-8BEB-19AD8645F53F}"/>
                </a:ext>
              </a:extLst>
            </p:cNvPr>
            <p:cNvGrpSpPr/>
            <p:nvPr/>
          </p:nvGrpSpPr>
          <p:grpSpPr>
            <a:xfrm>
              <a:off x="10417629" y="3702462"/>
              <a:ext cx="715244" cy="300594"/>
              <a:chOff x="10519229" y="3727121"/>
              <a:chExt cx="711615" cy="300594"/>
            </a:xfrm>
          </p:grpSpPr>
          <p:sp>
            <p:nvSpPr>
              <p:cNvPr id="544" name="流程图: 手动操作 102">
                <a:extLst>
                  <a:ext uri="{FF2B5EF4-FFF2-40B4-BE49-F238E27FC236}">
                    <a16:creationId xmlns:a16="http://schemas.microsoft.com/office/drawing/2014/main" id="{DA340426-CB69-9847-9433-CE8B3126DAD0}"/>
                  </a:ext>
                </a:extLst>
              </p:cNvPr>
              <p:cNvSpPr/>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5" name="流程图: 手动操作 103">
                <a:extLst>
                  <a:ext uri="{FF2B5EF4-FFF2-40B4-BE49-F238E27FC236}">
                    <a16:creationId xmlns:a16="http://schemas.microsoft.com/office/drawing/2014/main" id="{9DB719D0-6EB6-364E-BE8D-96AADFF3F2CF}"/>
                  </a:ext>
                </a:extLst>
              </p:cNvPr>
              <p:cNvSpPr/>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46" name="直接连接符 104">
                <a:extLst>
                  <a:ext uri="{FF2B5EF4-FFF2-40B4-BE49-F238E27FC236}">
                    <a16:creationId xmlns:a16="http://schemas.microsoft.com/office/drawing/2014/main" id="{DEA27A5F-9F5C-3643-83A7-DAEF1226FA25}"/>
                  </a:ext>
                </a:extLst>
              </p:cNvPr>
              <p:cNvCxnSpPr/>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7" name="直接连接符 105">
                <a:extLst>
                  <a:ext uri="{FF2B5EF4-FFF2-40B4-BE49-F238E27FC236}">
                    <a16:creationId xmlns:a16="http://schemas.microsoft.com/office/drawing/2014/main" id="{BA7CD1E8-FB31-4641-9D8C-0DA4A2C290BA}"/>
                  </a:ext>
                </a:extLst>
              </p:cNvPr>
              <p:cNvCxnSpPr/>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41" name="椭圆 540">
              <a:extLst>
                <a:ext uri="{FF2B5EF4-FFF2-40B4-BE49-F238E27FC236}">
                  <a16:creationId xmlns:a16="http://schemas.microsoft.com/office/drawing/2014/main" id="{82A90C98-BF81-E34D-93B7-7F661BE80191}"/>
                </a:ext>
              </a:extLst>
            </p:cNvPr>
            <p:cNvSpPr/>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42" name="直接连接符 100">
              <a:extLst>
                <a:ext uri="{FF2B5EF4-FFF2-40B4-BE49-F238E27FC236}">
                  <a16:creationId xmlns:a16="http://schemas.microsoft.com/office/drawing/2014/main" id="{6EB8CFB8-4E5E-6B41-A274-66E85CEA3AC9}"/>
                </a:ext>
              </a:extLst>
            </p:cNvPr>
            <p:cNvCxnSpPr>
              <a:stCxn id="541" idx="2"/>
            </p:cNvCxnSpPr>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3" name="直接连接符 101">
              <a:extLst>
                <a:ext uri="{FF2B5EF4-FFF2-40B4-BE49-F238E27FC236}">
                  <a16:creationId xmlns:a16="http://schemas.microsoft.com/office/drawing/2014/main" id="{27B36517-4D8B-CF46-BBF2-2BEA8307C152}"/>
                </a:ext>
              </a:extLst>
            </p:cNvPr>
            <p:cNvCxnSpPr>
              <a:endCxn id="541" idx="4"/>
            </p:cNvCxnSpPr>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48" name="组合 547">
            <a:extLst>
              <a:ext uri="{FF2B5EF4-FFF2-40B4-BE49-F238E27FC236}">
                <a16:creationId xmlns:a16="http://schemas.microsoft.com/office/drawing/2014/main" id="{1773F7C2-8A7E-A24C-B050-10C84723B7F5}"/>
              </a:ext>
            </a:extLst>
          </p:cNvPr>
          <p:cNvGrpSpPr/>
          <p:nvPr/>
        </p:nvGrpSpPr>
        <p:grpSpPr>
          <a:xfrm>
            <a:off x="4480576" y="3155098"/>
            <a:ext cx="715244" cy="300594"/>
            <a:chOff x="10417629" y="3702462"/>
            <a:chExt cx="715244" cy="300594"/>
          </a:xfrm>
          <a:effectLst/>
        </p:grpSpPr>
        <p:grpSp>
          <p:nvGrpSpPr>
            <p:cNvPr id="549" name="组合 548">
              <a:extLst>
                <a:ext uri="{FF2B5EF4-FFF2-40B4-BE49-F238E27FC236}">
                  <a16:creationId xmlns:a16="http://schemas.microsoft.com/office/drawing/2014/main" id="{3B0B1FFF-7F46-9747-B3F8-0D9D178264E7}"/>
                </a:ext>
              </a:extLst>
            </p:cNvPr>
            <p:cNvGrpSpPr/>
            <p:nvPr/>
          </p:nvGrpSpPr>
          <p:grpSpPr>
            <a:xfrm>
              <a:off x="10417629" y="3702462"/>
              <a:ext cx="715244" cy="300594"/>
              <a:chOff x="10519229" y="3727121"/>
              <a:chExt cx="711615" cy="300594"/>
            </a:xfrm>
          </p:grpSpPr>
          <p:sp>
            <p:nvSpPr>
              <p:cNvPr id="553" name="流程图: 手动操作 111">
                <a:extLst>
                  <a:ext uri="{FF2B5EF4-FFF2-40B4-BE49-F238E27FC236}">
                    <a16:creationId xmlns:a16="http://schemas.microsoft.com/office/drawing/2014/main" id="{9913575F-2421-1D44-B3FB-C3B77FE40D84}"/>
                  </a:ext>
                </a:extLst>
              </p:cNvPr>
              <p:cNvSpPr/>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4" name="流程图: 手动操作 112">
                <a:extLst>
                  <a:ext uri="{FF2B5EF4-FFF2-40B4-BE49-F238E27FC236}">
                    <a16:creationId xmlns:a16="http://schemas.microsoft.com/office/drawing/2014/main" id="{35F05FCD-0980-FD49-B5B5-8EA32B19D748}"/>
                  </a:ext>
                </a:extLst>
              </p:cNvPr>
              <p:cNvSpPr/>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5" name="直接连接符 113">
                <a:extLst>
                  <a:ext uri="{FF2B5EF4-FFF2-40B4-BE49-F238E27FC236}">
                    <a16:creationId xmlns:a16="http://schemas.microsoft.com/office/drawing/2014/main" id="{020A6784-E040-A341-948B-5F29423968E6}"/>
                  </a:ext>
                </a:extLst>
              </p:cNvPr>
              <p:cNvCxnSpPr/>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6" name="直接连接符 114">
                <a:extLst>
                  <a:ext uri="{FF2B5EF4-FFF2-40B4-BE49-F238E27FC236}">
                    <a16:creationId xmlns:a16="http://schemas.microsoft.com/office/drawing/2014/main" id="{983441DE-F7BE-AB42-839F-36BE37D414B6}"/>
                  </a:ext>
                </a:extLst>
              </p:cNvPr>
              <p:cNvCxnSpPr/>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50" name="椭圆 549">
              <a:extLst>
                <a:ext uri="{FF2B5EF4-FFF2-40B4-BE49-F238E27FC236}">
                  <a16:creationId xmlns:a16="http://schemas.microsoft.com/office/drawing/2014/main" id="{95AC163C-A114-A043-9E2B-BCDEDE49A11F}"/>
                </a:ext>
              </a:extLst>
            </p:cNvPr>
            <p:cNvSpPr/>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1" name="直接连接符 109">
              <a:extLst>
                <a:ext uri="{FF2B5EF4-FFF2-40B4-BE49-F238E27FC236}">
                  <a16:creationId xmlns:a16="http://schemas.microsoft.com/office/drawing/2014/main" id="{F5E2D4F9-A4D4-534C-8BC3-133B72DD3E1B}"/>
                </a:ext>
              </a:extLst>
            </p:cNvPr>
            <p:cNvCxnSpPr>
              <a:stCxn id="550" idx="2"/>
            </p:cNvCxnSpPr>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2" name="直接连接符 110">
              <a:extLst>
                <a:ext uri="{FF2B5EF4-FFF2-40B4-BE49-F238E27FC236}">
                  <a16:creationId xmlns:a16="http://schemas.microsoft.com/office/drawing/2014/main" id="{89A14F37-2326-E446-B520-10EFFE882548}"/>
                </a:ext>
              </a:extLst>
            </p:cNvPr>
            <p:cNvCxnSpPr>
              <a:endCxn id="550" idx="4"/>
            </p:cNvCxnSpPr>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57" name="组合 556">
            <a:extLst>
              <a:ext uri="{FF2B5EF4-FFF2-40B4-BE49-F238E27FC236}">
                <a16:creationId xmlns:a16="http://schemas.microsoft.com/office/drawing/2014/main" id="{CFD79C75-7F05-604C-A948-50CC5F1972FB}"/>
              </a:ext>
            </a:extLst>
          </p:cNvPr>
          <p:cNvGrpSpPr/>
          <p:nvPr/>
        </p:nvGrpSpPr>
        <p:grpSpPr>
          <a:xfrm>
            <a:off x="3554317" y="4199535"/>
            <a:ext cx="715244" cy="300594"/>
            <a:chOff x="10417629" y="3702462"/>
            <a:chExt cx="715244" cy="300594"/>
          </a:xfrm>
          <a:effectLst/>
        </p:grpSpPr>
        <p:grpSp>
          <p:nvGrpSpPr>
            <p:cNvPr id="558" name="组合 557">
              <a:extLst>
                <a:ext uri="{FF2B5EF4-FFF2-40B4-BE49-F238E27FC236}">
                  <a16:creationId xmlns:a16="http://schemas.microsoft.com/office/drawing/2014/main" id="{839766F1-5597-0548-9672-3C45FD937DEE}"/>
                </a:ext>
              </a:extLst>
            </p:cNvPr>
            <p:cNvGrpSpPr/>
            <p:nvPr/>
          </p:nvGrpSpPr>
          <p:grpSpPr>
            <a:xfrm>
              <a:off x="10417629" y="3702462"/>
              <a:ext cx="715244" cy="300594"/>
              <a:chOff x="10519229" y="3727121"/>
              <a:chExt cx="711615" cy="300594"/>
            </a:xfrm>
          </p:grpSpPr>
          <p:sp>
            <p:nvSpPr>
              <p:cNvPr id="562" name="流程图: 手动操作 120">
                <a:extLst>
                  <a:ext uri="{FF2B5EF4-FFF2-40B4-BE49-F238E27FC236}">
                    <a16:creationId xmlns:a16="http://schemas.microsoft.com/office/drawing/2014/main" id="{F17994F0-DF6A-BE4A-8A22-12D061835BA4}"/>
                  </a:ext>
                </a:extLst>
              </p:cNvPr>
              <p:cNvSpPr/>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3" name="流程图: 手动操作 121">
                <a:extLst>
                  <a:ext uri="{FF2B5EF4-FFF2-40B4-BE49-F238E27FC236}">
                    <a16:creationId xmlns:a16="http://schemas.microsoft.com/office/drawing/2014/main" id="{EDEDB520-62B2-1F46-879B-BB8337EDFAE4}"/>
                  </a:ext>
                </a:extLst>
              </p:cNvPr>
              <p:cNvSpPr/>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4" name="直接连接符 122">
                <a:extLst>
                  <a:ext uri="{FF2B5EF4-FFF2-40B4-BE49-F238E27FC236}">
                    <a16:creationId xmlns:a16="http://schemas.microsoft.com/office/drawing/2014/main" id="{39AE859C-99C7-1D41-BD61-F5BBAA678FA5}"/>
                  </a:ext>
                </a:extLst>
              </p:cNvPr>
              <p:cNvCxnSpPr/>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5" name="直接连接符 123">
                <a:extLst>
                  <a:ext uri="{FF2B5EF4-FFF2-40B4-BE49-F238E27FC236}">
                    <a16:creationId xmlns:a16="http://schemas.microsoft.com/office/drawing/2014/main" id="{640D7030-F554-3D49-B07E-3F9384B6775D}"/>
                  </a:ext>
                </a:extLst>
              </p:cNvPr>
              <p:cNvCxnSpPr/>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59" name="椭圆 558">
              <a:extLst>
                <a:ext uri="{FF2B5EF4-FFF2-40B4-BE49-F238E27FC236}">
                  <a16:creationId xmlns:a16="http://schemas.microsoft.com/office/drawing/2014/main" id="{FB7CF873-DD86-4349-A802-629BEFB255CF}"/>
                </a:ext>
              </a:extLst>
            </p:cNvPr>
            <p:cNvSpPr/>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0" name="直接连接符 118">
              <a:extLst>
                <a:ext uri="{FF2B5EF4-FFF2-40B4-BE49-F238E27FC236}">
                  <a16:creationId xmlns:a16="http://schemas.microsoft.com/office/drawing/2014/main" id="{EF5ED87B-DA38-634F-9556-0938F0DF5D33}"/>
                </a:ext>
              </a:extLst>
            </p:cNvPr>
            <p:cNvCxnSpPr>
              <a:stCxn id="559" idx="2"/>
            </p:cNvCxnSpPr>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1" name="直接连接符 119">
              <a:extLst>
                <a:ext uri="{FF2B5EF4-FFF2-40B4-BE49-F238E27FC236}">
                  <a16:creationId xmlns:a16="http://schemas.microsoft.com/office/drawing/2014/main" id="{30D21907-324A-D54C-B0B5-6FEF82CDE779}"/>
                </a:ext>
              </a:extLst>
            </p:cNvPr>
            <p:cNvCxnSpPr>
              <a:endCxn id="559" idx="4"/>
            </p:cNvCxnSpPr>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66" name="组合 565">
            <a:extLst>
              <a:ext uri="{FF2B5EF4-FFF2-40B4-BE49-F238E27FC236}">
                <a16:creationId xmlns:a16="http://schemas.microsoft.com/office/drawing/2014/main" id="{2505AB54-8C53-1A4B-B2B9-CF0E129EECBD}"/>
              </a:ext>
            </a:extLst>
          </p:cNvPr>
          <p:cNvGrpSpPr/>
          <p:nvPr/>
        </p:nvGrpSpPr>
        <p:grpSpPr>
          <a:xfrm>
            <a:off x="3863070" y="4199535"/>
            <a:ext cx="715244" cy="300594"/>
            <a:chOff x="10417629" y="3702462"/>
            <a:chExt cx="715244" cy="300594"/>
          </a:xfrm>
          <a:effectLst/>
        </p:grpSpPr>
        <p:grpSp>
          <p:nvGrpSpPr>
            <p:cNvPr id="567" name="组合 566">
              <a:extLst>
                <a:ext uri="{FF2B5EF4-FFF2-40B4-BE49-F238E27FC236}">
                  <a16:creationId xmlns:a16="http://schemas.microsoft.com/office/drawing/2014/main" id="{894219CE-255B-FD43-BE62-B1602E43F39E}"/>
                </a:ext>
              </a:extLst>
            </p:cNvPr>
            <p:cNvGrpSpPr/>
            <p:nvPr/>
          </p:nvGrpSpPr>
          <p:grpSpPr>
            <a:xfrm>
              <a:off x="10417629" y="3702462"/>
              <a:ext cx="715244" cy="300594"/>
              <a:chOff x="10519229" y="3727121"/>
              <a:chExt cx="711615" cy="300594"/>
            </a:xfrm>
          </p:grpSpPr>
          <p:sp>
            <p:nvSpPr>
              <p:cNvPr id="571" name="流程图: 手动操作 129">
                <a:extLst>
                  <a:ext uri="{FF2B5EF4-FFF2-40B4-BE49-F238E27FC236}">
                    <a16:creationId xmlns:a16="http://schemas.microsoft.com/office/drawing/2014/main" id="{EF0F5C29-8EDA-ED4A-BBF9-B47C85CDE707}"/>
                  </a:ext>
                </a:extLst>
              </p:cNvPr>
              <p:cNvSpPr/>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2" name="流程图: 手动操作 130">
                <a:extLst>
                  <a:ext uri="{FF2B5EF4-FFF2-40B4-BE49-F238E27FC236}">
                    <a16:creationId xmlns:a16="http://schemas.microsoft.com/office/drawing/2014/main" id="{97A70208-A427-BB4F-9786-D936208600A7}"/>
                  </a:ext>
                </a:extLst>
              </p:cNvPr>
              <p:cNvSpPr/>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73" name="直接连接符 131">
                <a:extLst>
                  <a:ext uri="{FF2B5EF4-FFF2-40B4-BE49-F238E27FC236}">
                    <a16:creationId xmlns:a16="http://schemas.microsoft.com/office/drawing/2014/main" id="{D5340115-B611-C440-9EF0-AD1791254A9D}"/>
                  </a:ext>
                </a:extLst>
              </p:cNvPr>
              <p:cNvCxnSpPr/>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4" name="直接连接符 132">
                <a:extLst>
                  <a:ext uri="{FF2B5EF4-FFF2-40B4-BE49-F238E27FC236}">
                    <a16:creationId xmlns:a16="http://schemas.microsoft.com/office/drawing/2014/main" id="{B401B9C6-3B7B-2E47-9B56-7A6169CFBB62}"/>
                  </a:ext>
                </a:extLst>
              </p:cNvPr>
              <p:cNvCxnSpPr/>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68" name="椭圆 567">
              <a:extLst>
                <a:ext uri="{FF2B5EF4-FFF2-40B4-BE49-F238E27FC236}">
                  <a16:creationId xmlns:a16="http://schemas.microsoft.com/office/drawing/2014/main" id="{E735AF31-7394-D049-B9EA-4DDD2F817AE5}"/>
                </a:ext>
              </a:extLst>
            </p:cNvPr>
            <p:cNvSpPr/>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9" name="直接连接符 127">
              <a:extLst>
                <a:ext uri="{FF2B5EF4-FFF2-40B4-BE49-F238E27FC236}">
                  <a16:creationId xmlns:a16="http://schemas.microsoft.com/office/drawing/2014/main" id="{17BE0547-166A-6448-9A63-90A2B731CAD9}"/>
                </a:ext>
              </a:extLst>
            </p:cNvPr>
            <p:cNvCxnSpPr>
              <a:stCxn id="568" idx="2"/>
            </p:cNvCxnSpPr>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0" name="直接连接符 128">
              <a:extLst>
                <a:ext uri="{FF2B5EF4-FFF2-40B4-BE49-F238E27FC236}">
                  <a16:creationId xmlns:a16="http://schemas.microsoft.com/office/drawing/2014/main" id="{9686BD33-4C7A-E046-838B-343E3CFC2FFC}"/>
                </a:ext>
              </a:extLst>
            </p:cNvPr>
            <p:cNvCxnSpPr>
              <a:endCxn id="568" idx="4"/>
            </p:cNvCxnSpPr>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75" name="组合 574">
            <a:extLst>
              <a:ext uri="{FF2B5EF4-FFF2-40B4-BE49-F238E27FC236}">
                <a16:creationId xmlns:a16="http://schemas.microsoft.com/office/drawing/2014/main" id="{43C92584-54D9-CD47-9F35-4D9D7E987501}"/>
              </a:ext>
            </a:extLst>
          </p:cNvPr>
          <p:cNvGrpSpPr/>
          <p:nvPr/>
        </p:nvGrpSpPr>
        <p:grpSpPr>
          <a:xfrm>
            <a:off x="4171823" y="4199535"/>
            <a:ext cx="715244" cy="300594"/>
            <a:chOff x="10417629" y="3702462"/>
            <a:chExt cx="715244" cy="300594"/>
          </a:xfrm>
          <a:effectLst/>
        </p:grpSpPr>
        <p:grpSp>
          <p:nvGrpSpPr>
            <p:cNvPr id="576" name="组合 575">
              <a:extLst>
                <a:ext uri="{FF2B5EF4-FFF2-40B4-BE49-F238E27FC236}">
                  <a16:creationId xmlns:a16="http://schemas.microsoft.com/office/drawing/2014/main" id="{BD72D093-7240-384D-A4B6-013FD25C7788}"/>
                </a:ext>
              </a:extLst>
            </p:cNvPr>
            <p:cNvGrpSpPr/>
            <p:nvPr/>
          </p:nvGrpSpPr>
          <p:grpSpPr>
            <a:xfrm>
              <a:off x="10417629" y="3702462"/>
              <a:ext cx="715244" cy="300594"/>
              <a:chOff x="10519229" y="3727121"/>
              <a:chExt cx="711615" cy="300594"/>
            </a:xfrm>
          </p:grpSpPr>
          <p:sp>
            <p:nvSpPr>
              <p:cNvPr id="580" name="流程图: 手动操作 138">
                <a:extLst>
                  <a:ext uri="{FF2B5EF4-FFF2-40B4-BE49-F238E27FC236}">
                    <a16:creationId xmlns:a16="http://schemas.microsoft.com/office/drawing/2014/main" id="{A0325481-426A-6240-9A20-573AC4889BAA}"/>
                  </a:ext>
                </a:extLst>
              </p:cNvPr>
              <p:cNvSpPr/>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1" name="流程图: 手动操作 139">
                <a:extLst>
                  <a:ext uri="{FF2B5EF4-FFF2-40B4-BE49-F238E27FC236}">
                    <a16:creationId xmlns:a16="http://schemas.microsoft.com/office/drawing/2014/main" id="{39E5155F-0DAF-3143-90F2-6F54A4FB4107}"/>
                  </a:ext>
                </a:extLst>
              </p:cNvPr>
              <p:cNvSpPr/>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82" name="直接连接符 140">
                <a:extLst>
                  <a:ext uri="{FF2B5EF4-FFF2-40B4-BE49-F238E27FC236}">
                    <a16:creationId xmlns:a16="http://schemas.microsoft.com/office/drawing/2014/main" id="{D50FADF6-0740-D142-AFBA-491AD0D08584}"/>
                  </a:ext>
                </a:extLst>
              </p:cNvPr>
              <p:cNvCxnSpPr/>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3" name="直接连接符 141">
                <a:extLst>
                  <a:ext uri="{FF2B5EF4-FFF2-40B4-BE49-F238E27FC236}">
                    <a16:creationId xmlns:a16="http://schemas.microsoft.com/office/drawing/2014/main" id="{0114593C-9952-134F-BCA3-2A06B1D69066}"/>
                  </a:ext>
                </a:extLst>
              </p:cNvPr>
              <p:cNvCxnSpPr/>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77" name="椭圆 576">
              <a:extLst>
                <a:ext uri="{FF2B5EF4-FFF2-40B4-BE49-F238E27FC236}">
                  <a16:creationId xmlns:a16="http://schemas.microsoft.com/office/drawing/2014/main" id="{AAB36743-E6AC-2A4B-B7BD-D31AA2D71145}"/>
                </a:ext>
              </a:extLst>
            </p:cNvPr>
            <p:cNvSpPr/>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78" name="直接连接符 136">
              <a:extLst>
                <a:ext uri="{FF2B5EF4-FFF2-40B4-BE49-F238E27FC236}">
                  <a16:creationId xmlns:a16="http://schemas.microsoft.com/office/drawing/2014/main" id="{1A1B7165-5594-C945-A6CD-B55E29F5613A}"/>
                </a:ext>
              </a:extLst>
            </p:cNvPr>
            <p:cNvCxnSpPr>
              <a:stCxn id="577" idx="2"/>
            </p:cNvCxnSpPr>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9" name="直接连接符 137">
              <a:extLst>
                <a:ext uri="{FF2B5EF4-FFF2-40B4-BE49-F238E27FC236}">
                  <a16:creationId xmlns:a16="http://schemas.microsoft.com/office/drawing/2014/main" id="{E2FA8733-0082-804E-B37E-38CF3AB39C6A}"/>
                </a:ext>
              </a:extLst>
            </p:cNvPr>
            <p:cNvCxnSpPr>
              <a:endCxn id="577" idx="4"/>
            </p:cNvCxnSpPr>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4" name="组合 583">
            <a:extLst>
              <a:ext uri="{FF2B5EF4-FFF2-40B4-BE49-F238E27FC236}">
                <a16:creationId xmlns:a16="http://schemas.microsoft.com/office/drawing/2014/main" id="{230618D4-C290-6D49-9F6A-BB35CAEA4646}"/>
              </a:ext>
            </a:extLst>
          </p:cNvPr>
          <p:cNvGrpSpPr/>
          <p:nvPr/>
        </p:nvGrpSpPr>
        <p:grpSpPr>
          <a:xfrm>
            <a:off x="4480576" y="4199533"/>
            <a:ext cx="715244" cy="300594"/>
            <a:chOff x="10417629" y="3702462"/>
            <a:chExt cx="715244" cy="300594"/>
          </a:xfrm>
          <a:effectLst/>
        </p:grpSpPr>
        <p:grpSp>
          <p:nvGrpSpPr>
            <p:cNvPr id="585" name="组合 584">
              <a:extLst>
                <a:ext uri="{FF2B5EF4-FFF2-40B4-BE49-F238E27FC236}">
                  <a16:creationId xmlns:a16="http://schemas.microsoft.com/office/drawing/2014/main" id="{70E18441-27EF-3A4A-8DDF-D2AB6913EA2E}"/>
                </a:ext>
              </a:extLst>
            </p:cNvPr>
            <p:cNvGrpSpPr/>
            <p:nvPr/>
          </p:nvGrpSpPr>
          <p:grpSpPr>
            <a:xfrm>
              <a:off x="10417629" y="3702462"/>
              <a:ext cx="715244" cy="300594"/>
              <a:chOff x="10519229" y="3727121"/>
              <a:chExt cx="711615" cy="300594"/>
            </a:xfrm>
          </p:grpSpPr>
          <p:sp>
            <p:nvSpPr>
              <p:cNvPr id="589" name="流程图: 手动操作 147">
                <a:extLst>
                  <a:ext uri="{FF2B5EF4-FFF2-40B4-BE49-F238E27FC236}">
                    <a16:creationId xmlns:a16="http://schemas.microsoft.com/office/drawing/2014/main" id="{972857CE-E4D4-DB40-BC56-FDE1FDF0EF30}"/>
                  </a:ext>
                </a:extLst>
              </p:cNvPr>
              <p:cNvSpPr/>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0" name="流程图: 手动操作 148">
                <a:extLst>
                  <a:ext uri="{FF2B5EF4-FFF2-40B4-BE49-F238E27FC236}">
                    <a16:creationId xmlns:a16="http://schemas.microsoft.com/office/drawing/2014/main" id="{B92D2931-BA0D-6948-B5B9-2EED1D774463}"/>
                  </a:ext>
                </a:extLst>
              </p:cNvPr>
              <p:cNvSpPr/>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1" name="直接连接符 149">
                <a:extLst>
                  <a:ext uri="{FF2B5EF4-FFF2-40B4-BE49-F238E27FC236}">
                    <a16:creationId xmlns:a16="http://schemas.microsoft.com/office/drawing/2014/main" id="{15F3FD68-8070-C649-BBCC-83EEE34C87BE}"/>
                  </a:ext>
                </a:extLst>
              </p:cNvPr>
              <p:cNvCxnSpPr/>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2" name="直接连接符 150">
                <a:extLst>
                  <a:ext uri="{FF2B5EF4-FFF2-40B4-BE49-F238E27FC236}">
                    <a16:creationId xmlns:a16="http://schemas.microsoft.com/office/drawing/2014/main" id="{814FC93E-7123-DE4A-B3CE-AEFF18550607}"/>
                  </a:ext>
                </a:extLst>
              </p:cNvPr>
              <p:cNvCxnSpPr/>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86" name="椭圆 585">
              <a:extLst>
                <a:ext uri="{FF2B5EF4-FFF2-40B4-BE49-F238E27FC236}">
                  <a16:creationId xmlns:a16="http://schemas.microsoft.com/office/drawing/2014/main" id="{3169C357-E9E5-FB4D-A8E1-38A9B9DA42C0}"/>
                </a:ext>
              </a:extLst>
            </p:cNvPr>
            <p:cNvSpPr/>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87" name="直接连接符 145">
              <a:extLst>
                <a:ext uri="{FF2B5EF4-FFF2-40B4-BE49-F238E27FC236}">
                  <a16:creationId xmlns:a16="http://schemas.microsoft.com/office/drawing/2014/main" id="{2F3B097F-A1A3-D745-B815-281549816AD7}"/>
                </a:ext>
              </a:extLst>
            </p:cNvPr>
            <p:cNvCxnSpPr>
              <a:stCxn id="586" idx="2"/>
            </p:cNvCxnSpPr>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8" name="直接连接符 146">
              <a:extLst>
                <a:ext uri="{FF2B5EF4-FFF2-40B4-BE49-F238E27FC236}">
                  <a16:creationId xmlns:a16="http://schemas.microsoft.com/office/drawing/2014/main" id="{37E1304D-F42A-8040-9002-7F958FDDFCD2}"/>
                </a:ext>
              </a:extLst>
            </p:cNvPr>
            <p:cNvCxnSpPr>
              <a:endCxn id="586" idx="4"/>
            </p:cNvCxnSpPr>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93" name="矩形 592">
            <a:extLst>
              <a:ext uri="{FF2B5EF4-FFF2-40B4-BE49-F238E27FC236}">
                <a16:creationId xmlns:a16="http://schemas.microsoft.com/office/drawing/2014/main" id="{933ABC4C-ED8A-A641-97B0-2AD343C2979B}"/>
              </a:ext>
            </a:extLst>
          </p:cNvPr>
          <p:cNvSpPr/>
          <p:nvPr/>
        </p:nvSpPr>
        <p:spPr>
          <a:xfrm>
            <a:off x="5770262" y="2779422"/>
            <a:ext cx="798286" cy="300594"/>
          </a:xfrm>
          <a:prstGeom prst="rect">
            <a:avLst/>
          </a:prstGeom>
          <a:solidFill>
            <a:srgbClr val="E5F3FF"/>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onsolas" panose="020B0609020204030204" pitchFamily="49" charset="0"/>
                <a:cs typeface="Times New Roman" panose="02020603050405020304" pitchFamily="18" charset="0"/>
              </a:rPr>
              <a:t>pred</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594" name="矩形 593">
            <a:extLst>
              <a:ext uri="{FF2B5EF4-FFF2-40B4-BE49-F238E27FC236}">
                <a16:creationId xmlns:a16="http://schemas.microsoft.com/office/drawing/2014/main" id="{95EF6C5B-CF57-7B4F-AF58-68202EFC4455}"/>
              </a:ext>
            </a:extLst>
          </p:cNvPr>
          <p:cNvSpPr/>
          <p:nvPr/>
        </p:nvSpPr>
        <p:spPr>
          <a:xfrm>
            <a:off x="5770262" y="3230326"/>
            <a:ext cx="798286" cy="300594"/>
          </a:xfrm>
          <a:prstGeom prst="rect">
            <a:avLst/>
          </a:prstGeom>
          <a:solidFill>
            <a:srgbClr val="FFEDE0"/>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onsolas" panose="020B0609020204030204" pitchFamily="49" charset="0"/>
                <a:cs typeface="Times New Roman" panose="02020603050405020304" pitchFamily="18" charset="0"/>
              </a:rPr>
              <a:t>out</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595" name="等腰三角形 153">
            <a:extLst>
              <a:ext uri="{FF2B5EF4-FFF2-40B4-BE49-F238E27FC236}">
                <a16:creationId xmlns:a16="http://schemas.microsoft.com/office/drawing/2014/main" id="{13630F12-CD06-304B-9ED1-073F554DDE4D}"/>
              </a:ext>
            </a:extLst>
          </p:cNvPr>
          <p:cNvSpPr/>
          <p:nvPr/>
        </p:nvSpPr>
        <p:spPr>
          <a:xfrm rot="5400000">
            <a:off x="5749035" y="2898062"/>
            <a:ext cx="118733" cy="76279"/>
          </a:xfrm>
          <a:prstGeom prst="triangle">
            <a:avLst>
              <a:gd name="adj" fmla="val 52809"/>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6" name="等腰三角形 154">
            <a:extLst>
              <a:ext uri="{FF2B5EF4-FFF2-40B4-BE49-F238E27FC236}">
                <a16:creationId xmlns:a16="http://schemas.microsoft.com/office/drawing/2014/main" id="{A66C66D3-3797-794F-A7DB-D6C33F0F7086}"/>
              </a:ext>
            </a:extLst>
          </p:cNvPr>
          <p:cNvSpPr/>
          <p:nvPr/>
        </p:nvSpPr>
        <p:spPr>
          <a:xfrm rot="5400000">
            <a:off x="5749035" y="3355055"/>
            <a:ext cx="118733" cy="76279"/>
          </a:xfrm>
          <a:prstGeom prst="triangle">
            <a:avLst>
              <a:gd name="adj" fmla="val 52809"/>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7" name="矩形 596">
            <a:extLst>
              <a:ext uri="{FF2B5EF4-FFF2-40B4-BE49-F238E27FC236}">
                <a16:creationId xmlns:a16="http://schemas.microsoft.com/office/drawing/2014/main" id="{64892A5B-D682-F948-8087-C8969DC13725}"/>
              </a:ext>
            </a:extLst>
          </p:cNvPr>
          <p:cNvSpPr/>
          <p:nvPr/>
        </p:nvSpPr>
        <p:spPr>
          <a:xfrm>
            <a:off x="5770262" y="3844621"/>
            <a:ext cx="798286" cy="300594"/>
          </a:xfrm>
          <a:prstGeom prst="rect">
            <a:avLst/>
          </a:prstGeom>
          <a:solidFill>
            <a:srgbClr val="F0FFE9"/>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Consolas" panose="020B0609020204030204" pitchFamily="49" charset="0"/>
                <a:cs typeface="Times New Roman" panose="02020603050405020304" pitchFamily="18" charset="0"/>
              </a:rPr>
              <a:t>gen</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598" name="等腰三角形 156">
            <a:extLst>
              <a:ext uri="{FF2B5EF4-FFF2-40B4-BE49-F238E27FC236}">
                <a16:creationId xmlns:a16="http://schemas.microsoft.com/office/drawing/2014/main" id="{54F7169A-5446-8B4F-83A2-08C8A7F8D70C}"/>
              </a:ext>
            </a:extLst>
          </p:cNvPr>
          <p:cNvSpPr/>
          <p:nvPr/>
        </p:nvSpPr>
        <p:spPr>
          <a:xfrm rot="5400000">
            <a:off x="5749035" y="3969350"/>
            <a:ext cx="118733" cy="76279"/>
          </a:xfrm>
          <a:prstGeom prst="triangle">
            <a:avLst>
              <a:gd name="adj" fmla="val 52809"/>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9" name="矩形 598">
            <a:extLst>
              <a:ext uri="{FF2B5EF4-FFF2-40B4-BE49-F238E27FC236}">
                <a16:creationId xmlns:a16="http://schemas.microsoft.com/office/drawing/2014/main" id="{F13354EC-BF5C-5241-9F49-823ADDBC708D}"/>
              </a:ext>
            </a:extLst>
          </p:cNvPr>
          <p:cNvSpPr/>
          <p:nvPr/>
        </p:nvSpPr>
        <p:spPr>
          <a:xfrm>
            <a:off x="5765716" y="4277421"/>
            <a:ext cx="798286" cy="300594"/>
          </a:xfrm>
          <a:prstGeom prst="rect">
            <a:avLst/>
          </a:prstGeom>
          <a:solidFill>
            <a:srgbClr val="F0FFE9"/>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onsolas" panose="020B0609020204030204" pitchFamily="49" charset="0"/>
                <a:cs typeface="Times New Roman" panose="02020603050405020304" pitchFamily="18" charset="0"/>
              </a:rPr>
              <a:t>kill</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600" name="等腰三角形 160">
            <a:extLst>
              <a:ext uri="{FF2B5EF4-FFF2-40B4-BE49-F238E27FC236}">
                <a16:creationId xmlns:a16="http://schemas.microsoft.com/office/drawing/2014/main" id="{38581E5F-47CA-9C49-AF12-BB05D790EE64}"/>
              </a:ext>
            </a:extLst>
          </p:cNvPr>
          <p:cNvSpPr/>
          <p:nvPr/>
        </p:nvSpPr>
        <p:spPr>
          <a:xfrm rot="5400000">
            <a:off x="5744489" y="4402150"/>
            <a:ext cx="118733" cy="76279"/>
          </a:xfrm>
          <a:prstGeom prst="triangle">
            <a:avLst>
              <a:gd name="adj" fmla="val 52809"/>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1" name="流程图: 手动操作 166">
            <a:extLst>
              <a:ext uri="{FF2B5EF4-FFF2-40B4-BE49-F238E27FC236}">
                <a16:creationId xmlns:a16="http://schemas.microsoft.com/office/drawing/2014/main" id="{FA02C53F-AAE1-D042-BFBD-6DA588C8B023}"/>
              </a:ext>
            </a:extLst>
          </p:cNvPr>
          <p:cNvSpPr/>
          <p:nvPr/>
        </p:nvSpPr>
        <p:spPr>
          <a:xfrm>
            <a:off x="4027683" y="5083771"/>
            <a:ext cx="806865" cy="300594"/>
          </a:xfrm>
          <a:prstGeom prst="flowChartManualOperation">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602" name="文本框 601">
            <a:extLst>
              <a:ext uri="{FF2B5EF4-FFF2-40B4-BE49-F238E27FC236}">
                <a16:creationId xmlns:a16="http://schemas.microsoft.com/office/drawing/2014/main" id="{D42227E9-3AEB-8C48-98B8-337FE7725919}"/>
              </a:ext>
            </a:extLst>
          </p:cNvPr>
          <p:cNvSpPr txBox="1"/>
          <p:nvPr/>
        </p:nvSpPr>
        <p:spPr>
          <a:xfrm>
            <a:off x="4146736" y="5049402"/>
            <a:ext cx="591204" cy="369332"/>
          </a:xfrm>
          <a:prstGeom prst="rect">
            <a:avLst/>
          </a:prstGeom>
          <a:noFill/>
          <a:effectLst/>
        </p:spPr>
        <p:txBody>
          <a:bodyPr wrap="square" rtlCol="0">
            <a:spAutoFit/>
          </a:bodyPr>
          <a:lstStyle/>
          <a:p>
            <a:r>
              <a:rPr lang="en-US" altLang="zh-CN" dirty="0">
                <a:latin typeface="Consolas" panose="020B0609020204030204" pitchFamily="49" charset="0"/>
              </a:rPr>
              <a:t>MUX</a:t>
            </a:r>
            <a:endParaRPr lang="zh-CN" altLang="en-US" dirty="0">
              <a:latin typeface="Consolas" panose="020B0609020204030204" pitchFamily="49" charset="0"/>
            </a:endParaRPr>
          </a:p>
        </p:txBody>
      </p:sp>
      <p:sp>
        <p:nvSpPr>
          <p:cNvPr id="603" name="矩形 602">
            <a:extLst>
              <a:ext uri="{FF2B5EF4-FFF2-40B4-BE49-F238E27FC236}">
                <a16:creationId xmlns:a16="http://schemas.microsoft.com/office/drawing/2014/main" id="{68D44C2A-AEF0-8E4A-BDE5-93A9BFFBF4BC}"/>
              </a:ext>
            </a:extLst>
          </p:cNvPr>
          <p:cNvSpPr/>
          <p:nvPr/>
        </p:nvSpPr>
        <p:spPr>
          <a:xfrm>
            <a:off x="5765716" y="4869745"/>
            <a:ext cx="798286" cy="300594"/>
          </a:xfrm>
          <a:prstGeom prst="rect">
            <a:avLst/>
          </a:prstGeom>
          <a:solidFill>
            <a:srgbClr val="E5F3FF"/>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latin typeface="Consolas" panose="020B0609020204030204" pitchFamily="49" charset="0"/>
                <a:cs typeface="Times New Roman" panose="02020603050405020304" pitchFamily="18" charset="0"/>
              </a:rPr>
              <a:t>succ</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604" name="等腰三角形 174">
            <a:extLst>
              <a:ext uri="{FF2B5EF4-FFF2-40B4-BE49-F238E27FC236}">
                <a16:creationId xmlns:a16="http://schemas.microsoft.com/office/drawing/2014/main" id="{CC1FCC3B-1448-0242-BCD3-5FF6F319DD21}"/>
              </a:ext>
            </a:extLst>
          </p:cNvPr>
          <p:cNvSpPr/>
          <p:nvPr/>
        </p:nvSpPr>
        <p:spPr>
          <a:xfrm rot="5400000">
            <a:off x="5744489" y="4994474"/>
            <a:ext cx="118733" cy="76279"/>
          </a:xfrm>
          <a:prstGeom prst="triangle">
            <a:avLst>
              <a:gd name="adj" fmla="val 52809"/>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05" name="直接箭头连接符 176">
            <a:extLst>
              <a:ext uri="{FF2B5EF4-FFF2-40B4-BE49-F238E27FC236}">
                <a16:creationId xmlns:a16="http://schemas.microsoft.com/office/drawing/2014/main" id="{17C6B847-6FFF-2741-A27D-648F9F0BE542}"/>
              </a:ext>
            </a:extLst>
          </p:cNvPr>
          <p:cNvCxnSpPr/>
          <p:nvPr/>
        </p:nvCxnSpPr>
        <p:spPr>
          <a:xfrm>
            <a:off x="4382068" y="2513744"/>
            <a:ext cx="0" cy="641354"/>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606" name="直接连接符 181">
            <a:extLst>
              <a:ext uri="{FF2B5EF4-FFF2-40B4-BE49-F238E27FC236}">
                <a16:creationId xmlns:a16="http://schemas.microsoft.com/office/drawing/2014/main" id="{2EBE05FE-D3F9-8B49-8083-19B2945E7C5B}"/>
              </a:ext>
            </a:extLst>
          </p:cNvPr>
          <p:cNvCxnSpPr/>
          <p:nvPr/>
        </p:nvCxnSpPr>
        <p:spPr>
          <a:xfrm>
            <a:off x="4382068" y="2592119"/>
            <a:ext cx="1752706" cy="0"/>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607" name="直接箭头连接符 184">
            <a:extLst>
              <a:ext uri="{FF2B5EF4-FFF2-40B4-BE49-F238E27FC236}">
                <a16:creationId xmlns:a16="http://schemas.microsoft.com/office/drawing/2014/main" id="{B0E96903-1D43-184D-9BDE-D833869569CC}"/>
              </a:ext>
            </a:extLst>
          </p:cNvPr>
          <p:cNvCxnSpPr/>
          <p:nvPr/>
        </p:nvCxnSpPr>
        <p:spPr>
          <a:xfrm>
            <a:off x="6134774" y="2578921"/>
            <a:ext cx="0" cy="200501"/>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608" name="直接连接符 186">
            <a:extLst>
              <a:ext uri="{FF2B5EF4-FFF2-40B4-BE49-F238E27FC236}">
                <a16:creationId xmlns:a16="http://schemas.microsoft.com/office/drawing/2014/main" id="{D205AFDC-DE18-B847-83E2-2C7C6108E930}"/>
              </a:ext>
            </a:extLst>
          </p:cNvPr>
          <p:cNvCxnSpPr/>
          <p:nvPr/>
        </p:nvCxnSpPr>
        <p:spPr>
          <a:xfrm>
            <a:off x="4881590" y="2926978"/>
            <a:ext cx="884126" cy="0"/>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609" name="直接箭头连接符 188">
            <a:extLst>
              <a:ext uri="{FF2B5EF4-FFF2-40B4-BE49-F238E27FC236}">
                <a16:creationId xmlns:a16="http://schemas.microsoft.com/office/drawing/2014/main" id="{FC21C57F-13A4-6547-85E6-7C047C74B4BE}"/>
              </a:ext>
            </a:extLst>
          </p:cNvPr>
          <p:cNvCxnSpPr/>
          <p:nvPr/>
        </p:nvCxnSpPr>
        <p:spPr>
          <a:xfrm>
            <a:off x="4897439" y="2926978"/>
            <a:ext cx="0" cy="231778"/>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610" name="直接连接符 201">
            <a:extLst>
              <a:ext uri="{FF2B5EF4-FFF2-40B4-BE49-F238E27FC236}">
                <a16:creationId xmlns:a16="http://schemas.microsoft.com/office/drawing/2014/main" id="{ABB41659-8CB7-5D44-9780-86DD5038FF4D}"/>
              </a:ext>
            </a:extLst>
          </p:cNvPr>
          <p:cNvCxnSpPr/>
          <p:nvPr/>
        </p:nvCxnSpPr>
        <p:spPr>
          <a:xfrm flipH="1">
            <a:off x="5367306" y="2921549"/>
            <a:ext cx="4288" cy="483886"/>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611" name="直接连接符 204">
            <a:extLst>
              <a:ext uri="{FF2B5EF4-FFF2-40B4-BE49-F238E27FC236}">
                <a16:creationId xmlns:a16="http://schemas.microsoft.com/office/drawing/2014/main" id="{D96E407F-1A18-0947-AAD6-850CB03C0BC3}"/>
              </a:ext>
            </a:extLst>
          </p:cNvPr>
          <p:cNvCxnSpPr/>
          <p:nvPr/>
        </p:nvCxnSpPr>
        <p:spPr>
          <a:xfrm flipH="1">
            <a:off x="5373190" y="3393194"/>
            <a:ext cx="392527" cy="0"/>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612" name="直接箭头连接符 208">
            <a:extLst>
              <a:ext uri="{FF2B5EF4-FFF2-40B4-BE49-F238E27FC236}">
                <a16:creationId xmlns:a16="http://schemas.microsoft.com/office/drawing/2014/main" id="{6B5B3F0D-E2C3-DD47-886A-578A32ACEFF3}"/>
              </a:ext>
            </a:extLst>
          </p:cNvPr>
          <p:cNvCxnSpPr/>
          <p:nvPr/>
        </p:nvCxnSpPr>
        <p:spPr>
          <a:xfrm>
            <a:off x="4382068" y="3450869"/>
            <a:ext cx="0" cy="745449"/>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613" name="直接连接符 211">
            <a:extLst>
              <a:ext uri="{FF2B5EF4-FFF2-40B4-BE49-F238E27FC236}">
                <a16:creationId xmlns:a16="http://schemas.microsoft.com/office/drawing/2014/main" id="{E95704DE-415C-CF4D-8C20-4CABF431172B}"/>
              </a:ext>
            </a:extLst>
          </p:cNvPr>
          <p:cNvCxnSpPr/>
          <p:nvPr/>
        </p:nvCxnSpPr>
        <p:spPr>
          <a:xfrm>
            <a:off x="4893088" y="4007489"/>
            <a:ext cx="884126" cy="0"/>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614" name="直接箭头连接符 212">
            <a:extLst>
              <a:ext uri="{FF2B5EF4-FFF2-40B4-BE49-F238E27FC236}">
                <a16:creationId xmlns:a16="http://schemas.microsoft.com/office/drawing/2014/main" id="{8AB5432D-518C-784E-A225-4191D8F0D725}"/>
              </a:ext>
            </a:extLst>
          </p:cNvPr>
          <p:cNvCxnSpPr/>
          <p:nvPr/>
        </p:nvCxnSpPr>
        <p:spPr>
          <a:xfrm>
            <a:off x="4893088" y="3994918"/>
            <a:ext cx="0" cy="201400"/>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615" name="直接连接符 216">
            <a:extLst>
              <a:ext uri="{FF2B5EF4-FFF2-40B4-BE49-F238E27FC236}">
                <a16:creationId xmlns:a16="http://schemas.microsoft.com/office/drawing/2014/main" id="{A45B5B1E-3FD9-2A43-B11C-F98B93C21BF5}"/>
              </a:ext>
            </a:extLst>
          </p:cNvPr>
          <p:cNvCxnSpPr/>
          <p:nvPr/>
        </p:nvCxnSpPr>
        <p:spPr>
          <a:xfrm flipH="1">
            <a:off x="5375057" y="4440289"/>
            <a:ext cx="390659" cy="0"/>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616" name="直接连接符 217">
            <a:extLst>
              <a:ext uri="{FF2B5EF4-FFF2-40B4-BE49-F238E27FC236}">
                <a16:creationId xmlns:a16="http://schemas.microsoft.com/office/drawing/2014/main" id="{C109CDB2-4A5C-3944-808C-C46EAB5DB2A7}"/>
              </a:ext>
            </a:extLst>
          </p:cNvPr>
          <p:cNvCxnSpPr/>
          <p:nvPr/>
        </p:nvCxnSpPr>
        <p:spPr>
          <a:xfrm flipH="1">
            <a:off x="5386416" y="4007489"/>
            <a:ext cx="4288" cy="442648"/>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617" name="直接连接符 221">
            <a:extLst>
              <a:ext uri="{FF2B5EF4-FFF2-40B4-BE49-F238E27FC236}">
                <a16:creationId xmlns:a16="http://schemas.microsoft.com/office/drawing/2014/main" id="{BFD35D3F-D835-2F43-ABD4-0D736EABAA86}"/>
              </a:ext>
            </a:extLst>
          </p:cNvPr>
          <p:cNvCxnSpPr/>
          <p:nvPr/>
        </p:nvCxnSpPr>
        <p:spPr>
          <a:xfrm>
            <a:off x="6164859" y="5170339"/>
            <a:ext cx="0" cy="93958"/>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618" name="直接箭头连接符 223">
            <a:extLst>
              <a:ext uri="{FF2B5EF4-FFF2-40B4-BE49-F238E27FC236}">
                <a16:creationId xmlns:a16="http://schemas.microsoft.com/office/drawing/2014/main" id="{2406446E-B4D7-1C4B-8803-CBDCDAA9081A}"/>
              </a:ext>
            </a:extLst>
          </p:cNvPr>
          <p:cNvCxnSpPr/>
          <p:nvPr/>
        </p:nvCxnSpPr>
        <p:spPr>
          <a:xfrm flipH="1">
            <a:off x="4774999" y="5273841"/>
            <a:ext cx="1402715" cy="5715"/>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sp>
        <p:nvSpPr>
          <p:cNvPr id="619" name="矩形 618">
            <a:extLst>
              <a:ext uri="{FF2B5EF4-FFF2-40B4-BE49-F238E27FC236}">
                <a16:creationId xmlns:a16="http://schemas.microsoft.com/office/drawing/2014/main" id="{C2278E51-E6BD-7249-97E9-D026DCEFD47B}"/>
              </a:ext>
            </a:extLst>
          </p:cNvPr>
          <p:cNvSpPr/>
          <p:nvPr/>
        </p:nvSpPr>
        <p:spPr>
          <a:xfrm>
            <a:off x="7645076" y="2684269"/>
            <a:ext cx="920802" cy="2587684"/>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0" name="文本框 619">
            <a:extLst>
              <a:ext uri="{FF2B5EF4-FFF2-40B4-BE49-F238E27FC236}">
                <a16:creationId xmlns:a16="http://schemas.microsoft.com/office/drawing/2014/main" id="{35FD5760-129C-B34E-BBC0-0A75B6D51A67}"/>
              </a:ext>
            </a:extLst>
          </p:cNvPr>
          <p:cNvSpPr txBox="1"/>
          <p:nvPr/>
        </p:nvSpPr>
        <p:spPr>
          <a:xfrm>
            <a:off x="7722995" y="2781538"/>
            <a:ext cx="925173" cy="369332"/>
          </a:xfrm>
          <a:prstGeom prst="rect">
            <a:avLst/>
          </a:prstGeom>
          <a:noFill/>
          <a:effectLst/>
        </p:spPr>
        <p:txBody>
          <a:bodyPr wrap="square" rtlCol="0">
            <a:spAutoFit/>
          </a:bodyPr>
          <a:lstStyle/>
          <a:p>
            <a:r>
              <a:rPr lang="en-US" altLang="zh-CN" dirty="0" err="1">
                <a:latin typeface="Consolas" panose="020B0609020204030204" pitchFamily="49" charset="0"/>
              </a:rPr>
              <a:t>bram</a:t>
            </a:r>
            <a:endParaRPr lang="zh-CN" altLang="en-US" dirty="0">
              <a:latin typeface="Consolas" panose="020B0609020204030204" pitchFamily="49" charset="0"/>
            </a:endParaRPr>
          </a:p>
        </p:txBody>
      </p:sp>
      <p:sp>
        <p:nvSpPr>
          <p:cNvPr id="621" name="矩形 620">
            <a:extLst>
              <a:ext uri="{FF2B5EF4-FFF2-40B4-BE49-F238E27FC236}">
                <a16:creationId xmlns:a16="http://schemas.microsoft.com/office/drawing/2014/main" id="{2909FD14-2A05-A041-A36B-EA32F8C788FC}"/>
              </a:ext>
            </a:extLst>
          </p:cNvPr>
          <p:cNvSpPr/>
          <p:nvPr/>
        </p:nvSpPr>
        <p:spPr>
          <a:xfrm>
            <a:off x="7796128" y="3253786"/>
            <a:ext cx="609674" cy="493345"/>
          </a:xfrm>
          <a:prstGeom prst="rect">
            <a:avLst/>
          </a:prstGeom>
          <a:solidFill>
            <a:srgbClr val="E5F3FF"/>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Consolas" panose="020B0609020204030204" pitchFamily="49" charset="0"/>
              <a:cs typeface="Times New Roman" panose="02020603050405020304" pitchFamily="18" charset="0"/>
            </a:endParaRPr>
          </a:p>
        </p:txBody>
      </p:sp>
      <p:sp>
        <p:nvSpPr>
          <p:cNvPr id="622" name="文本框 621">
            <a:extLst>
              <a:ext uri="{FF2B5EF4-FFF2-40B4-BE49-F238E27FC236}">
                <a16:creationId xmlns:a16="http://schemas.microsoft.com/office/drawing/2014/main" id="{2DFBD682-B8AA-3E49-A39F-E3F5A47B8D3F}"/>
              </a:ext>
            </a:extLst>
          </p:cNvPr>
          <p:cNvSpPr txBox="1"/>
          <p:nvPr/>
        </p:nvSpPr>
        <p:spPr>
          <a:xfrm>
            <a:off x="7796128" y="3319800"/>
            <a:ext cx="642650" cy="369332"/>
          </a:xfrm>
          <a:prstGeom prst="rect">
            <a:avLst/>
          </a:prstGeom>
          <a:noFill/>
          <a:effectLst/>
        </p:spPr>
        <p:txBody>
          <a:bodyPr wrap="square" rtlCol="0">
            <a:spAutoFit/>
          </a:bodyPr>
          <a:lstStyle/>
          <a:p>
            <a:r>
              <a:rPr lang="en-US" altLang="zh-CN" dirty="0" err="1">
                <a:latin typeface="Consolas" panose="020B0609020204030204" pitchFamily="49" charset="0"/>
              </a:rPr>
              <a:t>cfg</a:t>
            </a:r>
            <a:endParaRPr lang="zh-CN" altLang="en-US" dirty="0">
              <a:latin typeface="Consolas" panose="020B0609020204030204" pitchFamily="49" charset="0"/>
            </a:endParaRPr>
          </a:p>
        </p:txBody>
      </p:sp>
      <p:sp>
        <p:nvSpPr>
          <p:cNvPr id="623" name="矩形 622">
            <a:extLst>
              <a:ext uri="{FF2B5EF4-FFF2-40B4-BE49-F238E27FC236}">
                <a16:creationId xmlns:a16="http://schemas.microsoft.com/office/drawing/2014/main" id="{328D7BCC-2D41-A04D-9810-1B93C4B202F3}"/>
              </a:ext>
            </a:extLst>
          </p:cNvPr>
          <p:cNvSpPr/>
          <p:nvPr/>
        </p:nvSpPr>
        <p:spPr>
          <a:xfrm>
            <a:off x="7796128" y="3900894"/>
            <a:ext cx="609674" cy="493345"/>
          </a:xfrm>
          <a:prstGeom prst="rect">
            <a:avLst/>
          </a:prstGeom>
          <a:solidFill>
            <a:srgbClr val="FFEDE0"/>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Consolas" panose="020B0609020204030204" pitchFamily="49" charset="0"/>
              <a:cs typeface="Times New Roman" panose="02020603050405020304" pitchFamily="18" charset="0"/>
            </a:endParaRPr>
          </a:p>
        </p:txBody>
      </p:sp>
      <p:sp>
        <p:nvSpPr>
          <p:cNvPr id="624" name="文本框 623">
            <a:extLst>
              <a:ext uri="{FF2B5EF4-FFF2-40B4-BE49-F238E27FC236}">
                <a16:creationId xmlns:a16="http://schemas.microsoft.com/office/drawing/2014/main" id="{98568DFA-92D9-814C-A433-5380D9527452}"/>
              </a:ext>
            </a:extLst>
          </p:cNvPr>
          <p:cNvSpPr txBox="1"/>
          <p:nvPr/>
        </p:nvSpPr>
        <p:spPr>
          <a:xfrm>
            <a:off x="7747872" y="3975146"/>
            <a:ext cx="838989" cy="369332"/>
          </a:xfrm>
          <a:prstGeom prst="rect">
            <a:avLst/>
          </a:prstGeom>
          <a:noFill/>
          <a:effectLst/>
        </p:spPr>
        <p:txBody>
          <a:bodyPr wrap="square" rtlCol="0">
            <a:spAutoFit/>
          </a:bodyPr>
          <a:lstStyle/>
          <a:p>
            <a:r>
              <a:rPr lang="en-US" altLang="zh-CN" dirty="0">
                <a:latin typeface="Consolas" panose="020B0609020204030204" pitchFamily="49" charset="0"/>
              </a:rPr>
              <a:t>fact</a:t>
            </a:r>
            <a:endParaRPr lang="zh-CN" altLang="en-US" dirty="0">
              <a:latin typeface="Consolas" panose="020B0609020204030204" pitchFamily="49" charset="0"/>
            </a:endParaRPr>
          </a:p>
        </p:txBody>
      </p:sp>
      <p:cxnSp>
        <p:nvCxnSpPr>
          <p:cNvPr id="625" name="直接箭头连接符 251">
            <a:extLst>
              <a:ext uri="{FF2B5EF4-FFF2-40B4-BE49-F238E27FC236}">
                <a16:creationId xmlns:a16="http://schemas.microsoft.com/office/drawing/2014/main" id="{62537971-0216-B74B-BF7E-F03E8BE6BFD2}"/>
              </a:ext>
            </a:extLst>
          </p:cNvPr>
          <p:cNvCxnSpPr/>
          <p:nvPr/>
        </p:nvCxnSpPr>
        <p:spPr>
          <a:xfrm flipH="1" flipV="1">
            <a:off x="6550203" y="5010252"/>
            <a:ext cx="335520" cy="2676"/>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626" name="直接箭头连接符 259">
            <a:extLst>
              <a:ext uri="{FF2B5EF4-FFF2-40B4-BE49-F238E27FC236}">
                <a16:creationId xmlns:a16="http://schemas.microsoft.com/office/drawing/2014/main" id="{296DDA98-83A5-AA4F-B598-A9C914041351}"/>
              </a:ext>
            </a:extLst>
          </p:cNvPr>
          <p:cNvCxnSpPr/>
          <p:nvPr/>
        </p:nvCxnSpPr>
        <p:spPr>
          <a:xfrm flipH="1">
            <a:off x="6567784" y="4435368"/>
            <a:ext cx="317939" cy="5205"/>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627" name="直接箭头连接符 260">
            <a:extLst>
              <a:ext uri="{FF2B5EF4-FFF2-40B4-BE49-F238E27FC236}">
                <a16:creationId xmlns:a16="http://schemas.microsoft.com/office/drawing/2014/main" id="{51F5D320-06BC-8C40-A91C-3125D3056246}"/>
              </a:ext>
            </a:extLst>
          </p:cNvPr>
          <p:cNvCxnSpPr/>
          <p:nvPr/>
        </p:nvCxnSpPr>
        <p:spPr>
          <a:xfrm flipH="1">
            <a:off x="6564002" y="3989459"/>
            <a:ext cx="321721" cy="0"/>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628" name="直接箭头连接符 261">
            <a:extLst>
              <a:ext uri="{FF2B5EF4-FFF2-40B4-BE49-F238E27FC236}">
                <a16:creationId xmlns:a16="http://schemas.microsoft.com/office/drawing/2014/main" id="{71E06E7E-1D8B-1543-AF5D-99A1AC4C32BD}"/>
              </a:ext>
            </a:extLst>
          </p:cNvPr>
          <p:cNvCxnSpPr/>
          <p:nvPr/>
        </p:nvCxnSpPr>
        <p:spPr>
          <a:xfrm flipH="1">
            <a:off x="6547301" y="3373304"/>
            <a:ext cx="338422" cy="0"/>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629" name="直接箭头连接符 262">
            <a:extLst>
              <a:ext uri="{FF2B5EF4-FFF2-40B4-BE49-F238E27FC236}">
                <a16:creationId xmlns:a16="http://schemas.microsoft.com/office/drawing/2014/main" id="{EA7897E9-417C-0E44-965F-A3B834C513F7}"/>
              </a:ext>
            </a:extLst>
          </p:cNvPr>
          <p:cNvCxnSpPr/>
          <p:nvPr/>
        </p:nvCxnSpPr>
        <p:spPr>
          <a:xfrm flipH="1">
            <a:off x="6554761" y="2936201"/>
            <a:ext cx="330962" cy="0"/>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630" name="直接箭头连接符 278">
            <a:extLst>
              <a:ext uri="{FF2B5EF4-FFF2-40B4-BE49-F238E27FC236}">
                <a16:creationId xmlns:a16="http://schemas.microsoft.com/office/drawing/2014/main" id="{8ED18EC1-3B2B-1943-A075-7002A7F16D70}"/>
              </a:ext>
            </a:extLst>
          </p:cNvPr>
          <p:cNvCxnSpPr/>
          <p:nvPr/>
        </p:nvCxnSpPr>
        <p:spPr>
          <a:xfrm flipH="1">
            <a:off x="6730709" y="2178811"/>
            <a:ext cx="2166618" cy="13985"/>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631" name="直接连接符 280">
            <a:extLst>
              <a:ext uri="{FF2B5EF4-FFF2-40B4-BE49-F238E27FC236}">
                <a16:creationId xmlns:a16="http://schemas.microsoft.com/office/drawing/2014/main" id="{28152A96-D787-1042-BD70-551EDD70721C}"/>
              </a:ext>
            </a:extLst>
          </p:cNvPr>
          <p:cNvCxnSpPr/>
          <p:nvPr/>
        </p:nvCxnSpPr>
        <p:spPr>
          <a:xfrm>
            <a:off x="8904775" y="2159510"/>
            <a:ext cx="0" cy="3659920"/>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632" name="直接连接符 282">
            <a:extLst>
              <a:ext uri="{FF2B5EF4-FFF2-40B4-BE49-F238E27FC236}">
                <a16:creationId xmlns:a16="http://schemas.microsoft.com/office/drawing/2014/main" id="{DD4DCCAA-2AF6-8040-87AB-1E11C97BAEC5}"/>
              </a:ext>
            </a:extLst>
          </p:cNvPr>
          <p:cNvCxnSpPr/>
          <p:nvPr/>
        </p:nvCxnSpPr>
        <p:spPr>
          <a:xfrm>
            <a:off x="4369528" y="5813080"/>
            <a:ext cx="4527550" cy="6350"/>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633" name="直接连接符 284">
            <a:extLst>
              <a:ext uri="{FF2B5EF4-FFF2-40B4-BE49-F238E27FC236}">
                <a16:creationId xmlns:a16="http://schemas.microsoft.com/office/drawing/2014/main" id="{8357883B-5601-0F4E-A20C-4DBACFDBDB6B}"/>
              </a:ext>
            </a:extLst>
          </p:cNvPr>
          <p:cNvCxnSpPr/>
          <p:nvPr/>
        </p:nvCxnSpPr>
        <p:spPr>
          <a:xfrm>
            <a:off x="4384133" y="5384633"/>
            <a:ext cx="0" cy="430352"/>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sp>
        <p:nvSpPr>
          <p:cNvPr id="634" name="矩形 633">
            <a:extLst>
              <a:ext uri="{FF2B5EF4-FFF2-40B4-BE49-F238E27FC236}">
                <a16:creationId xmlns:a16="http://schemas.microsoft.com/office/drawing/2014/main" id="{B90846BA-7BBA-3C45-AC45-92E7ED4BFB25}"/>
              </a:ext>
            </a:extLst>
          </p:cNvPr>
          <p:cNvSpPr/>
          <p:nvPr/>
        </p:nvSpPr>
        <p:spPr>
          <a:xfrm>
            <a:off x="6903267" y="2686856"/>
            <a:ext cx="488577" cy="2587684"/>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Consolas" panose="020B0609020204030204" pitchFamily="49" charset="0"/>
            </a:endParaRPr>
          </a:p>
        </p:txBody>
      </p:sp>
      <p:sp>
        <p:nvSpPr>
          <p:cNvPr id="635" name="文本框 634">
            <a:extLst>
              <a:ext uri="{FF2B5EF4-FFF2-40B4-BE49-F238E27FC236}">
                <a16:creationId xmlns:a16="http://schemas.microsoft.com/office/drawing/2014/main" id="{A96BB7EC-57B1-0648-84EB-AE67BA3CBB7D}"/>
              </a:ext>
            </a:extLst>
          </p:cNvPr>
          <p:cNvSpPr txBox="1"/>
          <p:nvPr/>
        </p:nvSpPr>
        <p:spPr>
          <a:xfrm>
            <a:off x="6906882" y="2865735"/>
            <a:ext cx="461665" cy="2321169"/>
          </a:xfrm>
          <a:prstGeom prst="rect">
            <a:avLst/>
          </a:prstGeom>
          <a:noFill/>
          <a:effectLst/>
        </p:spPr>
        <p:txBody>
          <a:bodyPr vert="eaVert" wrap="square" rtlCol="0">
            <a:spAutoFit/>
          </a:bodyPr>
          <a:lstStyle/>
          <a:p>
            <a:r>
              <a:rPr lang="en-US" altLang="zh-CN" dirty="0" err="1">
                <a:latin typeface="Consolas" panose="020B0609020204030204" pitchFamily="49" charset="0"/>
              </a:rPr>
              <a:t>bram</a:t>
            </a:r>
            <a:r>
              <a:rPr lang="en-US" altLang="zh-CN" dirty="0">
                <a:latin typeface="Consolas" panose="020B0609020204030204" pitchFamily="49" charset="0"/>
              </a:rPr>
              <a:t>-controller</a:t>
            </a:r>
            <a:endParaRPr lang="zh-CN" altLang="en-US" dirty="0">
              <a:latin typeface="Consolas" panose="020B0609020204030204" pitchFamily="49" charset="0"/>
            </a:endParaRPr>
          </a:p>
        </p:txBody>
      </p:sp>
      <p:cxnSp>
        <p:nvCxnSpPr>
          <p:cNvPr id="636" name="直接箭头连接符 292">
            <a:extLst>
              <a:ext uri="{FF2B5EF4-FFF2-40B4-BE49-F238E27FC236}">
                <a16:creationId xmlns:a16="http://schemas.microsoft.com/office/drawing/2014/main" id="{E8E7041A-70D5-B240-BDD3-7559FA52D293}"/>
              </a:ext>
            </a:extLst>
          </p:cNvPr>
          <p:cNvCxnSpPr/>
          <p:nvPr/>
        </p:nvCxnSpPr>
        <p:spPr>
          <a:xfrm flipH="1">
            <a:off x="7403781" y="3999015"/>
            <a:ext cx="241295" cy="0"/>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637" name="直接箭头连接符 298">
            <a:extLst>
              <a:ext uri="{FF2B5EF4-FFF2-40B4-BE49-F238E27FC236}">
                <a16:creationId xmlns:a16="http://schemas.microsoft.com/office/drawing/2014/main" id="{815F3C10-9011-CC40-A884-36885BD49233}"/>
              </a:ext>
            </a:extLst>
          </p:cNvPr>
          <p:cNvCxnSpPr/>
          <p:nvPr/>
        </p:nvCxnSpPr>
        <p:spPr>
          <a:xfrm flipH="1">
            <a:off x="8586862" y="4015874"/>
            <a:ext cx="310465" cy="0"/>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638" name="直接箭头连接符 2">
            <a:extLst>
              <a:ext uri="{FF2B5EF4-FFF2-40B4-BE49-F238E27FC236}">
                <a16:creationId xmlns:a16="http://schemas.microsoft.com/office/drawing/2014/main" id="{BBDCAAEC-CE55-BC42-AA71-F53FBDC4AA50}"/>
              </a:ext>
            </a:extLst>
          </p:cNvPr>
          <p:cNvCxnSpPr/>
          <p:nvPr/>
        </p:nvCxnSpPr>
        <p:spPr>
          <a:xfrm flipH="1">
            <a:off x="4380163" y="4499889"/>
            <a:ext cx="4445" cy="584200"/>
          </a:xfrm>
          <a:prstGeom prst="straightConnector1">
            <a:avLst/>
          </a:prstGeom>
          <a:ln w="28575">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sp>
        <p:nvSpPr>
          <p:cNvPr id="639" name="矩形 638">
            <a:extLst>
              <a:ext uri="{FF2B5EF4-FFF2-40B4-BE49-F238E27FC236}">
                <a16:creationId xmlns:a16="http://schemas.microsoft.com/office/drawing/2014/main" id="{912D5873-32E8-F740-A34A-75313B20E8B7}"/>
              </a:ext>
            </a:extLst>
          </p:cNvPr>
          <p:cNvSpPr/>
          <p:nvPr/>
        </p:nvSpPr>
        <p:spPr>
          <a:xfrm>
            <a:off x="7796128" y="4550561"/>
            <a:ext cx="609674" cy="627205"/>
          </a:xfrm>
          <a:prstGeom prst="rect">
            <a:avLst/>
          </a:prstGeom>
          <a:solidFill>
            <a:srgbClr val="F0FFE9"/>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0" name="文本框 639">
            <a:extLst>
              <a:ext uri="{FF2B5EF4-FFF2-40B4-BE49-F238E27FC236}">
                <a16:creationId xmlns:a16="http://schemas.microsoft.com/office/drawing/2014/main" id="{8FBEE820-B112-614F-90F3-8D8299260B61}"/>
              </a:ext>
            </a:extLst>
          </p:cNvPr>
          <p:cNvSpPr txBox="1"/>
          <p:nvPr/>
        </p:nvSpPr>
        <p:spPr>
          <a:xfrm>
            <a:off x="7776702" y="4537723"/>
            <a:ext cx="784468" cy="646331"/>
          </a:xfrm>
          <a:prstGeom prst="rect">
            <a:avLst/>
          </a:prstGeom>
          <a:noFill/>
          <a:effectLst/>
        </p:spPr>
        <p:txBody>
          <a:bodyPr wrap="square" rtlCol="0">
            <a:spAutoFit/>
          </a:bodyPr>
          <a:lstStyle/>
          <a:p>
            <a:r>
              <a:rPr lang="en-US" altLang="zh-CN" dirty="0">
                <a:latin typeface="Consolas" panose="020B0609020204030204" pitchFamily="49" charset="0"/>
              </a:rPr>
              <a:t>gen/</a:t>
            </a:r>
          </a:p>
          <a:p>
            <a:r>
              <a:rPr lang="en-US" altLang="zh-CN" dirty="0">
                <a:latin typeface="Consolas" panose="020B0609020204030204" pitchFamily="49" charset="0"/>
              </a:rPr>
              <a:t>kill</a:t>
            </a:r>
            <a:endParaRPr lang="zh-CN" altLang="en-US" dirty="0">
              <a:latin typeface="Consolas" panose="020B0609020204030204" pitchFamily="49" charset="0"/>
            </a:endParaRPr>
          </a:p>
        </p:txBody>
      </p:sp>
    </p:spTree>
    <p:extLst>
      <p:ext uri="{BB962C8B-B14F-4D97-AF65-F5344CB8AC3E}">
        <p14:creationId xmlns:p14="http://schemas.microsoft.com/office/powerpoint/2010/main" val="1465402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1093A4-A5F3-6F4B-8A10-66C6497AD3FE}"/>
              </a:ext>
            </a:extLst>
          </p:cNvPr>
          <p:cNvSpPr>
            <a:spLocks noGrp="1"/>
          </p:cNvSpPr>
          <p:nvPr>
            <p:ph type="title"/>
          </p:nvPr>
        </p:nvSpPr>
        <p:spPr/>
        <p:txBody>
          <a:bodyPr>
            <a:noAutofit/>
          </a:bodyPr>
          <a:lstStyle/>
          <a:p>
            <a:r>
              <a:rPr kumimoji="1" lang="en-US" altLang="zh-CN" sz="3600" dirty="0"/>
              <a:t>Improve </a:t>
            </a:r>
            <a:r>
              <a:rPr kumimoji="1" lang="en-US" altLang="zh-CN" sz="3600" dirty="0">
                <a:solidFill>
                  <a:schemeClr val="accent2">
                    <a:lumMod val="75000"/>
                  </a:schemeClr>
                </a:solidFill>
              </a:rPr>
              <a:t>Temporal Efficiency </a:t>
            </a:r>
            <a:r>
              <a:rPr kumimoji="1" lang="en-US" altLang="zh-CN" sz="3600" dirty="0"/>
              <a:t>via </a:t>
            </a:r>
            <a:r>
              <a:rPr kumimoji="1" lang="en-US" altLang="zh-CN" sz="3600" dirty="0">
                <a:solidFill>
                  <a:schemeClr val="accent1">
                    <a:lumMod val="75000"/>
                  </a:schemeClr>
                </a:solidFill>
              </a:rPr>
              <a:t>Hardware Parallelism</a:t>
            </a:r>
            <a:endParaRPr kumimoji="1" lang="zh-CN" altLang="en-US" sz="3600" dirty="0">
              <a:solidFill>
                <a:schemeClr val="accent1">
                  <a:lumMod val="75000"/>
                </a:schemeClr>
              </a:solidFill>
            </a:endParaRPr>
          </a:p>
        </p:txBody>
      </p:sp>
      <p:sp>
        <p:nvSpPr>
          <p:cNvPr id="4" name="灯片编号占位符 3">
            <a:extLst>
              <a:ext uri="{FF2B5EF4-FFF2-40B4-BE49-F238E27FC236}">
                <a16:creationId xmlns:a16="http://schemas.microsoft.com/office/drawing/2014/main" id="{2E704DDD-DFF1-BD48-81A3-8D1E5B6C41E5}"/>
              </a:ext>
            </a:extLst>
          </p:cNvPr>
          <p:cNvSpPr>
            <a:spLocks noGrp="1"/>
          </p:cNvSpPr>
          <p:nvPr>
            <p:ph type="sldNum" sz="quarter" idx="12"/>
          </p:nvPr>
        </p:nvSpPr>
        <p:spPr/>
        <p:txBody>
          <a:bodyPr/>
          <a:lstStyle/>
          <a:p>
            <a:fld id="{978860AA-0FA6-EE41-AD3E-89DCDAAFC63F}" type="slidenum">
              <a:rPr kumimoji="1" lang="zh-CN" altLang="en-US" smtClean="0"/>
              <a:t>18</a:t>
            </a:fld>
            <a:endParaRPr kumimoji="1" lang="zh-CN" altLang="en-US"/>
          </a:p>
        </p:txBody>
      </p:sp>
      <p:sp>
        <p:nvSpPr>
          <p:cNvPr id="321" name="矩形 320">
            <a:extLst>
              <a:ext uri="{FF2B5EF4-FFF2-40B4-BE49-F238E27FC236}">
                <a16:creationId xmlns:a16="http://schemas.microsoft.com/office/drawing/2014/main" id="{50984A40-29AC-A342-9511-10F2C3C51E81}"/>
              </a:ext>
            </a:extLst>
          </p:cNvPr>
          <p:cNvSpPr/>
          <p:nvPr/>
        </p:nvSpPr>
        <p:spPr>
          <a:xfrm>
            <a:off x="4664233" y="1282609"/>
            <a:ext cx="3390900" cy="725805"/>
          </a:xfrm>
          <a:prstGeom prst="rect">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2" name="文本框 321">
            <a:extLst>
              <a:ext uri="{FF2B5EF4-FFF2-40B4-BE49-F238E27FC236}">
                <a16:creationId xmlns:a16="http://schemas.microsoft.com/office/drawing/2014/main" id="{61FF9B81-0464-DF48-BAF0-3A37B1ADF5ED}"/>
              </a:ext>
            </a:extLst>
          </p:cNvPr>
          <p:cNvSpPr txBox="1"/>
          <p:nvPr/>
        </p:nvSpPr>
        <p:spPr>
          <a:xfrm>
            <a:off x="4688998" y="1262002"/>
            <a:ext cx="3415665" cy="338554"/>
          </a:xfrm>
          <a:prstGeom prst="rect">
            <a:avLst/>
          </a:prstGeom>
          <a:noFill/>
        </p:spPr>
        <p:txBody>
          <a:bodyPr wrap="square" rtlCol="0">
            <a:spAutoFit/>
          </a:bodyPr>
          <a:lstStyle/>
          <a:p>
            <a:r>
              <a:rPr lang="en-US" altLang="zh-CN" sz="1600" dirty="0">
                <a:latin typeface="Consolas" panose="020B0609020204030204" pitchFamily="49" charset="0"/>
              </a:rPr>
              <a:t>worklist unit</a:t>
            </a:r>
            <a:endParaRPr lang="en-US" altLang="zh-CN" sz="1600" dirty="0">
              <a:solidFill>
                <a:srgbClr val="C00000"/>
              </a:solidFill>
              <a:latin typeface="Consolas" panose="020B0609020204030204" pitchFamily="49" charset="0"/>
            </a:endParaRPr>
          </a:p>
        </p:txBody>
      </p:sp>
      <mc:AlternateContent xmlns:mc="http://schemas.openxmlformats.org/markup-compatibility/2006" xmlns:a14="http://schemas.microsoft.com/office/drawing/2010/main">
        <mc:Choice Requires="a14">
          <p:sp>
            <p:nvSpPr>
              <p:cNvPr id="323" name="矩形 322">
                <a:extLst>
                  <a:ext uri="{FF2B5EF4-FFF2-40B4-BE49-F238E27FC236}">
                    <a16:creationId xmlns:a16="http://schemas.microsoft.com/office/drawing/2014/main" id="{D3EFD25B-9CFE-7347-A1BB-0B614F33D1B1}"/>
                  </a:ext>
                </a:extLst>
              </p:cNvPr>
              <p:cNvSpPr/>
              <p:nvPr/>
            </p:nvSpPr>
            <p:spPr>
              <a:xfrm>
                <a:off x="4762969" y="1641474"/>
                <a:ext cx="370801" cy="3243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i="1" baseline="-25000" dirty="0" smtClean="0">
                          <a:solidFill>
                            <a:schemeClr val="tx1"/>
                          </a:solidFill>
                          <a:latin typeface="Cambria Math" panose="02040503050406030204" pitchFamily="18" charset="0"/>
                        </a:rPr>
                        <m:t>0</m:t>
                      </m:r>
                    </m:oMath>
                  </m:oMathPara>
                </a14:m>
                <a:endParaRPr lang="zh-CN" altLang="en-US" baseline="-25000" dirty="0">
                  <a:solidFill>
                    <a:schemeClr val="tx1"/>
                  </a:solidFill>
                </a:endParaRPr>
              </a:p>
            </p:txBody>
          </p:sp>
        </mc:Choice>
        <mc:Fallback xmlns="">
          <p:sp>
            <p:nvSpPr>
              <p:cNvPr id="323" name="矩形 322">
                <a:extLst>
                  <a:ext uri="{FF2B5EF4-FFF2-40B4-BE49-F238E27FC236}">
                    <a16:creationId xmlns:a16="http://schemas.microsoft.com/office/drawing/2014/main" id="{D3EFD25B-9CFE-7347-A1BB-0B614F33D1B1}"/>
                  </a:ext>
                </a:extLst>
              </p:cNvPr>
              <p:cNvSpPr>
                <a:spLocks noRot="1" noChangeAspect="1" noMove="1" noResize="1" noEditPoints="1" noAdjustHandles="1" noChangeArrowheads="1" noChangeShapeType="1" noTextEdit="1"/>
              </p:cNvSpPr>
              <p:nvPr/>
            </p:nvSpPr>
            <p:spPr>
              <a:xfrm>
                <a:off x="4762969" y="1641474"/>
                <a:ext cx="370801" cy="324395"/>
              </a:xfrm>
              <a:prstGeom prst="rect">
                <a:avLst/>
              </a:prstGeom>
              <a:blipFill>
                <a:blip r:embed="rId123"/>
                <a:stretch>
                  <a:fillRect l="-6452"/>
                </a:stretch>
              </a:blipFill>
              <a:ln>
                <a:solidFill>
                  <a:schemeClr val="tx1"/>
                </a:solidFill>
              </a:ln>
            </p:spPr>
            <p:txBody>
              <a:bodyPr/>
              <a:lstStyle/>
              <a:p>
                <a:r>
                  <a:rPr lang="zh-CN" altLang="en-US">
                    <a:noFill/>
                  </a:rPr>
                  <a:t> </a:t>
                </a:r>
              </a:p>
            </p:txBody>
          </p:sp>
        </mc:Fallback>
      </mc:AlternateContent>
      <p:sp>
        <p:nvSpPr>
          <p:cNvPr id="324" name="文本框 323">
            <a:extLst>
              <a:ext uri="{FF2B5EF4-FFF2-40B4-BE49-F238E27FC236}">
                <a16:creationId xmlns:a16="http://schemas.microsoft.com/office/drawing/2014/main" id="{D99022F0-629A-8440-B508-A776D2F362B9}"/>
              </a:ext>
            </a:extLst>
          </p:cNvPr>
          <p:cNvSpPr txBox="1"/>
          <p:nvPr/>
        </p:nvSpPr>
        <p:spPr>
          <a:xfrm>
            <a:off x="7175122" y="1627776"/>
            <a:ext cx="635726" cy="369332"/>
          </a:xfrm>
          <a:prstGeom prst="rect">
            <a:avLst/>
          </a:prstGeom>
          <a:noFill/>
        </p:spPr>
        <p:txBody>
          <a:bodyPr wrap="square" rtlCol="0">
            <a:spAutoFit/>
          </a:bodyPr>
          <a:lstStyle/>
          <a:p>
            <a:r>
              <a:rPr lang="en-US" altLang="zh-CN" dirty="0"/>
              <a:t>……</a:t>
            </a:r>
            <a:endParaRPr lang="zh-CN" altLang="en-US" dirty="0"/>
          </a:p>
        </p:txBody>
      </p:sp>
      <mc:AlternateContent xmlns:mc="http://schemas.openxmlformats.org/markup-compatibility/2006" xmlns:a14="http://schemas.microsoft.com/office/drawing/2010/main">
        <mc:Choice Requires="a14">
          <p:sp>
            <p:nvSpPr>
              <p:cNvPr id="325" name="矩形 324">
                <a:extLst>
                  <a:ext uri="{FF2B5EF4-FFF2-40B4-BE49-F238E27FC236}">
                    <a16:creationId xmlns:a16="http://schemas.microsoft.com/office/drawing/2014/main" id="{7A8373D2-4D9F-C641-9CCE-C0AAD8F9C2C7}"/>
                  </a:ext>
                </a:extLst>
              </p:cNvPr>
              <p:cNvSpPr/>
              <p:nvPr/>
            </p:nvSpPr>
            <p:spPr>
              <a:xfrm>
                <a:off x="5232506" y="1641474"/>
                <a:ext cx="370801" cy="3243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b="0" i="1" baseline="-25000" dirty="0" smtClean="0">
                          <a:solidFill>
                            <a:schemeClr val="tx1"/>
                          </a:solidFill>
                          <a:latin typeface="Cambria Math" panose="02040503050406030204" pitchFamily="18" charset="0"/>
                        </a:rPr>
                        <m:t>1</m:t>
                      </m:r>
                    </m:oMath>
                  </m:oMathPara>
                </a14:m>
                <a:endParaRPr lang="zh-CN" altLang="en-US" baseline="-25000" dirty="0">
                  <a:solidFill>
                    <a:schemeClr val="tx1"/>
                  </a:solidFill>
                </a:endParaRPr>
              </a:p>
            </p:txBody>
          </p:sp>
        </mc:Choice>
        <mc:Fallback xmlns="">
          <p:sp>
            <p:nvSpPr>
              <p:cNvPr id="325" name="矩形 324">
                <a:extLst>
                  <a:ext uri="{FF2B5EF4-FFF2-40B4-BE49-F238E27FC236}">
                    <a16:creationId xmlns:a16="http://schemas.microsoft.com/office/drawing/2014/main" id="{7A8373D2-4D9F-C641-9CCE-C0AAD8F9C2C7}"/>
                  </a:ext>
                </a:extLst>
              </p:cNvPr>
              <p:cNvSpPr>
                <a:spLocks noRot="1" noChangeAspect="1" noMove="1" noResize="1" noEditPoints="1" noAdjustHandles="1" noChangeArrowheads="1" noChangeShapeType="1" noTextEdit="1"/>
              </p:cNvSpPr>
              <p:nvPr/>
            </p:nvSpPr>
            <p:spPr>
              <a:xfrm>
                <a:off x="5232506" y="1641474"/>
                <a:ext cx="370801" cy="324395"/>
              </a:xfrm>
              <a:prstGeom prst="rect">
                <a:avLst/>
              </a:prstGeom>
              <a:blipFill>
                <a:blip r:embed="rId124"/>
                <a:stretch>
                  <a:fillRect l="-9677"/>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6" name="矩形 325">
                <a:extLst>
                  <a:ext uri="{FF2B5EF4-FFF2-40B4-BE49-F238E27FC236}">
                    <a16:creationId xmlns:a16="http://schemas.microsoft.com/office/drawing/2014/main" id="{F61200A8-E8EE-FA48-A2DC-79901C1D8444}"/>
                  </a:ext>
                </a:extLst>
              </p:cNvPr>
              <p:cNvSpPr/>
              <p:nvPr/>
            </p:nvSpPr>
            <p:spPr>
              <a:xfrm>
                <a:off x="5702043" y="1641474"/>
                <a:ext cx="370801" cy="3243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b="0" i="1" baseline="-25000" dirty="0" smtClean="0">
                          <a:solidFill>
                            <a:schemeClr val="tx1"/>
                          </a:solidFill>
                          <a:latin typeface="Cambria Math" panose="02040503050406030204" pitchFamily="18" charset="0"/>
                        </a:rPr>
                        <m:t>2</m:t>
                      </m:r>
                    </m:oMath>
                  </m:oMathPara>
                </a14:m>
                <a:endParaRPr lang="zh-CN" altLang="en-US" baseline="-25000" dirty="0">
                  <a:solidFill>
                    <a:schemeClr val="tx1"/>
                  </a:solidFill>
                </a:endParaRPr>
              </a:p>
            </p:txBody>
          </p:sp>
        </mc:Choice>
        <mc:Fallback xmlns="">
          <p:sp>
            <p:nvSpPr>
              <p:cNvPr id="326" name="矩形 325">
                <a:extLst>
                  <a:ext uri="{FF2B5EF4-FFF2-40B4-BE49-F238E27FC236}">
                    <a16:creationId xmlns:a16="http://schemas.microsoft.com/office/drawing/2014/main" id="{F61200A8-E8EE-FA48-A2DC-79901C1D8444}"/>
                  </a:ext>
                </a:extLst>
              </p:cNvPr>
              <p:cNvSpPr>
                <a:spLocks noRot="1" noChangeAspect="1" noMove="1" noResize="1" noEditPoints="1" noAdjustHandles="1" noChangeArrowheads="1" noChangeShapeType="1" noTextEdit="1"/>
              </p:cNvSpPr>
              <p:nvPr/>
            </p:nvSpPr>
            <p:spPr>
              <a:xfrm>
                <a:off x="5702043" y="1641474"/>
                <a:ext cx="370801" cy="324395"/>
              </a:xfrm>
              <a:prstGeom prst="rect">
                <a:avLst/>
              </a:prstGeom>
              <a:blipFill>
                <a:blip r:embed="rId125"/>
                <a:stretch>
                  <a:fillRect l="-9677"/>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7" name="矩形 326">
                <a:extLst>
                  <a:ext uri="{FF2B5EF4-FFF2-40B4-BE49-F238E27FC236}">
                    <a16:creationId xmlns:a16="http://schemas.microsoft.com/office/drawing/2014/main" id="{FED5B65E-81DB-F149-859F-AA0E2BAC1A13}"/>
                  </a:ext>
                </a:extLst>
              </p:cNvPr>
              <p:cNvSpPr/>
              <p:nvPr/>
            </p:nvSpPr>
            <p:spPr>
              <a:xfrm>
                <a:off x="6171580" y="1641474"/>
                <a:ext cx="370801" cy="3243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b="0" i="1" baseline="-25000" dirty="0" smtClean="0">
                          <a:solidFill>
                            <a:schemeClr val="tx1"/>
                          </a:solidFill>
                          <a:latin typeface="Cambria Math" panose="02040503050406030204" pitchFamily="18" charset="0"/>
                        </a:rPr>
                        <m:t>3</m:t>
                      </m:r>
                    </m:oMath>
                  </m:oMathPara>
                </a14:m>
                <a:endParaRPr lang="zh-CN" altLang="en-US" baseline="-25000" dirty="0">
                  <a:solidFill>
                    <a:schemeClr val="tx1"/>
                  </a:solidFill>
                </a:endParaRPr>
              </a:p>
            </p:txBody>
          </p:sp>
        </mc:Choice>
        <mc:Fallback xmlns="">
          <p:sp>
            <p:nvSpPr>
              <p:cNvPr id="327" name="矩形 326">
                <a:extLst>
                  <a:ext uri="{FF2B5EF4-FFF2-40B4-BE49-F238E27FC236}">
                    <a16:creationId xmlns:a16="http://schemas.microsoft.com/office/drawing/2014/main" id="{FED5B65E-81DB-F149-859F-AA0E2BAC1A13}"/>
                  </a:ext>
                </a:extLst>
              </p:cNvPr>
              <p:cNvSpPr>
                <a:spLocks noRot="1" noChangeAspect="1" noMove="1" noResize="1" noEditPoints="1" noAdjustHandles="1" noChangeArrowheads="1" noChangeShapeType="1" noTextEdit="1"/>
              </p:cNvSpPr>
              <p:nvPr/>
            </p:nvSpPr>
            <p:spPr>
              <a:xfrm>
                <a:off x="6171580" y="1641474"/>
                <a:ext cx="370801" cy="324395"/>
              </a:xfrm>
              <a:prstGeom prst="rect">
                <a:avLst/>
              </a:prstGeom>
              <a:blipFill>
                <a:blip r:embed="rId126"/>
                <a:stretch>
                  <a:fillRect l="-6452"/>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8" name="矩形 327">
                <a:extLst>
                  <a:ext uri="{FF2B5EF4-FFF2-40B4-BE49-F238E27FC236}">
                    <a16:creationId xmlns:a16="http://schemas.microsoft.com/office/drawing/2014/main" id="{23E5569F-DCFD-0145-B1B7-EEDDEBA61FC1}"/>
                  </a:ext>
                </a:extLst>
              </p:cNvPr>
              <p:cNvSpPr/>
              <p:nvPr/>
            </p:nvSpPr>
            <p:spPr>
              <a:xfrm>
                <a:off x="6641117" y="1641474"/>
                <a:ext cx="370801" cy="3243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b="0" i="1" baseline="-25000" dirty="0" smtClean="0">
                          <a:solidFill>
                            <a:schemeClr val="tx1"/>
                          </a:solidFill>
                          <a:latin typeface="Cambria Math" panose="02040503050406030204" pitchFamily="18" charset="0"/>
                        </a:rPr>
                        <m:t>4</m:t>
                      </m:r>
                    </m:oMath>
                  </m:oMathPara>
                </a14:m>
                <a:endParaRPr lang="zh-CN" altLang="en-US" baseline="-25000" dirty="0">
                  <a:solidFill>
                    <a:schemeClr val="tx1"/>
                  </a:solidFill>
                </a:endParaRPr>
              </a:p>
            </p:txBody>
          </p:sp>
        </mc:Choice>
        <mc:Fallback xmlns="">
          <p:sp>
            <p:nvSpPr>
              <p:cNvPr id="328" name="矩形 327">
                <a:extLst>
                  <a:ext uri="{FF2B5EF4-FFF2-40B4-BE49-F238E27FC236}">
                    <a16:creationId xmlns:a16="http://schemas.microsoft.com/office/drawing/2014/main" id="{23E5569F-DCFD-0145-B1B7-EEDDEBA61FC1}"/>
                  </a:ext>
                </a:extLst>
              </p:cNvPr>
              <p:cNvSpPr>
                <a:spLocks noRot="1" noChangeAspect="1" noMove="1" noResize="1" noEditPoints="1" noAdjustHandles="1" noChangeArrowheads="1" noChangeShapeType="1" noTextEdit="1"/>
              </p:cNvSpPr>
              <p:nvPr/>
            </p:nvSpPr>
            <p:spPr>
              <a:xfrm>
                <a:off x="6641117" y="1641474"/>
                <a:ext cx="370801" cy="324395"/>
              </a:xfrm>
              <a:prstGeom prst="rect">
                <a:avLst/>
              </a:prstGeom>
              <a:blipFill>
                <a:blip r:embed="rId127"/>
                <a:stretch>
                  <a:fillRect l="-6452"/>
                </a:stretch>
              </a:blipFill>
              <a:ln>
                <a:solidFill>
                  <a:schemeClr val="tx1"/>
                </a:solidFill>
              </a:ln>
            </p:spPr>
            <p:txBody>
              <a:bodyPr/>
              <a:lstStyle/>
              <a:p>
                <a:r>
                  <a:rPr lang="zh-CN" altLang="en-US">
                    <a:noFill/>
                  </a:rPr>
                  <a:t> </a:t>
                </a:r>
              </a:p>
            </p:txBody>
          </p:sp>
        </mc:Fallback>
      </mc:AlternateContent>
      <p:sp>
        <p:nvSpPr>
          <p:cNvPr id="329" name="矩形 328">
            <a:extLst>
              <a:ext uri="{FF2B5EF4-FFF2-40B4-BE49-F238E27FC236}">
                <a16:creationId xmlns:a16="http://schemas.microsoft.com/office/drawing/2014/main" id="{A2BC4C44-8099-5E41-8492-062D31F4098A}"/>
              </a:ext>
            </a:extLst>
          </p:cNvPr>
          <p:cNvSpPr/>
          <p:nvPr>
            <p:custDataLst>
              <p:tags r:id="rId1"/>
            </p:custDataLst>
          </p:nvPr>
        </p:nvSpPr>
        <p:spPr>
          <a:xfrm>
            <a:off x="4696982" y="2443936"/>
            <a:ext cx="3390900" cy="975490"/>
          </a:xfrm>
          <a:prstGeom prst="rect">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0" name="矩形 329">
            <a:extLst>
              <a:ext uri="{FF2B5EF4-FFF2-40B4-BE49-F238E27FC236}">
                <a16:creationId xmlns:a16="http://schemas.microsoft.com/office/drawing/2014/main" id="{B90708B5-4F67-F541-96AB-D1AA925D824D}"/>
              </a:ext>
            </a:extLst>
          </p:cNvPr>
          <p:cNvSpPr/>
          <p:nvPr>
            <p:custDataLst>
              <p:tags r:id="rId2"/>
            </p:custDataLst>
          </p:nvPr>
        </p:nvSpPr>
        <p:spPr>
          <a:xfrm>
            <a:off x="4688999" y="3789018"/>
            <a:ext cx="3398884" cy="963881"/>
          </a:xfrm>
          <a:prstGeom prst="rect">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1" name="矩形 330">
            <a:extLst>
              <a:ext uri="{FF2B5EF4-FFF2-40B4-BE49-F238E27FC236}">
                <a16:creationId xmlns:a16="http://schemas.microsoft.com/office/drawing/2014/main" id="{55744C26-26AB-2249-9EB6-6B53B10BB430}"/>
              </a:ext>
            </a:extLst>
          </p:cNvPr>
          <p:cNvSpPr/>
          <p:nvPr>
            <p:custDataLst>
              <p:tags r:id="rId3"/>
            </p:custDataLst>
          </p:nvPr>
        </p:nvSpPr>
        <p:spPr>
          <a:xfrm>
            <a:off x="4696981" y="5166746"/>
            <a:ext cx="3398884" cy="738209"/>
          </a:xfrm>
          <a:prstGeom prst="rect">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2" name="文本框 331">
            <a:extLst>
              <a:ext uri="{FF2B5EF4-FFF2-40B4-BE49-F238E27FC236}">
                <a16:creationId xmlns:a16="http://schemas.microsoft.com/office/drawing/2014/main" id="{DC43A421-B991-5E4F-8EAD-3A35D3E99ECA}"/>
              </a:ext>
            </a:extLst>
          </p:cNvPr>
          <p:cNvSpPr txBox="1"/>
          <p:nvPr>
            <p:custDataLst>
              <p:tags r:id="rId4"/>
            </p:custDataLst>
          </p:nvPr>
        </p:nvSpPr>
        <p:spPr>
          <a:xfrm>
            <a:off x="4713672" y="2443910"/>
            <a:ext cx="899886" cy="489814"/>
          </a:xfrm>
          <a:prstGeom prst="rect">
            <a:avLst/>
          </a:prstGeom>
          <a:noFill/>
        </p:spPr>
        <p:txBody>
          <a:bodyPr wrap="square" rtlCol="0">
            <a:spAutoFit/>
          </a:bodyPr>
          <a:lstStyle/>
          <a:p>
            <a:pPr>
              <a:lnSpc>
                <a:spcPct val="80000"/>
              </a:lnSpc>
            </a:pPr>
            <a:r>
              <a:rPr lang="en-US" altLang="zh-CN" sz="1600" dirty="0">
                <a:latin typeface="Consolas" panose="020B0609020204030204" pitchFamily="49" charset="0"/>
              </a:rPr>
              <a:t>merge </a:t>
            </a:r>
          </a:p>
          <a:p>
            <a:pPr marL="36195">
              <a:lnSpc>
                <a:spcPct val="80000"/>
              </a:lnSpc>
            </a:pPr>
            <a:r>
              <a:rPr lang="en-US" altLang="zh-CN" sz="1600" dirty="0">
                <a:latin typeface="Consolas" panose="020B0609020204030204" pitchFamily="49" charset="0"/>
              </a:rPr>
              <a:t>unit</a:t>
            </a:r>
            <a:endParaRPr lang="zh-CN" altLang="en-US" sz="1600" dirty="0">
              <a:latin typeface="Consolas" panose="020B0609020204030204" pitchFamily="49" charset="0"/>
            </a:endParaRPr>
          </a:p>
        </p:txBody>
      </p:sp>
      <p:sp>
        <p:nvSpPr>
          <p:cNvPr id="333" name="文本框 332">
            <a:extLst>
              <a:ext uri="{FF2B5EF4-FFF2-40B4-BE49-F238E27FC236}">
                <a16:creationId xmlns:a16="http://schemas.microsoft.com/office/drawing/2014/main" id="{84E97FBC-4AD6-0541-BBDF-7C56950774D5}"/>
              </a:ext>
            </a:extLst>
          </p:cNvPr>
          <p:cNvSpPr txBox="1"/>
          <p:nvPr>
            <p:custDataLst>
              <p:tags r:id="rId5"/>
            </p:custDataLst>
          </p:nvPr>
        </p:nvSpPr>
        <p:spPr>
          <a:xfrm>
            <a:off x="4696980" y="3781144"/>
            <a:ext cx="1145178" cy="489814"/>
          </a:xfrm>
          <a:prstGeom prst="rect">
            <a:avLst/>
          </a:prstGeom>
          <a:noFill/>
        </p:spPr>
        <p:txBody>
          <a:bodyPr wrap="square" rtlCol="0">
            <a:spAutoFit/>
          </a:bodyPr>
          <a:lstStyle/>
          <a:p>
            <a:pPr>
              <a:lnSpc>
                <a:spcPct val="80000"/>
              </a:lnSpc>
            </a:pPr>
            <a:r>
              <a:rPr lang="en-US" altLang="zh-CN" sz="1600" dirty="0">
                <a:latin typeface="Consolas" panose="020B0609020204030204" pitchFamily="49" charset="0"/>
              </a:rPr>
              <a:t>transfer </a:t>
            </a:r>
          </a:p>
          <a:p>
            <a:pPr marL="36195">
              <a:lnSpc>
                <a:spcPct val="80000"/>
              </a:lnSpc>
            </a:pPr>
            <a:r>
              <a:rPr lang="en-US" altLang="zh-CN" sz="1600" dirty="0">
                <a:latin typeface="Consolas" panose="020B0609020204030204" pitchFamily="49" charset="0"/>
              </a:rPr>
              <a:t> unit</a:t>
            </a:r>
            <a:endParaRPr lang="zh-CN" altLang="en-US" sz="1600" dirty="0">
              <a:latin typeface="Consolas" panose="020B0609020204030204" pitchFamily="49" charset="0"/>
            </a:endParaRPr>
          </a:p>
        </p:txBody>
      </p:sp>
      <p:sp>
        <p:nvSpPr>
          <p:cNvPr id="334" name="文本框 333">
            <a:extLst>
              <a:ext uri="{FF2B5EF4-FFF2-40B4-BE49-F238E27FC236}">
                <a16:creationId xmlns:a16="http://schemas.microsoft.com/office/drawing/2014/main" id="{EB36ABD5-ECEF-2F47-AC12-804451DCE679}"/>
              </a:ext>
            </a:extLst>
          </p:cNvPr>
          <p:cNvSpPr txBox="1"/>
          <p:nvPr>
            <p:custDataLst>
              <p:tags r:id="rId6"/>
            </p:custDataLst>
          </p:nvPr>
        </p:nvSpPr>
        <p:spPr>
          <a:xfrm>
            <a:off x="4696980" y="5132221"/>
            <a:ext cx="1145178" cy="489814"/>
          </a:xfrm>
          <a:prstGeom prst="rect">
            <a:avLst/>
          </a:prstGeom>
          <a:noFill/>
        </p:spPr>
        <p:txBody>
          <a:bodyPr wrap="square" rtlCol="0">
            <a:spAutoFit/>
          </a:bodyPr>
          <a:lstStyle/>
          <a:p>
            <a:pPr>
              <a:lnSpc>
                <a:spcPct val="80000"/>
              </a:lnSpc>
            </a:pPr>
            <a:r>
              <a:rPr lang="en-US" altLang="zh-CN" sz="1600" dirty="0">
                <a:latin typeface="Consolas" panose="020B0609020204030204" pitchFamily="49" charset="0"/>
              </a:rPr>
              <a:t>update </a:t>
            </a:r>
          </a:p>
          <a:p>
            <a:pPr>
              <a:lnSpc>
                <a:spcPct val="80000"/>
              </a:lnSpc>
            </a:pPr>
            <a:r>
              <a:rPr lang="en-US" altLang="zh-CN" sz="1600" dirty="0">
                <a:latin typeface="Consolas" panose="020B0609020204030204" pitchFamily="49" charset="0"/>
              </a:rPr>
              <a:t> unit</a:t>
            </a:r>
            <a:endParaRPr lang="zh-CN" altLang="en-US" sz="1600" dirty="0">
              <a:latin typeface="Consolas" panose="020B0609020204030204" pitchFamily="49" charset="0"/>
            </a:endParaRPr>
          </a:p>
        </p:txBody>
      </p:sp>
      <p:grpSp>
        <p:nvGrpSpPr>
          <p:cNvPr id="335" name="组合 334">
            <a:extLst>
              <a:ext uri="{FF2B5EF4-FFF2-40B4-BE49-F238E27FC236}">
                <a16:creationId xmlns:a16="http://schemas.microsoft.com/office/drawing/2014/main" id="{3046CBC2-8617-4A49-B24B-3D11FCA348D0}"/>
              </a:ext>
            </a:extLst>
          </p:cNvPr>
          <p:cNvGrpSpPr/>
          <p:nvPr>
            <p:custDataLst>
              <p:tags r:id="rId7"/>
            </p:custDataLst>
          </p:nvPr>
        </p:nvGrpSpPr>
        <p:grpSpPr>
          <a:xfrm>
            <a:off x="4919474" y="2952245"/>
            <a:ext cx="715244" cy="300594"/>
            <a:chOff x="10417629" y="3702462"/>
            <a:chExt cx="715244" cy="300594"/>
          </a:xfrm>
        </p:grpSpPr>
        <p:grpSp>
          <p:nvGrpSpPr>
            <p:cNvPr id="336" name="组合 335">
              <a:extLst>
                <a:ext uri="{FF2B5EF4-FFF2-40B4-BE49-F238E27FC236}">
                  <a16:creationId xmlns:a16="http://schemas.microsoft.com/office/drawing/2014/main" id="{8AE295C8-70BE-144B-AC42-3E4D66577B8E}"/>
                </a:ext>
              </a:extLst>
            </p:cNvPr>
            <p:cNvGrpSpPr/>
            <p:nvPr/>
          </p:nvGrpSpPr>
          <p:grpSpPr>
            <a:xfrm>
              <a:off x="10417629" y="3702462"/>
              <a:ext cx="715244" cy="300594"/>
              <a:chOff x="10519229" y="3727121"/>
              <a:chExt cx="711615" cy="300594"/>
            </a:xfrm>
          </p:grpSpPr>
          <p:sp>
            <p:nvSpPr>
              <p:cNvPr id="340" name="流程图: 手动操作 84">
                <a:extLst>
                  <a:ext uri="{FF2B5EF4-FFF2-40B4-BE49-F238E27FC236}">
                    <a16:creationId xmlns:a16="http://schemas.microsoft.com/office/drawing/2014/main" id="{112437C8-EAD1-3446-BC95-F9C8BA3AB01D}"/>
                  </a:ext>
                </a:extLst>
              </p:cNvPr>
              <p:cNvSpPr/>
              <p:nvPr>
                <p:custDataLst>
                  <p:tags r:id="rId117"/>
                </p:custDataLst>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1" name="流程图: 手动操作 85">
                <a:extLst>
                  <a:ext uri="{FF2B5EF4-FFF2-40B4-BE49-F238E27FC236}">
                    <a16:creationId xmlns:a16="http://schemas.microsoft.com/office/drawing/2014/main" id="{8609E4D5-ADEB-F94E-AC0A-62C7BE21ED05}"/>
                  </a:ext>
                </a:extLst>
              </p:cNvPr>
              <p:cNvSpPr/>
              <p:nvPr>
                <p:custDataLst>
                  <p:tags r:id="rId118"/>
                </p:custDataLst>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2" name="直接连接符 86">
                <a:extLst>
                  <a:ext uri="{FF2B5EF4-FFF2-40B4-BE49-F238E27FC236}">
                    <a16:creationId xmlns:a16="http://schemas.microsoft.com/office/drawing/2014/main" id="{58BFF48D-2692-5E47-A9D5-6F39524D2248}"/>
                  </a:ext>
                </a:extLst>
              </p:cNvPr>
              <p:cNvCxnSpPr/>
              <p:nvPr>
                <p:custDataLst>
                  <p:tags r:id="rId119"/>
                </p:custDataLst>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3" name="直接连接符 87">
                <a:extLst>
                  <a:ext uri="{FF2B5EF4-FFF2-40B4-BE49-F238E27FC236}">
                    <a16:creationId xmlns:a16="http://schemas.microsoft.com/office/drawing/2014/main" id="{22591871-CAD3-264C-BBFA-E2A6133732DE}"/>
                  </a:ext>
                </a:extLst>
              </p:cNvPr>
              <p:cNvCxnSpPr/>
              <p:nvPr>
                <p:custDataLst>
                  <p:tags r:id="rId120"/>
                </p:custDataLst>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7" name="椭圆 336">
              <a:extLst>
                <a:ext uri="{FF2B5EF4-FFF2-40B4-BE49-F238E27FC236}">
                  <a16:creationId xmlns:a16="http://schemas.microsoft.com/office/drawing/2014/main" id="{76891384-C547-5A46-AB12-E0E742F168D0}"/>
                </a:ext>
              </a:extLst>
            </p:cNvPr>
            <p:cNvSpPr/>
            <p:nvPr>
              <p:custDataLst>
                <p:tags r:id="rId114"/>
              </p:custDataLst>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8" name="直接连接符 82">
              <a:extLst>
                <a:ext uri="{FF2B5EF4-FFF2-40B4-BE49-F238E27FC236}">
                  <a16:creationId xmlns:a16="http://schemas.microsoft.com/office/drawing/2014/main" id="{BCFCEDBF-230D-2749-838E-211C90FAD7D8}"/>
                </a:ext>
              </a:extLst>
            </p:cNvPr>
            <p:cNvCxnSpPr>
              <a:stCxn id="337" idx="2"/>
            </p:cNvCxnSpPr>
            <p:nvPr>
              <p:custDataLst>
                <p:tags r:id="rId115"/>
              </p:custDataLst>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9" name="直接连接符 83">
              <a:extLst>
                <a:ext uri="{FF2B5EF4-FFF2-40B4-BE49-F238E27FC236}">
                  <a16:creationId xmlns:a16="http://schemas.microsoft.com/office/drawing/2014/main" id="{A68C3305-2C79-0F43-B711-302C962929C7}"/>
                </a:ext>
              </a:extLst>
            </p:cNvPr>
            <p:cNvCxnSpPr>
              <a:endCxn id="337" idx="4"/>
            </p:cNvCxnSpPr>
            <p:nvPr>
              <p:custDataLst>
                <p:tags r:id="rId116"/>
              </p:custDataLst>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4" name="组合 343">
            <a:extLst>
              <a:ext uri="{FF2B5EF4-FFF2-40B4-BE49-F238E27FC236}">
                <a16:creationId xmlns:a16="http://schemas.microsoft.com/office/drawing/2014/main" id="{2ACF22A8-5181-CA45-BD4B-791584E61DFD}"/>
              </a:ext>
            </a:extLst>
          </p:cNvPr>
          <p:cNvGrpSpPr/>
          <p:nvPr>
            <p:custDataLst>
              <p:tags r:id="rId8"/>
            </p:custDataLst>
          </p:nvPr>
        </p:nvGrpSpPr>
        <p:grpSpPr>
          <a:xfrm>
            <a:off x="5228227" y="2952245"/>
            <a:ext cx="715244" cy="300594"/>
            <a:chOff x="10417629" y="3702462"/>
            <a:chExt cx="715244" cy="300594"/>
          </a:xfrm>
        </p:grpSpPr>
        <p:grpSp>
          <p:nvGrpSpPr>
            <p:cNvPr id="345" name="组合 344">
              <a:extLst>
                <a:ext uri="{FF2B5EF4-FFF2-40B4-BE49-F238E27FC236}">
                  <a16:creationId xmlns:a16="http://schemas.microsoft.com/office/drawing/2014/main" id="{EBA80851-8744-9848-A06F-00B1EF1FAFA0}"/>
                </a:ext>
              </a:extLst>
            </p:cNvPr>
            <p:cNvGrpSpPr/>
            <p:nvPr/>
          </p:nvGrpSpPr>
          <p:grpSpPr>
            <a:xfrm>
              <a:off x="10417629" y="3702462"/>
              <a:ext cx="715244" cy="300594"/>
              <a:chOff x="10519229" y="3727121"/>
              <a:chExt cx="711615" cy="300594"/>
            </a:xfrm>
          </p:grpSpPr>
          <p:sp>
            <p:nvSpPr>
              <p:cNvPr id="349" name="流程图: 手动操作 93">
                <a:extLst>
                  <a:ext uri="{FF2B5EF4-FFF2-40B4-BE49-F238E27FC236}">
                    <a16:creationId xmlns:a16="http://schemas.microsoft.com/office/drawing/2014/main" id="{B80CE773-A75E-D647-A3D2-A4F472C34D95}"/>
                  </a:ext>
                </a:extLst>
              </p:cNvPr>
              <p:cNvSpPr/>
              <p:nvPr>
                <p:custDataLst>
                  <p:tags r:id="rId110"/>
                </p:custDataLst>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0" name="流程图: 手动操作 94">
                <a:extLst>
                  <a:ext uri="{FF2B5EF4-FFF2-40B4-BE49-F238E27FC236}">
                    <a16:creationId xmlns:a16="http://schemas.microsoft.com/office/drawing/2014/main" id="{822E46B3-E1A0-AC41-8445-77B7113ACAA2}"/>
                  </a:ext>
                </a:extLst>
              </p:cNvPr>
              <p:cNvSpPr/>
              <p:nvPr>
                <p:custDataLst>
                  <p:tags r:id="rId111"/>
                </p:custDataLst>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1" name="直接连接符 95">
                <a:extLst>
                  <a:ext uri="{FF2B5EF4-FFF2-40B4-BE49-F238E27FC236}">
                    <a16:creationId xmlns:a16="http://schemas.microsoft.com/office/drawing/2014/main" id="{255D2FF7-C3C4-334A-93EB-C65835254C4E}"/>
                  </a:ext>
                </a:extLst>
              </p:cNvPr>
              <p:cNvCxnSpPr/>
              <p:nvPr>
                <p:custDataLst>
                  <p:tags r:id="rId112"/>
                </p:custDataLst>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2" name="直接连接符 96">
                <a:extLst>
                  <a:ext uri="{FF2B5EF4-FFF2-40B4-BE49-F238E27FC236}">
                    <a16:creationId xmlns:a16="http://schemas.microsoft.com/office/drawing/2014/main" id="{C1FBA5BD-CB8E-6546-A41F-9B8D01280E6C}"/>
                  </a:ext>
                </a:extLst>
              </p:cNvPr>
              <p:cNvCxnSpPr/>
              <p:nvPr>
                <p:custDataLst>
                  <p:tags r:id="rId113"/>
                </p:custDataLst>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46" name="椭圆 345">
              <a:extLst>
                <a:ext uri="{FF2B5EF4-FFF2-40B4-BE49-F238E27FC236}">
                  <a16:creationId xmlns:a16="http://schemas.microsoft.com/office/drawing/2014/main" id="{5CCEF24A-9E23-EC40-B3ED-DBD35742EE9E}"/>
                </a:ext>
              </a:extLst>
            </p:cNvPr>
            <p:cNvSpPr/>
            <p:nvPr>
              <p:custDataLst>
                <p:tags r:id="rId107"/>
              </p:custDataLst>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7" name="直接连接符 91">
              <a:extLst>
                <a:ext uri="{FF2B5EF4-FFF2-40B4-BE49-F238E27FC236}">
                  <a16:creationId xmlns:a16="http://schemas.microsoft.com/office/drawing/2014/main" id="{875772DA-27D5-D64B-AFE9-5C9197240D6B}"/>
                </a:ext>
              </a:extLst>
            </p:cNvPr>
            <p:cNvCxnSpPr>
              <a:stCxn id="346" idx="2"/>
            </p:cNvCxnSpPr>
            <p:nvPr>
              <p:custDataLst>
                <p:tags r:id="rId108"/>
              </p:custDataLst>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8" name="直接连接符 92">
              <a:extLst>
                <a:ext uri="{FF2B5EF4-FFF2-40B4-BE49-F238E27FC236}">
                  <a16:creationId xmlns:a16="http://schemas.microsoft.com/office/drawing/2014/main" id="{9403475F-C5D6-B74C-BE88-CA52A2AF559D}"/>
                </a:ext>
              </a:extLst>
            </p:cNvPr>
            <p:cNvCxnSpPr>
              <a:endCxn id="346" idx="4"/>
            </p:cNvCxnSpPr>
            <p:nvPr>
              <p:custDataLst>
                <p:tags r:id="rId109"/>
              </p:custDataLst>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3" name="组合 352">
            <a:extLst>
              <a:ext uri="{FF2B5EF4-FFF2-40B4-BE49-F238E27FC236}">
                <a16:creationId xmlns:a16="http://schemas.microsoft.com/office/drawing/2014/main" id="{E124A025-BCE9-4A45-8530-E72D0ED2055E}"/>
              </a:ext>
            </a:extLst>
          </p:cNvPr>
          <p:cNvGrpSpPr/>
          <p:nvPr>
            <p:custDataLst>
              <p:tags r:id="rId9"/>
            </p:custDataLst>
          </p:nvPr>
        </p:nvGrpSpPr>
        <p:grpSpPr>
          <a:xfrm>
            <a:off x="5536980" y="2952245"/>
            <a:ext cx="715244" cy="300594"/>
            <a:chOff x="10417629" y="3702462"/>
            <a:chExt cx="715244" cy="300594"/>
          </a:xfrm>
        </p:grpSpPr>
        <p:grpSp>
          <p:nvGrpSpPr>
            <p:cNvPr id="354" name="组合 353">
              <a:extLst>
                <a:ext uri="{FF2B5EF4-FFF2-40B4-BE49-F238E27FC236}">
                  <a16:creationId xmlns:a16="http://schemas.microsoft.com/office/drawing/2014/main" id="{4BD0B368-B76F-7644-97AE-9E79E23CCB20}"/>
                </a:ext>
              </a:extLst>
            </p:cNvPr>
            <p:cNvGrpSpPr/>
            <p:nvPr/>
          </p:nvGrpSpPr>
          <p:grpSpPr>
            <a:xfrm>
              <a:off x="10417629" y="3702462"/>
              <a:ext cx="715244" cy="300594"/>
              <a:chOff x="10519229" y="3727121"/>
              <a:chExt cx="711615" cy="300594"/>
            </a:xfrm>
          </p:grpSpPr>
          <p:sp>
            <p:nvSpPr>
              <p:cNvPr id="358" name="流程图: 手动操作 102">
                <a:extLst>
                  <a:ext uri="{FF2B5EF4-FFF2-40B4-BE49-F238E27FC236}">
                    <a16:creationId xmlns:a16="http://schemas.microsoft.com/office/drawing/2014/main" id="{2CA676D6-2151-0D45-8FAC-EFCAF5A5F82C}"/>
                  </a:ext>
                </a:extLst>
              </p:cNvPr>
              <p:cNvSpPr/>
              <p:nvPr>
                <p:custDataLst>
                  <p:tags r:id="rId103"/>
                </p:custDataLst>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9" name="流程图: 手动操作 103">
                <a:extLst>
                  <a:ext uri="{FF2B5EF4-FFF2-40B4-BE49-F238E27FC236}">
                    <a16:creationId xmlns:a16="http://schemas.microsoft.com/office/drawing/2014/main" id="{439FD10F-CEF6-0A40-95C8-55C077609F5F}"/>
                  </a:ext>
                </a:extLst>
              </p:cNvPr>
              <p:cNvSpPr/>
              <p:nvPr>
                <p:custDataLst>
                  <p:tags r:id="rId104"/>
                </p:custDataLst>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0" name="直接连接符 104">
                <a:extLst>
                  <a:ext uri="{FF2B5EF4-FFF2-40B4-BE49-F238E27FC236}">
                    <a16:creationId xmlns:a16="http://schemas.microsoft.com/office/drawing/2014/main" id="{B7C30686-1E06-294E-A0F9-D11AFAE2683C}"/>
                  </a:ext>
                </a:extLst>
              </p:cNvPr>
              <p:cNvCxnSpPr/>
              <p:nvPr>
                <p:custDataLst>
                  <p:tags r:id="rId105"/>
                </p:custDataLst>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1" name="直接连接符 105">
                <a:extLst>
                  <a:ext uri="{FF2B5EF4-FFF2-40B4-BE49-F238E27FC236}">
                    <a16:creationId xmlns:a16="http://schemas.microsoft.com/office/drawing/2014/main" id="{2F18866D-3D80-F54C-BBD8-6921BF5C2735}"/>
                  </a:ext>
                </a:extLst>
              </p:cNvPr>
              <p:cNvCxnSpPr/>
              <p:nvPr>
                <p:custDataLst>
                  <p:tags r:id="rId106"/>
                </p:custDataLst>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55" name="椭圆 354">
              <a:extLst>
                <a:ext uri="{FF2B5EF4-FFF2-40B4-BE49-F238E27FC236}">
                  <a16:creationId xmlns:a16="http://schemas.microsoft.com/office/drawing/2014/main" id="{8B2A4C4F-38C1-0A45-80D4-A16CABD80863}"/>
                </a:ext>
              </a:extLst>
            </p:cNvPr>
            <p:cNvSpPr/>
            <p:nvPr>
              <p:custDataLst>
                <p:tags r:id="rId100"/>
              </p:custDataLst>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6" name="直接连接符 100">
              <a:extLst>
                <a:ext uri="{FF2B5EF4-FFF2-40B4-BE49-F238E27FC236}">
                  <a16:creationId xmlns:a16="http://schemas.microsoft.com/office/drawing/2014/main" id="{72208B92-4540-7A42-9BDF-7858043443A9}"/>
                </a:ext>
              </a:extLst>
            </p:cNvPr>
            <p:cNvCxnSpPr>
              <a:stCxn id="355" idx="2"/>
            </p:cNvCxnSpPr>
            <p:nvPr>
              <p:custDataLst>
                <p:tags r:id="rId101"/>
              </p:custDataLst>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7" name="直接连接符 101">
              <a:extLst>
                <a:ext uri="{FF2B5EF4-FFF2-40B4-BE49-F238E27FC236}">
                  <a16:creationId xmlns:a16="http://schemas.microsoft.com/office/drawing/2014/main" id="{AFF126F0-77CB-7542-BE51-8DAD25D56E68}"/>
                </a:ext>
              </a:extLst>
            </p:cNvPr>
            <p:cNvCxnSpPr>
              <a:endCxn id="355" idx="4"/>
            </p:cNvCxnSpPr>
            <p:nvPr>
              <p:custDataLst>
                <p:tags r:id="rId102"/>
              </p:custDataLst>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2" name="组合 361">
            <a:extLst>
              <a:ext uri="{FF2B5EF4-FFF2-40B4-BE49-F238E27FC236}">
                <a16:creationId xmlns:a16="http://schemas.microsoft.com/office/drawing/2014/main" id="{0946C84E-63A9-C049-94ED-C0319D7A8249}"/>
              </a:ext>
            </a:extLst>
          </p:cNvPr>
          <p:cNvGrpSpPr/>
          <p:nvPr>
            <p:custDataLst>
              <p:tags r:id="rId10"/>
            </p:custDataLst>
          </p:nvPr>
        </p:nvGrpSpPr>
        <p:grpSpPr>
          <a:xfrm>
            <a:off x="5845733" y="2952243"/>
            <a:ext cx="715244" cy="300594"/>
            <a:chOff x="10417629" y="3702462"/>
            <a:chExt cx="715244" cy="300594"/>
          </a:xfrm>
        </p:grpSpPr>
        <p:grpSp>
          <p:nvGrpSpPr>
            <p:cNvPr id="363" name="组合 362">
              <a:extLst>
                <a:ext uri="{FF2B5EF4-FFF2-40B4-BE49-F238E27FC236}">
                  <a16:creationId xmlns:a16="http://schemas.microsoft.com/office/drawing/2014/main" id="{A264160E-0C13-2A49-A723-12F21EF3A95C}"/>
                </a:ext>
              </a:extLst>
            </p:cNvPr>
            <p:cNvGrpSpPr/>
            <p:nvPr/>
          </p:nvGrpSpPr>
          <p:grpSpPr>
            <a:xfrm>
              <a:off x="10417629" y="3702462"/>
              <a:ext cx="715244" cy="300594"/>
              <a:chOff x="10519229" y="3727121"/>
              <a:chExt cx="711615" cy="300594"/>
            </a:xfrm>
          </p:grpSpPr>
          <p:sp>
            <p:nvSpPr>
              <p:cNvPr id="367" name="流程图: 手动操作 111">
                <a:extLst>
                  <a:ext uri="{FF2B5EF4-FFF2-40B4-BE49-F238E27FC236}">
                    <a16:creationId xmlns:a16="http://schemas.microsoft.com/office/drawing/2014/main" id="{3559C232-56C8-7449-AC22-25DB9C67646C}"/>
                  </a:ext>
                </a:extLst>
              </p:cNvPr>
              <p:cNvSpPr/>
              <p:nvPr>
                <p:custDataLst>
                  <p:tags r:id="rId96"/>
                </p:custDataLst>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8" name="流程图: 手动操作 112">
                <a:extLst>
                  <a:ext uri="{FF2B5EF4-FFF2-40B4-BE49-F238E27FC236}">
                    <a16:creationId xmlns:a16="http://schemas.microsoft.com/office/drawing/2014/main" id="{B678ECAD-A7B5-0C42-B27E-DF9FA3C7DE22}"/>
                  </a:ext>
                </a:extLst>
              </p:cNvPr>
              <p:cNvSpPr/>
              <p:nvPr>
                <p:custDataLst>
                  <p:tags r:id="rId97"/>
                </p:custDataLst>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9" name="直接连接符 113">
                <a:extLst>
                  <a:ext uri="{FF2B5EF4-FFF2-40B4-BE49-F238E27FC236}">
                    <a16:creationId xmlns:a16="http://schemas.microsoft.com/office/drawing/2014/main" id="{A92E4FBE-49B4-2D4C-A780-3D9721EAD1B3}"/>
                  </a:ext>
                </a:extLst>
              </p:cNvPr>
              <p:cNvCxnSpPr/>
              <p:nvPr>
                <p:custDataLst>
                  <p:tags r:id="rId98"/>
                </p:custDataLst>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0" name="直接连接符 114">
                <a:extLst>
                  <a:ext uri="{FF2B5EF4-FFF2-40B4-BE49-F238E27FC236}">
                    <a16:creationId xmlns:a16="http://schemas.microsoft.com/office/drawing/2014/main" id="{254D07D9-B573-BB46-B310-51650525F56B}"/>
                  </a:ext>
                </a:extLst>
              </p:cNvPr>
              <p:cNvCxnSpPr/>
              <p:nvPr>
                <p:custDataLst>
                  <p:tags r:id="rId99"/>
                </p:custDataLst>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64" name="椭圆 363">
              <a:extLst>
                <a:ext uri="{FF2B5EF4-FFF2-40B4-BE49-F238E27FC236}">
                  <a16:creationId xmlns:a16="http://schemas.microsoft.com/office/drawing/2014/main" id="{435E672C-FEE1-824B-B7BB-BC0C404809C4}"/>
                </a:ext>
              </a:extLst>
            </p:cNvPr>
            <p:cNvSpPr/>
            <p:nvPr>
              <p:custDataLst>
                <p:tags r:id="rId93"/>
              </p:custDataLst>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5" name="直接连接符 109">
              <a:extLst>
                <a:ext uri="{FF2B5EF4-FFF2-40B4-BE49-F238E27FC236}">
                  <a16:creationId xmlns:a16="http://schemas.microsoft.com/office/drawing/2014/main" id="{B1F2E20C-0C1D-1A47-B94E-68C29CA269C2}"/>
                </a:ext>
              </a:extLst>
            </p:cNvPr>
            <p:cNvCxnSpPr>
              <a:stCxn id="364" idx="2"/>
            </p:cNvCxnSpPr>
            <p:nvPr>
              <p:custDataLst>
                <p:tags r:id="rId94"/>
              </p:custDataLst>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6" name="直接连接符 110">
              <a:extLst>
                <a:ext uri="{FF2B5EF4-FFF2-40B4-BE49-F238E27FC236}">
                  <a16:creationId xmlns:a16="http://schemas.microsoft.com/office/drawing/2014/main" id="{AAD3F462-160F-2843-80B8-1A2FB2A953DD}"/>
                </a:ext>
              </a:extLst>
            </p:cNvPr>
            <p:cNvCxnSpPr>
              <a:endCxn id="364" idx="4"/>
            </p:cNvCxnSpPr>
            <p:nvPr>
              <p:custDataLst>
                <p:tags r:id="rId95"/>
              </p:custDataLst>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71" name="组合 370">
            <a:extLst>
              <a:ext uri="{FF2B5EF4-FFF2-40B4-BE49-F238E27FC236}">
                <a16:creationId xmlns:a16="http://schemas.microsoft.com/office/drawing/2014/main" id="{63EBE59A-7317-DF4A-BC98-381790799C8A}"/>
              </a:ext>
            </a:extLst>
          </p:cNvPr>
          <p:cNvGrpSpPr/>
          <p:nvPr>
            <p:custDataLst>
              <p:tags r:id="rId11"/>
            </p:custDataLst>
          </p:nvPr>
        </p:nvGrpSpPr>
        <p:grpSpPr>
          <a:xfrm>
            <a:off x="4919474" y="4274175"/>
            <a:ext cx="715244" cy="300594"/>
            <a:chOff x="10417629" y="3702462"/>
            <a:chExt cx="715244" cy="300594"/>
          </a:xfrm>
        </p:grpSpPr>
        <p:grpSp>
          <p:nvGrpSpPr>
            <p:cNvPr id="372" name="组合 371">
              <a:extLst>
                <a:ext uri="{FF2B5EF4-FFF2-40B4-BE49-F238E27FC236}">
                  <a16:creationId xmlns:a16="http://schemas.microsoft.com/office/drawing/2014/main" id="{E0465CAA-3390-7847-8972-5B49F9824E82}"/>
                </a:ext>
              </a:extLst>
            </p:cNvPr>
            <p:cNvGrpSpPr/>
            <p:nvPr/>
          </p:nvGrpSpPr>
          <p:grpSpPr>
            <a:xfrm>
              <a:off x="10417629" y="3702462"/>
              <a:ext cx="715244" cy="300594"/>
              <a:chOff x="10519229" y="3727121"/>
              <a:chExt cx="711615" cy="300594"/>
            </a:xfrm>
          </p:grpSpPr>
          <p:sp>
            <p:nvSpPr>
              <p:cNvPr id="376" name="流程图: 手动操作 120">
                <a:extLst>
                  <a:ext uri="{FF2B5EF4-FFF2-40B4-BE49-F238E27FC236}">
                    <a16:creationId xmlns:a16="http://schemas.microsoft.com/office/drawing/2014/main" id="{ECD566CB-848A-CE4D-A954-8BBCCD60CD05}"/>
                  </a:ext>
                </a:extLst>
              </p:cNvPr>
              <p:cNvSpPr/>
              <p:nvPr>
                <p:custDataLst>
                  <p:tags r:id="rId89"/>
                </p:custDataLst>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7" name="流程图: 手动操作 121">
                <a:extLst>
                  <a:ext uri="{FF2B5EF4-FFF2-40B4-BE49-F238E27FC236}">
                    <a16:creationId xmlns:a16="http://schemas.microsoft.com/office/drawing/2014/main" id="{2CAD0505-1597-EA42-87CB-E45C31DE1952}"/>
                  </a:ext>
                </a:extLst>
              </p:cNvPr>
              <p:cNvSpPr/>
              <p:nvPr>
                <p:custDataLst>
                  <p:tags r:id="rId90"/>
                </p:custDataLst>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8" name="直接连接符 122">
                <a:extLst>
                  <a:ext uri="{FF2B5EF4-FFF2-40B4-BE49-F238E27FC236}">
                    <a16:creationId xmlns:a16="http://schemas.microsoft.com/office/drawing/2014/main" id="{4A4CB85C-8867-1340-A1F7-94EF17AA92D4}"/>
                  </a:ext>
                </a:extLst>
              </p:cNvPr>
              <p:cNvCxnSpPr/>
              <p:nvPr>
                <p:custDataLst>
                  <p:tags r:id="rId91"/>
                </p:custDataLst>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9" name="直接连接符 123">
                <a:extLst>
                  <a:ext uri="{FF2B5EF4-FFF2-40B4-BE49-F238E27FC236}">
                    <a16:creationId xmlns:a16="http://schemas.microsoft.com/office/drawing/2014/main" id="{ABEBCC95-A8FB-9E47-8117-9B61394EDCFD}"/>
                  </a:ext>
                </a:extLst>
              </p:cNvPr>
              <p:cNvCxnSpPr/>
              <p:nvPr>
                <p:custDataLst>
                  <p:tags r:id="rId92"/>
                </p:custDataLst>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3" name="椭圆 372">
              <a:extLst>
                <a:ext uri="{FF2B5EF4-FFF2-40B4-BE49-F238E27FC236}">
                  <a16:creationId xmlns:a16="http://schemas.microsoft.com/office/drawing/2014/main" id="{7EC662FB-EEA2-9F42-8934-0C83D6F6E78E}"/>
                </a:ext>
              </a:extLst>
            </p:cNvPr>
            <p:cNvSpPr/>
            <p:nvPr>
              <p:custDataLst>
                <p:tags r:id="rId86"/>
              </p:custDataLst>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4" name="直接连接符 118">
              <a:extLst>
                <a:ext uri="{FF2B5EF4-FFF2-40B4-BE49-F238E27FC236}">
                  <a16:creationId xmlns:a16="http://schemas.microsoft.com/office/drawing/2014/main" id="{EF4713D6-EEC8-FB4E-9D43-40423F603FA0}"/>
                </a:ext>
              </a:extLst>
            </p:cNvPr>
            <p:cNvCxnSpPr>
              <a:stCxn id="373" idx="2"/>
            </p:cNvCxnSpPr>
            <p:nvPr>
              <p:custDataLst>
                <p:tags r:id="rId87"/>
              </p:custDataLst>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5" name="直接连接符 119">
              <a:extLst>
                <a:ext uri="{FF2B5EF4-FFF2-40B4-BE49-F238E27FC236}">
                  <a16:creationId xmlns:a16="http://schemas.microsoft.com/office/drawing/2014/main" id="{790D0C6D-3887-864A-83F2-09ACE5AA5A8C}"/>
                </a:ext>
              </a:extLst>
            </p:cNvPr>
            <p:cNvCxnSpPr>
              <a:endCxn id="373" idx="4"/>
            </p:cNvCxnSpPr>
            <p:nvPr>
              <p:custDataLst>
                <p:tags r:id="rId88"/>
              </p:custDataLst>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0" name="组合 379">
            <a:extLst>
              <a:ext uri="{FF2B5EF4-FFF2-40B4-BE49-F238E27FC236}">
                <a16:creationId xmlns:a16="http://schemas.microsoft.com/office/drawing/2014/main" id="{4F227674-F342-5149-87C2-58DDBB1BE7CA}"/>
              </a:ext>
            </a:extLst>
          </p:cNvPr>
          <p:cNvGrpSpPr/>
          <p:nvPr>
            <p:custDataLst>
              <p:tags r:id="rId12"/>
            </p:custDataLst>
          </p:nvPr>
        </p:nvGrpSpPr>
        <p:grpSpPr>
          <a:xfrm>
            <a:off x="5228227" y="4274175"/>
            <a:ext cx="715244" cy="300594"/>
            <a:chOff x="10417629" y="3702462"/>
            <a:chExt cx="715244" cy="300594"/>
          </a:xfrm>
        </p:grpSpPr>
        <p:grpSp>
          <p:nvGrpSpPr>
            <p:cNvPr id="381" name="组合 380">
              <a:extLst>
                <a:ext uri="{FF2B5EF4-FFF2-40B4-BE49-F238E27FC236}">
                  <a16:creationId xmlns:a16="http://schemas.microsoft.com/office/drawing/2014/main" id="{4B0DE7AF-B4B3-3742-8134-897433B4F072}"/>
                </a:ext>
              </a:extLst>
            </p:cNvPr>
            <p:cNvGrpSpPr/>
            <p:nvPr/>
          </p:nvGrpSpPr>
          <p:grpSpPr>
            <a:xfrm>
              <a:off x="10417629" y="3702462"/>
              <a:ext cx="715244" cy="300594"/>
              <a:chOff x="10519229" y="3727121"/>
              <a:chExt cx="711615" cy="300594"/>
            </a:xfrm>
          </p:grpSpPr>
          <p:sp>
            <p:nvSpPr>
              <p:cNvPr id="385" name="流程图: 手动操作 129">
                <a:extLst>
                  <a:ext uri="{FF2B5EF4-FFF2-40B4-BE49-F238E27FC236}">
                    <a16:creationId xmlns:a16="http://schemas.microsoft.com/office/drawing/2014/main" id="{F6AF7EC8-DF5D-114C-9AFA-424D2B1E76A3}"/>
                  </a:ext>
                </a:extLst>
              </p:cNvPr>
              <p:cNvSpPr/>
              <p:nvPr>
                <p:custDataLst>
                  <p:tags r:id="rId82"/>
                </p:custDataLst>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6" name="流程图: 手动操作 130">
                <a:extLst>
                  <a:ext uri="{FF2B5EF4-FFF2-40B4-BE49-F238E27FC236}">
                    <a16:creationId xmlns:a16="http://schemas.microsoft.com/office/drawing/2014/main" id="{3F5A7BD1-50E2-BF44-BF90-95B5706E20B9}"/>
                  </a:ext>
                </a:extLst>
              </p:cNvPr>
              <p:cNvSpPr/>
              <p:nvPr>
                <p:custDataLst>
                  <p:tags r:id="rId83"/>
                </p:custDataLst>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7" name="直接连接符 131">
                <a:extLst>
                  <a:ext uri="{FF2B5EF4-FFF2-40B4-BE49-F238E27FC236}">
                    <a16:creationId xmlns:a16="http://schemas.microsoft.com/office/drawing/2014/main" id="{062E2DAD-2759-BE4F-8483-6C8D7BA10360}"/>
                  </a:ext>
                </a:extLst>
              </p:cNvPr>
              <p:cNvCxnSpPr/>
              <p:nvPr>
                <p:custDataLst>
                  <p:tags r:id="rId84"/>
                </p:custDataLst>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直接连接符 132">
                <a:extLst>
                  <a:ext uri="{FF2B5EF4-FFF2-40B4-BE49-F238E27FC236}">
                    <a16:creationId xmlns:a16="http://schemas.microsoft.com/office/drawing/2014/main" id="{DC8134D3-5CC5-E142-B353-C5324C481812}"/>
                  </a:ext>
                </a:extLst>
              </p:cNvPr>
              <p:cNvCxnSpPr/>
              <p:nvPr>
                <p:custDataLst>
                  <p:tags r:id="rId85"/>
                </p:custDataLst>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2" name="椭圆 381">
              <a:extLst>
                <a:ext uri="{FF2B5EF4-FFF2-40B4-BE49-F238E27FC236}">
                  <a16:creationId xmlns:a16="http://schemas.microsoft.com/office/drawing/2014/main" id="{4583AF9C-E2F4-3D45-8078-6D08A1840912}"/>
                </a:ext>
              </a:extLst>
            </p:cNvPr>
            <p:cNvSpPr/>
            <p:nvPr>
              <p:custDataLst>
                <p:tags r:id="rId79"/>
              </p:custDataLst>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3" name="直接连接符 127">
              <a:extLst>
                <a:ext uri="{FF2B5EF4-FFF2-40B4-BE49-F238E27FC236}">
                  <a16:creationId xmlns:a16="http://schemas.microsoft.com/office/drawing/2014/main" id="{37737BFA-D336-FA4E-87CA-3075F151AAF7}"/>
                </a:ext>
              </a:extLst>
            </p:cNvPr>
            <p:cNvCxnSpPr>
              <a:stCxn id="382" idx="2"/>
            </p:cNvCxnSpPr>
            <p:nvPr>
              <p:custDataLst>
                <p:tags r:id="rId80"/>
              </p:custDataLst>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4" name="直接连接符 128">
              <a:extLst>
                <a:ext uri="{FF2B5EF4-FFF2-40B4-BE49-F238E27FC236}">
                  <a16:creationId xmlns:a16="http://schemas.microsoft.com/office/drawing/2014/main" id="{F88F7CE2-07B4-4A47-8477-4D67BED76A13}"/>
                </a:ext>
              </a:extLst>
            </p:cNvPr>
            <p:cNvCxnSpPr>
              <a:endCxn id="382" idx="4"/>
            </p:cNvCxnSpPr>
            <p:nvPr>
              <p:custDataLst>
                <p:tags r:id="rId81"/>
              </p:custDataLst>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9" name="组合 388">
            <a:extLst>
              <a:ext uri="{FF2B5EF4-FFF2-40B4-BE49-F238E27FC236}">
                <a16:creationId xmlns:a16="http://schemas.microsoft.com/office/drawing/2014/main" id="{36E28900-AFE2-F44F-A84C-1534A5C0E14A}"/>
              </a:ext>
            </a:extLst>
          </p:cNvPr>
          <p:cNvGrpSpPr/>
          <p:nvPr>
            <p:custDataLst>
              <p:tags r:id="rId13"/>
            </p:custDataLst>
          </p:nvPr>
        </p:nvGrpSpPr>
        <p:grpSpPr>
          <a:xfrm>
            <a:off x="5536980" y="4274175"/>
            <a:ext cx="715244" cy="300594"/>
            <a:chOff x="10417629" y="3702462"/>
            <a:chExt cx="715244" cy="300594"/>
          </a:xfrm>
        </p:grpSpPr>
        <p:grpSp>
          <p:nvGrpSpPr>
            <p:cNvPr id="390" name="组合 389">
              <a:extLst>
                <a:ext uri="{FF2B5EF4-FFF2-40B4-BE49-F238E27FC236}">
                  <a16:creationId xmlns:a16="http://schemas.microsoft.com/office/drawing/2014/main" id="{D45D57EE-394E-2240-B931-6E4084C5613E}"/>
                </a:ext>
              </a:extLst>
            </p:cNvPr>
            <p:cNvGrpSpPr/>
            <p:nvPr/>
          </p:nvGrpSpPr>
          <p:grpSpPr>
            <a:xfrm>
              <a:off x="10417629" y="3702462"/>
              <a:ext cx="715244" cy="300594"/>
              <a:chOff x="10519229" y="3727121"/>
              <a:chExt cx="711615" cy="300594"/>
            </a:xfrm>
          </p:grpSpPr>
          <p:sp>
            <p:nvSpPr>
              <p:cNvPr id="394" name="流程图: 手动操作 138">
                <a:extLst>
                  <a:ext uri="{FF2B5EF4-FFF2-40B4-BE49-F238E27FC236}">
                    <a16:creationId xmlns:a16="http://schemas.microsoft.com/office/drawing/2014/main" id="{B09DB388-7936-C947-8AAF-0C344B6894AC}"/>
                  </a:ext>
                </a:extLst>
              </p:cNvPr>
              <p:cNvSpPr/>
              <p:nvPr>
                <p:custDataLst>
                  <p:tags r:id="rId75"/>
                </p:custDataLst>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5" name="流程图: 手动操作 139">
                <a:extLst>
                  <a:ext uri="{FF2B5EF4-FFF2-40B4-BE49-F238E27FC236}">
                    <a16:creationId xmlns:a16="http://schemas.microsoft.com/office/drawing/2014/main" id="{7F12E07B-6444-FB41-BD0B-BD7F5965E3AA}"/>
                  </a:ext>
                </a:extLst>
              </p:cNvPr>
              <p:cNvSpPr/>
              <p:nvPr>
                <p:custDataLst>
                  <p:tags r:id="rId76"/>
                </p:custDataLst>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6" name="直接连接符 140">
                <a:extLst>
                  <a:ext uri="{FF2B5EF4-FFF2-40B4-BE49-F238E27FC236}">
                    <a16:creationId xmlns:a16="http://schemas.microsoft.com/office/drawing/2014/main" id="{9F2D9A6F-FD01-4F4A-9519-983377CA3548}"/>
                  </a:ext>
                </a:extLst>
              </p:cNvPr>
              <p:cNvCxnSpPr/>
              <p:nvPr>
                <p:custDataLst>
                  <p:tags r:id="rId77"/>
                </p:custDataLst>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7" name="直接连接符 141">
                <a:extLst>
                  <a:ext uri="{FF2B5EF4-FFF2-40B4-BE49-F238E27FC236}">
                    <a16:creationId xmlns:a16="http://schemas.microsoft.com/office/drawing/2014/main" id="{60F54CB1-0D06-7A44-88B9-3268878C5D99}"/>
                  </a:ext>
                </a:extLst>
              </p:cNvPr>
              <p:cNvCxnSpPr/>
              <p:nvPr>
                <p:custDataLst>
                  <p:tags r:id="rId78"/>
                </p:custDataLst>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91" name="椭圆 390">
              <a:extLst>
                <a:ext uri="{FF2B5EF4-FFF2-40B4-BE49-F238E27FC236}">
                  <a16:creationId xmlns:a16="http://schemas.microsoft.com/office/drawing/2014/main" id="{378A1A0D-A988-E045-8F6E-32B231CBE866}"/>
                </a:ext>
              </a:extLst>
            </p:cNvPr>
            <p:cNvSpPr/>
            <p:nvPr>
              <p:custDataLst>
                <p:tags r:id="rId72"/>
              </p:custDataLst>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2" name="直接连接符 136">
              <a:extLst>
                <a:ext uri="{FF2B5EF4-FFF2-40B4-BE49-F238E27FC236}">
                  <a16:creationId xmlns:a16="http://schemas.microsoft.com/office/drawing/2014/main" id="{5A79A8F7-66D8-984F-85FF-E47839E5C13D}"/>
                </a:ext>
              </a:extLst>
            </p:cNvPr>
            <p:cNvCxnSpPr>
              <a:stCxn id="391" idx="2"/>
            </p:cNvCxnSpPr>
            <p:nvPr>
              <p:custDataLst>
                <p:tags r:id="rId73"/>
              </p:custDataLst>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3" name="直接连接符 137">
              <a:extLst>
                <a:ext uri="{FF2B5EF4-FFF2-40B4-BE49-F238E27FC236}">
                  <a16:creationId xmlns:a16="http://schemas.microsoft.com/office/drawing/2014/main" id="{2B12B642-8A00-0C42-AB71-A4D40CECCBC7}"/>
                </a:ext>
              </a:extLst>
            </p:cNvPr>
            <p:cNvCxnSpPr>
              <a:endCxn id="391" idx="4"/>
            </p:cNvCxnSpPr>
            <p:nvPr>
              <p:custDataLst>
                <p:tags r:id="rId74"/>
              </p:custDataLst>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98" name="组合 397">
            <a:extLst>
              <a:ext uri="{FF2B5EF4-FFF2-40B4-BE49-F238E27FC236}">
                <a16:creationId xmlns:a16="http://schemas.microsoft.com/office/drawing/2014/main" id="{002102AE-0222-9046-A060-E03D89EC84C7}"/>
              </a:ext>
            </a:extLst>
          </p:cNvPr>
          <p:cNvGrpSpPr/>
          <p:nvPr>
            <p:custDataLst>
              <p:tags r:id="rId14"/>
            </p:custDataLst>
          </p:nvPr>
        </p:nvGrpSpPr>
        <p:grpSpPr>
          <a:xfrm>
            <a:off x="5845733" y="4274173"/>
            <a:ext cx="715244" cy="300594"/>
            <a:chOff x="10417629" y="3702462"/>
            <a:chExt cx="715244" cy="300594"/>
          </a:xfrm>
        </p:grpSpPr>
        <p:grpSp>
          <p:nvGrpSpPr>
            <p:cNvPr id="399" name="组合 398">
              <a:extLst>
                <a:ext uri="{FF2B5EF4-FFF2-40B4-BE49-F238E27FC236}">
                  <a16:creationId xmlns:a16="http://schemas.microsoft.com/office/drawing/2014/main" id="{D22A5F1E-1DC4-A544-995E-9653B78E1C41}"/>
                </a:ext>
              </a:extLst>
            </p:cNvPr>
            <p:cNvGrpSpPr/>
            <p:nvPr/>
          </p:nvGrpSpPr>
          <p:grpSpPr>
            <a:xfrm>
              <a:off x="10417629" y="3702462"/>
              <a:ext cx="715244" cy="300594"/>
              <a:chOff x="10519229" y="3727121"/>
              <a:chExt cx="711615" cy="300594"/>
            </a:xfrm>
          </p:grpSpPr>
          <p:sp>
            <p:nvSpPr>
              <p:cNvPr id="403" name="流程图: 手动操作 147">
                <a:extLst>
                  <a:ext uri="{FF2B5EF4-FFF2-40B4-BE49-F238E27FC236}">
                    <a16:creationId xmlns:a16="http://schemas.microsoft.com/office/drawing/2014/main" id="{D87D4DAE-9454-5C47-9286-806EC4103FB2}"/>
                  </a:ext>
                </a:extLst>
              </p:cNvPr>
              <p:cNvSpPr/>
              <p:nvPr>
                <p:custDataLst>
                  <p:tags r:id="rId68"/>
                </p:custDataLst>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流程图: 手动操作 148">
                <a:extLst>
                  <a:ext uri="{FF2B5EF4-FFF2-40B4-BE49-F238E27FC236}">
                    <a16:creationId xmlns:a16="http://schemas.microsoft.com/office/drawing/2014/main" id="{7496084B-35E0-7746-B847-BD7E5B4CED57}"/>
                  </a:ext>
                </a:extLst>
              </p:cNvPr>
              <p:cNvSpPr/>
              <p:nvPr>
                <p:custDataLst>
                  <p:tags r:id="rId69"/>
                </p:custDataLst>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5" name="直接连接符 149">
                <a:extLst>
                  <a:ext uri="{FF2B5EF4-FFF2-40B4-BE49-F238E27FC236}">
                    <a16:creationId xmlns:a16="http://schemas.microsoft.com/office/drawing/2014/main" id="{14CDA1DD-AB6D-344C-BFC6-BEC87BA781E5}"/>
                  </a:ext>
                </a:extLst>
              </p:cNvPr>
              <p:cNvCxnSpPr/>
              <p:nvPr>
                <p:custDataLst>
                  <p:tags r:id="rId70"/>
                </p:custDataLst>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6" name="直接连接符 150">
                <a:extLst>
                  <a:ext uri="{FF2B5EF4-FFF2-40B4-BE49-F238E27FC236}">
                    <a16:creationId xmlns:a16="http://schemas.microsoft.com/office/drawing/2014/main" id="{0FD43DCD-EE8D-2A4B-BC37-D1612623523D}"/>
                  </a:ext>
                </a:extLst>
              </p:cNvPr>
              <p:cNvCxnSpPr/>
              <p:nvPr>
                <p:custDataLst>
                  <p:tags r:id="rId71"/>
                </p:custDataLst>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0" name="椭圆 399">
              <a:extLst>
                <a:ext uri="{FF2B5EF4-FFF2-40B4-BE49-F238E27FC236}">
                  <a16:creationId xmlns:a16="http://schemas.microsoft.com/office/drawing/2014/main" id="{3FBC0498-CFE2-DA4D-8A74-0AA8DFCE23CC}"/>
                </a:ext>
              </a:extLst>
            </p:cNvPr>
            <p:cNvSpPr/>
            <p:nvPr>
              <p:custDataLst>
                <p:tags r:id="rId65"/>
              </p:custDataLst>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1" name="直接连接符 145">
              <a:extLst>
                <a:ext uri="{FF2B5EF4-FFF2-40B4-BE49-F238E27FC236}">
                  <a16:creationId xmlns:a16="http://schemas.microsoft.com/office/drawing/2014/main" id="{0F583688-96A3-424D-909C-A360B8935393}"/>
                </a:ext>
              </a:extLst>
            </p:cNvPr>
            <p:cNvCxnSpPr>
              <a:stCxn id="400" idx="2"/>
            </p:cNvCxnSpPr>
            <p:nvPr>
              <p:custDataLst>
                <p:tags r:id="rId66"/>
              </p:custDataLst>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2" name="直接连接符 146">
              <a:extLst>
                <a:ext uri="{FF2B5EF4-FFF2-40B4-BE49-F238E27FC236}">
                  <a16:creationId xmlns:a16="http://schemas.microsoft.com/office/drawing/2014/main" id="{D0A9B5EF-8014-6345-A3F6-4A6E648A2612}"/>
                </a:ext>
              </a:extLst>
            </p:cNvPr>
            <p:cNvCxnSpPr>
              <a:endCxn id="400" idx="4"/>
            </p:cNvCxnSpPr>
            <p:nvPr>
              <p:custDataLst>
                <p:tags r:id="rId67"/>
              </p:custDataLst>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7" name="矩形 406">
            <a:extLst>
              <a:ext uri="{FF2B5EF4-FFF2-40B4-BE49-F238E27FC236}">
                <a16:creationId xmlns:a16="http://schemas.microsoft.com/office/drawing/2014/main" id="{450870B0-1815-134D-9E77-5F1B5E35C1AD}"/>
              </a:ext>
            </a:extLst>
          </p:cNvPr>
          <p:cNvSpPr/>
          <p:nvPr>
            <p:custDataLst>
              <p:tags r:id="rId15"/>
            </p:custDataLst>
          </p:nvPr>
        </p:nvSpPr>
        <p:spPr>
          <a:xfrm>
            <a:off x="7135419" y="2576567"/>
            <a:ext cx="798286" cy="300594"/>
          </a:xfrm>
          <a:prstGeom prst="rect">
            <a:avLst/>
          </a:prstGeom>
          <a:solidFill>
            <a:srgbClr val="E5F3FF"/>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onsolas" panose="020B0609020204030204" pitchFamily="49" charset="0"/>
                <a:cs typeface="Times New Roman" panose="02020603050405020304" pitchFamily="18" charset="0"/>
              </a:rPr>
              <a:t>pred</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408" name="矩形 407">
            <a:extLst>
              <a:ext uri="{FF2B5EF4-FFF2-40B4-BE49-F238E27FC236}">
                <a16:creationId xmlns:a16="http://schemas.microsoft.com/office/drawing/2014/main" id="{6810B91E-B752-FA43-82BE-66AF196672B6}"/>
              </a:ext>
            </a:extLst>
          </p:cNvPr>
          <p:cNvSpPr/>
          <p:nvPr>
            <p:custDataLst>
              <p:tags r:id="rId16"/>
            </p:custDataLst>
          </p:nvPr>
        </p:nvSpPr>
        <p:spPr>
          <a:xfrm>
            <a:off x="7135419" y="3027471"/>
            <a:ext cx="798286" cy="300594"/>
          </a:xfrm>
          <a:prstGeom prst="rect">
            <a:avLst/>
          </a:prstGeom>
          <a:solidFill>
            <a:srgbClr val="FFEDE0"/>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onsolas" panose="020B0609020204030204" pitchFamily="49" charset="0"/>
                <a:cs typeface="Times New Roman" panose="02020603050405020304" pitchFamily="18" charset="0"/>
              </a:rPr>
              <a:t>out</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409" name="等腰三角形 153">
            <a:extLst>
              <a:ext uri="{FF2B5EF4-FFF2-40B4-BE49-F238E27FC236}">
                <a16:creationId xmlns:a16="http://schemas.microsoft.com/office/drawing/2014/main" id="{54B037E2-38F0-8C44-A0E0-6724C51F0697}"/>
              </a:ext>
            </a:extLst>
          </p:cNvPr>
          <p:cNvSpPr/>
          <p:nvPr>
            <p:custDataLst>
              <p:tags r:id="rId17"/>
            </p:custDataLst>
          </p:nvPr>
        </p:nvSpPr>
        <p:spPr>
          <a:xfrm rot="5400000">
            <a:off x="7114192" y="2695207"/>
            <a:ext cx="118733" cy="76279"/>
          </a:xfrm>
          <a:prstGeom prst="triangle">
            <a:avLst>
              <a:gd name="adj" fmla="val 5280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0" name="等腰三角形 154">
            <a:extLst>
              <a:ext uri="{FF2B5EF4-FFF2-40B4-BE49-F238E27FC236}">
                <a16:creationId xmlns:a16="http://schemas.microsoft.com/office/drawing/2014/main" id="{391AEADC-FAAB-2A4D-A2C9-E7714E4184AF}"/>
              </a:ext>
            </a:extLst>
          </p:cNvPr>
          <p:cNvSpPr/>
          <p:nvPr>
            <p:custDataLst>
              <p:tags r:id="rId18"/>
            </p:custDataLst>
          </p:nvPr>
        </p:nvSpPr>
        <p:spPr>
          <a:xfrm rot="5400000">
            <a:off x="7114192" y="3152200"/>
            <a:ext cx="118733" cy="76279"/>
          </a:xfrm>
          <a:prstGeom prst="triangle">
            <a:avLst>
              <a:gd name="adj" fmla="val 5280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1" name="矩形 410">
            <a:extLst>
              <a:ext uri="{FF2B5EF4-FFF2-40B4-BE49-F238E27FC236}">
                <a16:creationId xmlns:a16="http://schemas.microsoft.com/office/drawing/2014/main" id="{436B4C01-AFE5-2642-88D1-8C5D2C836FFE}"/>
              </a:ext>
            </a:extLst>
          </p:cNvPr>
          <p:cNvSpPr/>
          <p:nvPr>
            <p:custDataLst>
              <p:tags r:id="rId19"/>
            </p:custDataLst>
          </p:nvPr>
        </p:nvSpPr>
        <p:spPr>
          <a:xfrm>
            <a:off x="7135419" y="3919261"/>
            <a:ext cx="798286" cy="300594"/>
          </a:xfrm>
          <a:prstGeom prst="rect">
            <a:avLst/>
          </a:prstGeom>
          <a:solidFill>
            <a:srgbClr val="F0FFE9"/>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onsolas" panose="020B0609020204030204" pitchFamily="49" charset="0"/>
                <a:cs typeface="Times New Roman" panose="02020603050405020304" pitchFamily="18" charset="0"/>
              </a:rPr>
              <a:t>gen</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412" name="等腰三角形 156">
            <a:extLst>
              <a:ext uri="{FF2B5EF4-FFF2-40B4-BE49-F238E27FC236}">
                <a16:creationId xmlns:a16="http://schemas.microsoft.com/office/drawing/2014/main" id="{9C67FC93-C856-D348-8564-24C59366845E}"/>
              </a:ext>
            </a:extLst>
          </p:cNvPr>
          <p:cNvSpPr/>
          <p:nvPr>
            <p:custDataLst>
              <p:tags r:id="rId20"/>
            </p:custDataLst>
          </p:nvPr>
        </p:nvSpPr>
        <p:spPr>
          <a:xfrm rot="5400000">
            <a:off x="7114192" y="4043990"/>
            <a:ext cx="118733" cy="76279"/>
          </a:xfrm>
          <a:prstGeom prst="triangle">
            <a:avLst>
              <a:gd name="adj" fmla="val 5280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3" name="矩形 412">
            <a:extLst>
              <a:ext uri="{FF2B5EF4-FFF2-40B4-BE49-F238E27FC236}">
                <a16:creationId xmlns:a16="http://schemas.microsoft.com/office/drawing/2014/main" id="{0D5E26B0-3685-2642-B9DF-A10BE2312F5D}"/>
              </a:ext>
            </a:extLst>
          </p:cNvPr>
          <p:cNvSpPr/>
          <p:nvPr>
            <p:custDataLst>
              <p:tags r:id="rId21"/>
            </p:custDataLst>
          </p:nvPr>
        </p:nvSpPr>
        <p:spPr>
          <a:xfrm>
            <a:off x="7130873" y="4352061"/>
            <a:ext cx="798286" cy="300594"/>
          </a:xfrm>
          <a:prstGeom prst="rect">
            <a:avLst/>
          </a:prstGeom>
          <a:solidFill>
            <a:srgbClr val="F0FFE9"/>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onsolas" panose="020B0609020204030204" pitchFamily="49" charset="0"/>
                <a:cs typeface="Times New Roman" panose="02020603050405020304" pitchFamily="18" charset="0"/>
              </a:rPr>
              <a:t>kill</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414" name="等腰三角形 160">
            <a:extLst>
              <a:ext uri="{FF2B5EF4-FFF2-40B4-BE49-F238E27FC236}">
                <a16:creationId xmlns:a16="http://schemas.microsoft.com/office/drawing/2014/main" id="{ED93BD47-6D55-C046-B1CC-52F1DEAF8F1C}"/>
              </a:ext>
            </a:extLst>
          </p:cNvPr>
          <p:cNvSpPr/>
          <p:nvPr>
            <p:custDataLst>
              <p:tags r:id="rId22"/>
            </p:custDataLst>
          </p:nvPr>
        </p:nvSpPr>
        <p:spPr>
          <a:xfrm rot="5400000">
            <a:off x="7109646" y="4476790"/>
            <a:ext cx="118733" cy="76279"/>
          </a:xfrm>
          <a:prstGeom prst="triangle">
            <a:avLst>
              <a:gd name="adj" fmla="val 5280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5" name="流程图: 手动操作 166">
            <a:extLst>
              <a:ext uri="{FF2B5EF4-FFF2-40B4-BE49-F238E27FC236}">
                <a16:creationId xmlns:a16="http://schemas.microsoft.com/office/drawing/2014/main" id="{541B429F-A553-5143-BDBA-6D1B9E8386F6}"/>
              </a:ext>
            </a:extLst>
          </p:cNvPr>
          <p:cNvSpPr/>
          <p:nvPr>
            <p:custDataLst>
              <p:tags r:id="rId23"/>
            </p:custDataLst>
          </p:nvPr>
        </p:nvSpPr>
        <p:spPr>
          <a:xfrm>
            <a:off x="5392840" y="5447971"/>
            <a:ext cx="80686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416" name="文本框 415">
            <a:extLst>
              <a:ext uri="{FF2B5EF4-FFF2-40B4-BE49-F238E27FC236}">
                <a16:creationId xmlns:a16="http://schemas.microsoft.com/office/drawing/2014/main" id="{FDCAF951-1476-6645-8BE3-785183A2FD54}"/>
              </a:ext>
            </a:extLst>
          </p:cNvPr>
          <p:cNvSpPr txBox="1"/>
          <p:nvPr>
            <p:custDataLst>
              <p:tags r:id="rId24"/>
            </p:custDataLst>
          </p:nvPr>
        </p:nvSpPr>
        <p:spPr>
          <a:xfrm>
            <a:off x="5511893" y="5413602"/>
            <a:ext cx="591204" cy="369332"/>
          </a:xfrm>
          <a:prstGeom prst="rect">
            <a:avLst/>
          </a:prstGeom>
          <a:noFill/>
        </p:spPr>
        <p:txBody>
          <a:bodyPr wrap="square" rtlCol="0">
            <a:spAutoFit/>
          </a:bodyPr>
          <a:lstStyle/>
          <a:p>
            <a:r>
              <a:rPr lang="en-US" altLang="zh-CN" dirty="0">
                <a:latin typeface="Consolas" panose="020B0609020204030204" pitchFamily="49" charset="0"/>
              </a:rPr>
              <a:t>MUX</a:t>
            </a:r>
            <a:endParaRPr lang="zh-CN" altLang="en-US" dirty="0">
              <a:latin typeface="Consolas" panose="020B0609020204030204" pitchFamily="49" charset="0"/>
            </a:endParaRPr>
          </a:p>
        </p:txBody>
      </p:sp>
      <p:sp>
        <p:nvSpPr>
          <p:cNvPr id="417" name="矩形 416">
            <a:extLst>
              <a:ext uri="{FF2B5EF4-FFF2-40B4-BE49-F238E27FC236}">
                <a16:creationId xmlns:a16="http://schemas.microsoft.com/office/drawing/2014/main" id="{003FA44F-A4A5-0842-A8A0-D99E67906B83}"/>
              </a:ext>
            </a:extLst>
          </p:cNvPr>
          <p:cNvSpPr/>
          <p:nvPr>
            <p:custDataLst>
              <p:tags r:id="rId25"/>
            </p:custDataLst>
          </p:nvPr>
        </p:nvSpPr>
        <p:spPr>
          <a:xfrm>
            <a:off x="7130873" y="5233945"/>
            <a:ext cx="798286" cy="300594"/>
          </a:xfrm>
          <a:prstGeom prst="rect">
            <a:avLst/>
          </a:prstGeom>
          <a:solidFill>
            <a:srgbClr val="E5F3FF"/>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latin typeface="Consolas" panose="020B0609020204030204" pitchFamily="49" charset="0"/>
                <a:cs typeface="Times New Roman" panose="02020603050405020304" pitchFamily="18" charset="0"/>
              </a:rPr>
              <a:t>succ</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418" name="等腰三角形 174">
            <a:extLst>
              <a:ext uri="{FF2B5EF4-FFF2-40B4-BE49-F238E27FC236}">
                <a16:creationId xmlns:a16="http://schemas.microsoft.com/office/drawing/2014/main" id="{1A683523-F146-3441-8E46-6AA45C480AB2}"/>
              </a:ext>
            </a:extLst>
          </p:cNvPr>
          <p:cNvSpPr/>
          <p:nvPr>
            <p:custDataLst>
              <p:tags r:id="rId26"/>
            </p:custDataLst>
          </p:nvPr>
        </p:nvSpPr>
        <p:spPr>
          <a:xfrm rot="5400000">
            <a:off x="7109646" y="5358674"/>
            <a:ext cx="118733" cy="76279"/>
          </a:xfrm>
          <a:prstGeom prst="triangle">
            <a:avLst>
              <a:gd name="adj" fmla="val 5280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9" name="直接箭头连接符 176">
            <a:extLst>
              <a:ext uri="{FF2B5EF4-FFF2-40B4-BE49-F238E27FC236}">
                <a16:creationId xmlns:a16="http://schemas.microsoft.com/office/drawing/2014/main" id="{72380528-0A45-0146-90F3-67C12B24786D}"/>
              </a:ext>
            </a:extLst>
          </p:cNvPr>
          <p:cNvCxnSpPr/>
          <p:nvPr>
            <p:custDataLst>
              <p:tags r:id="rId27"/>
            </p:custDataLst>
          </p:nvPr>
        </p:nvCxnSpPr>
        <p:spPr>
          <a:xfrm>
            <a:off x="5740875" y="2296919"/>
            <a:ext cx="6350" cy="6464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0" name="直接连接符 181">
            <a:extLst>
              <a:ext uri="{FF2B5EF4-FFF2-40B4-BE49-F238E27FC236}">
                <a16:creationId xmlns:a16="http://schemas.microsoft.com/office/drawing/2014/main" id="{4E7C873A-3DF5-C547-8AAA-C880F276399A}"/>
              </a:ext>
            </a:extLst>
          </p:cNvPr>
          <p:cNvCxnSpPr/>
          <p:nvPr>
            <p:custDataLst>
              <p:tags r:id="rId28"/>
            </p:custDataLst>
          </p:nvPr>
        </p:nvCxnSpPr>
        <p:spPr>
          <a:xfrm>
            <a:off x="5747225" y="2374024"/>
            <a:ext cx="17527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1" name="直接箭头连接符 184">
            <a:extLst>
              <a:ext uri="{FF2B5EF4-FFF2-40B4-BE49-F238E27FC236}">
                <a16:creationId xmlns:a16="http://schemas.microsoft.com/office/drawing/2014/main" id="{37EA90C5-24A3-2843-813C-5DED5F8919D9}"/>
              </a:ext>
            </a:extLst>
          </p:cNvPr>
          <p:cNvCxnSpPr/>
          <p:nvPr>
            <p:custDataLst>
              <p:tags r:id="rId29"/>
            </p:custDataLst>
          </p:nvPr>
        </p:nvCxnSpPr>
        <p:spPr>
          <a:xfrm>
            <a:off x="7499931" y="2376066"/>
            <a:ext cx="0" cy="20050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2" name="直接连接符 186">
            <a:extLst>
              <a:ext uri="{FF2B5EF4-FFF2-40B4-BE49-F238E27FC236}">
                <a16:creationId xmlns:a16="http://schemas.microsoft.com/office/drawing/2014/main" id="{F52F9818-0DE8-3D4D-A37D-3A098C10A847}"/>
              </a:ext>
            </a:extLst>
          </p:cNvPr>
          <p:cNvCxnSpPr/>
          <p:nvPr>
            <p:custDataLst>
              <p:tags r:id="rId30"/>
            </p:custDataLst>
          </p:nvPr>
        </p:nvCxnSpPr>
        <p:spPr>
          <a:xfrm>
            <a:off x="6246747" y="2724123"/>
            <a:ext cx="8841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3" name="直接箭头连接符 188">
            <a:extLst>
              <a:ext uri="{FF2B5EF4-FFF2-40B4-BE49-F238E27FC236}">
                <a16:creationId xmlns:a16="http://schemas.microsoft.com/office/drawing/2014/main" id="{4CB6DECA-AD6B-E242-8806-C8A9D8773233}"/>
              </a:ext>
            </a:extLst>
          </p:cNvPr>
          <p:cNvCxnSpPr/>
          <p:nvPr>
            <p:custDataLst>
              <p:tags r:id="rId31"/>
            </p:custDataLst>
          </p:nvPr>
        </p:nvCxnSpPr>
        <p:spPr>
          <a:xfrm>
            <a:off x="6262596" y="2724123"/>
            <a:ext cx="0" cy="23177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4" name="直接连接符 201">
            <a:extLst>
              <a:ext uri="{FF2B5EF4-FFF2-40B4-BE49-F238E27FC236}">
                <a16:creationId xmlns:a16="http://schemas.microsoft.com/office/drawing/2014/main" id="{3AFE2DA0-050A-944B-9E85-C417996AFC21}"/>
              </a:ext>
            </a:extLst>
          </p:cNvPr>
          <p:cNvCxnSpPr/>
          <p:nvPr>
            <p:custDataLst>
              <p:tags r:id="rId32"/>
            </p:custDataLst>
          </p:nvPr>
        </p:nvCxnSpPr>
        <p:spPr>
          <a:xfrm flipH="1">
            <a:off x="6732463" y="2718694"/>
            <a:ext cx="4288" cy="48388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5" name="直接连接符 204">
            <a:extLst>
              <a:ext uri="{FF2B5EF4-FFF2-40B4-BE49-F238E27FC236}">
                <a16:creationId xmlns:a16="http://schemas.microsoft.com/office/drawing/2014/main" id="{E0DEE513-ACBE-D045-B952-4F512D5FF2CA}"/>
              </a:ext>
            </a:extLst>
          </p:cNvPr>
          <p:cNvCxnSpPr/>
          <p:nvPr>
            <p:custDataLst>
              <p:tags r:id="rId33"/>
            </p:custDataLst>
          </p:nvPr>
        </p:nvCxnSpPr>
        <p:spPr>
          <a:xfrm flipH="1">
            <a:off x="6738347" y="3190339"/>
            <a:ext cx="3925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6" name="直接箭头连接符 208">
            <a:extLst>
              <a:ext uri="{FF2B5EF4-FFF2-40B4-BE49-F238E27FC236}">
                <a16:creationId xmlns:a16="http://schemas.microsoft.com/office/drawing/2014/main" id="{5B2248EE-5606-1D4E-BD9B-A9B50D74C4ED}"/>
              </a:ext>
            </a:extLst>
          </p:cNvPr>
          <p:cNvCxnSpPr/>
          <p:nvPr>
            <p:custDataLst>
              <p:tags r:id="rId34"/>
            </p:custDataLst>
          </p:nvPr>
        </p:nvCxnSpPr>
        <p:spPr>
          <a:xfrm flipH="1">
            <a:off x="5744685" y="3248014"/>
            <a:ext cx="2540" cy="2870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7" name="直接连接符 211">
            <a:extLst>
              <a:ext uri="{FF2B5EF4-FFF2-40B4-BE49-F238E27FC236}">
                <a16:creationId xmlns:a16="http://schemas.microsoft.com/office/drawing/2014/main" id="{50FB6F92-2D19-9A48-B3A0-7C3C76C1125A}"/>
              </a:ext>
            </a:extLst>
          </p:cNvPr>
          <p:cNvCxnSpPr/>
          <p:nvPr>
            <p:custDataLst>
              <p:tags r:id="rId35"/>
            </p:custDataLst>
          </p:nvPr>
        </p:nvCxnSpPr>
        <p:spPr>
          <a:xfrm>
            <a:off x="6258245" y="4082129"/>
            <a:ext cx="8841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8" name="直接箭头连接符 212">
            <a:extLst>
              <a:ext uri="{FF2B5EF4-FFF2-40B4-BE49-F238E27FC236}">
                <a16:creationId xmlns:a16="http://schemas.microsoft.com/office/drawing/2014/main" id="{77164B5A-95BB-AF44-B985-3F3E8E120323}"/>
              </a:ext>
            </a:extLst>
          </p:cNvPr>
          <p:cNvCxnSpPr/>
          <p:nvPr>
            <p:custDataLst>
              <p:tags r:id="rId36"/>
            </p:custDataLst>
          </p:nvPr>
        </p:nvCxnSpPr>
        <p:spPr>
          <a:xfrm>
            <a:off x="6258245" y="4069558"/>
            <a:ext cx="0" cy="2014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9" name="直接连接符 216">
            <a:extLst>
              <a:ext uri="{FF2B5EF4-FFF2-40B4-BE49-F238E27FC236}">
                <a16:creationId xmlns:a16="http://schemas.microsoft.com/office/drawing/2014/main" id="{7CA18733-2127-4B4A-8304-BC3A03BE427C}"/>
              </a:ext>
            </a:extLst>
          </p:cNvPr>
          <p:cNvCxnSpPr/>
          <p:nvPr>
            <p:custDataLst>
              <p:tags r:id="rId37"/>
            </p:custDataLst>
          </p:nvPr>
        </p:nvCxnSpPr>
        <p:spPr>
          <a:xfrm flipH="1">
            <a:off x="6740214" y="4514929"/>
            <a:ext cx="39065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0" name="直接连接符 217">
            <a:extLst>
              <a:ext uri="{FF2B5EF4-FFF2-40B4-BE49-F238E27FC236}">
                <a16:creationId xmlns:a16="http://schemas.microsoft.com/office/drawing/2014/main" id="{AA7153DE-297A-8343-B028-5EF68C9C0AD6}"/>
              </a:ext>
            </a:extLst>
          </p:cNvPr>
          <p:cNvCxnSpPr/>
          <p:nvPr>
            <p:custDataLst>
              <p:tags r:id="rId38"/>
            </p:custDataLst>
          </p:nvPr>
        </p:nvCxnSpPr>
        <p:spPr>
          <a:xfrm flipH="1">
            <a:off x="6751573" y="4082129"/>
            <a:ext cx="4288" cy="44264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1" name="直接连接符 221">
            <a:extLst>
              <a:ext uri="{FF2B5EF4-FFF2-40B4-BE49-F238E27FC236}">
                <a16:creationId xmlns:a16="http://schemas.microsoft.com/office/drawing/2014/main" id="{0EC15E67-5513-4942-8ABA-585E4537ACE7}"/>
              </a:ext>
            </a:extLst>
          </p:cNvPr>
          <p:cNvCxnSpPr/>
          <p:nvPr>
            <p:custDataLst>
              <p:tags r:id="rId39"/>
            </p:custDataLst>
          </p:nvPr>
        </p:nvCxnSpPr>
        <p:spPr>
          <a:xfrm>
            <a:off x="7530016" y="5534539"/>
            <a:ext cx="0" cy="939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2" name="直接箭头连接符 223">
            <a:extLst>
              <a:ext uri="{FF2B5EF4-FFF2-40B4-BE49-F238E27FC236}">
                <a16:creationId xmlns:a16="http://schemas.microsoft.com/office/drawing/2014/main" id="{6AE4B5C2-A9F0-7246-9902-1DCC585A93B8}"/>
              </a:ext>
            </a:extLst>
          </p:cNvPr>
          <p:cNvCxnSpPr/>
          <p:nvPr>
            <p:custDataLst>
              <p:tags r:id="rId40"/>
            </p:custDataLst>
          </p:nvPr>
        </p:nvCxnSpPr>
        <p:spPr>
          <a:xfrm flipH="1">
            <a:off x="6140156" y="5638041"/>
            <a:ext cx="1402715" cy="57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3" name="矩形 432">
            <a:extLst>
              <a:ext uri="{FF2B5EF4-FFF2-40B4-BE49-F238E27FC236}">
                <a16:creationId xmlns:a16="http://schemas.microsoft.com/office/drawing/2014/main" id="{E1DD21EA-E4D2-E34E-B40E-B82F0AFF3DB2}"/>
              </a:ext>
            </a:extLst>
          </p:cNvPr>
          <p:cNvSpPr/>
          <p:nvPr/>
        </p:nvSpPr>
        <p:spPr>
          <a:xfrm>
            <a:off x="9920128" y="1825780"/>
            <a:ext cx="1224915" cy="3687200"/>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4" name="矩形 433">
            <a:extLst>
              <a:ext uri="{FF2B5EF4-FFF2-40B4-BE49-F238E27FC236}">
                <a16:creationId xmlns:a16="http://schemas.microsoft.com/office/drawing/2014/main" id="{B6C1FEEE-82E2-BB49-8193-2A3668E6D5A8}"/>
              </a:ext>
            </a:extLst>
          </p:cNvPr>
          <p:cNvSpPr/>
          <p:nvPr/>
        </p:nvSpPr>
        <p:spPr>
          <a:xfrm>
            <a:off x="10022363" y="2354489"/>
            <a:ext cx="1014730" cy="493395"/>
          </a:xfrm>
          <a:prstGeom prst="rect">
            <a:avLst/>
          </a:prstGeom>
          <a:solidFill>
            <a:srgbClr val="E5F3FF"/>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Consolas" panose="020B0609020204030204" pitchFamily="49" charset="0"/>
              <a:cs typeface="Times New Roman" panose="02020603050405020304" pitchFamily="18" charset="0"/>
            </a:endParaRPr>
          </a:p>
        </p:txBody>
      </p:sp>
      <p:sp>
        <p:nvSpPr>
          <p:cNvPr id="435" name="文本框 434">
            <a:extLst>
              <a:ext uri="{FF2B5EF4-FFF2-40B4-BE49-F238E27FC236}">
                <a16:creationId xmlns:a16="http://schemas.microsoft.com/office/drawing/2014/main" id="{16CB0359-7F16-7B4C-8FBB-052BEF3625E2}"/>
              </a:ext>
            </a:extLst>
          </p:cNvPr>
          <p:cNvSpPr txBox="1"/>
          <p:nvPr/>
        </p:nvSpPr>
        <p:spPr>
          <a:xfrm>
            <a:off x="10155873" y="2422255"/>
            <a:ext cx="741488" cy="369332"/>
          </a:xfrm>
          <a:prstGeom prst="rect">
            <a:avLst/>
          </a:prstGeom>
          <a:noFill/>
        </p:spPr>
        <p:txBody>
          <a:bodyPr wrap="square" rtlCol="0">
            <a:spAutoFit/>
          </a:bodyPr>
          <a:lstStyle/>
          <a:p>
            <a:r>
              <a:rPr lang="en-US" altLang="zh-CN" dirty="0" err="1">
                <a:latin typeface="Consolas" panose="020B0609020204030204" pitchFamily="49" charset="0"/>
              </a:rPr>
              <a:t>pred</a:t>
            </a:r>
            <a:endParaRPr lang="zh-CN" altLang="en-US" dirty="0">
              <a:latin typeface="Consolas" panose="020B0609020204030204" pitchFamily="49" charset="0"/>
            </a:endParaRPr>
          </a:p>
        </p:txBody>
      </p:sp>
      <p:sp>
        <p:nvSpPr>
          <p:cNvPr id="436" name="矩形 435">
            <a:extLst>
              <a:ext uri="{FF2B5EF4-FFF2-40B4-BE49-F238E27FC236}">
                <a16:creationId xmlns:a16="http://schemas.microsoft.com/office/drawing/2014/main" id="{9B35DB33-F0F0-DB48-806C-8A8046AFF4A0}"/>
              </a:ext>
            </a:extLst>
          </p:cNvPr>
          <p:cNvSpPr/>
          <p:nvPr/>
        </p:nvSpPr>
        <p:spPr>
          <a:xfrm>
            <a:off x="10022363" y="4141379"/>
            <a:ext cx="1014730" cy="589280"/>
          </a:xfrm>
          <a:prstGeom prst="rect">
            <a:avLst/>
          </a:prstGeom>
          <a:solidFill>
            <a:srgbClr val="F0FFE9"/>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7" name="文本框 436">
            <a:extLst>
              <a:ext uri="{FF2B5EF4-FFF2-40B4-BE49-F238E27FC236}">
                <a16:creationId xmlns:a16="http://schemas.microsoft.com/office/drawing/2014/main" id="{D97DA250-3B29-9A45-A185-05BDD1FFE344}"/>
              </a:ext>
            </a:extLst>
          </p:cNvPr>
          <p:cNvSpPr txBox="1"/>
          <p:nvPr/>
        </p:nvSpPr>
        <p:spPr>
          <a:xfrm>
            <a:off x="9994044" y="4257157"/>
            <a:ext cx="1084215" cy="338554"/>
          </a:xfrm>
          <a:prstGeom prst="rect">
            <a:avLst/>
          </a:prstGeom>
          <a:noFill/>
          <a:effectLst/>
        </p:spPr>
        <p:txBody>
          <a:bodyPr wrap="square" rtlCol="0">
            <a:spAutoFit/>
          </a:bodyPr>
          <a:lstStyle/>
          <a:p>
            <a:r>
              <a:rPr lang="en-US" altLang="zh-CN" sz="1600" dirty="0">
                <a:latin typeface="Consolas" panose="020B0609020204030204" pitchFamily="49" charset="0"/>
              </a:rPr>
              <a:t>gen/kill</a:t>
            </a:r>
          </a:p>
        </p:txBody>
      </p:sp>
      <p:sp>
        <p:nvSpPr>
          <p:cNvPr id="438" name="文本框 437">
            <a:extLst>
              <a:ext uri="{FF2B5EF4-FFF2-40B4-BE49-F238E27FC236}">
                <a16:creationId xmlns:a16="http://schemas.microsoft.com/office/drawing/2014/main" id="{CAA4F521-CA52-C04E-8146-41E61158E1A1}"/>
              </a:ext>
            </a:extLst>
          </p:cNvPr>
          <p:cNvSpPr txBox="1"/>
          <p:nvPr/>
        </p:nvSpPr>
        <p:spPr>
          <a:xfrm>
            <a:off x="10402030" y="5100064"/>
            <a:ext cx="635726" cy="369332"/>
          </a:xfrm>
          <a:prstGeom prst="rect">
            <a:avLst/>
          </a:prstGeom>
          <a:noFill/>
        </p:spPr>
        <p:txBody>
          <a:bodyPr wrap="square" rtlCol="0">
            <a:spAutoFit/>
          </a:bodyPr>
          <a:lstStyle/>
          <a:p>
            <a:r>
              <a:rPr lang="en-US" altLang="zh-CN" dirty="0"/>
              <a:t>……</a:t>
            </a:r>
            <a:endParaRPr lang="zh-CN" altLang="en-US" dirty="0"/>
          </a:p>
        </p:txBody>
      </p:sp>
      <p:cxnSp>
        <p:nvCxnSpPr>
          <p:cNvPr id="439" name="直接箭头连接符 251">
            <a:extLst>
              <a:ext uri="{FF2B5EF4-FFF2-40B4-BE49-F238E27FC236}">
                <a16:creationId xmlns:a16="http://schemas.microsoft.com/office/drawing/2014/main" id="{E6460608-CFA6-EA43-9CFF-ECFB3B9B2A29}"/>
              </a:ext>
            </a:extLst>
          </p:cNvPr>
          <p:cNvCxnSpPr/>
          <p:nvPr>
            <p:custDataLst>
              <p:tags r:id="rId41"/>
            </p:custDataLst>
          </p:nvPr>
        </p:nvCxnSpPr>
        <p:spPr>
          <a:xfrm flipH="1" flipV="1">
            <a:off x="7915360" y="5374452"/>
            <a:ext cx="335520" cy="26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0" name="直接箭头连接符 259">
            <a:extLst>
              <a:ext uri="{FF2B5EF4-FFF2-40B4-BE49-F238E27FC236}">
                <a16:creationId xmlns:a16="http://schemas.microsoft.com/office/drawing/2014/main" id="{ABF43C18-27DA-1F4D-8828-DA335DDD436D}"/>
              </a:ext>
            </a:extLst>
          </p:cNvPr>
          <p:cNvCxnSpPr/>
          <p:nvPr>
            <p:custDataLst>
              <p:tags r:id="rId42"/>
            </p:custDataLst>
          </p:nvPr>
        </p:nvCxnSpPr>
        <p:spPr>
          <a:xfrm flipH="1">
            <a:off x="7932941" y="4510008"/>
            <a:ext cx="317939" cy="520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1" name="直接箭头连接符 260">
            <a:extLst>
              <a:ext uri="{FF2B5EF4-FFF2-40B4-BE49-F238E27FC236}">
                <a16:creationId xmlns:a16="http://schemas.microsoft.com/office/drawing/2014/main" id="{905D5918-8278-634A-A2F0-C1226A311359}"/>
              </a:ext>
            </a:extLst>
          </p:cNvPr>
          <p:cNvCxnSpPr/>
          <p:nvPr>
            <p:custDataLst>
              <p:tags r:id="rId43"/>
            </p:custDataLst>
          </p:nvPr>
        </p:nvCxnSpPr>
        <p:spPr>
          <a:xfrm flipH="1">
            <a:off x="7929159" y="4064099"/>
            <a:ext cx="32172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2" name="直接箭头连接符 261">
            <a:extLst>
              <a:ext uri="{FF2B5EF4-FFF2-40B4-BE49-F238E27FC236}">
                <a16:creationId xmlns:a16="http://schemas.microsoft.com/office/drawing/2014/main" id="{0DFD6750-39B3-7748-8545-829EA357F17D}"/>
              </a:ext>
            </a:extLst>
          </p:cNvPr>
          <p:cNvCxnSpPr/>
          <p:nvPr>
            <p:custDataLst>
              <p:tags r:id="rId44"/>
            </p:custDataLst>
          </p:nvPr>
        </p:nvCxnSpPr>
        <p:spPr>
          <a:xfrm flipH="1">
            <a:off x="7920078" y="3190134"/>
            <a:ext cx="33842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3" name="直接箭头连接符 262">
            <a:extLst>
              <a:ext uri="{FF2B5EF4-FFF2-40B4-BE49-F238E27FC236}">
                <a16:creationId xmlns:a16="http://schemas.microsoft.com/office/drawing/2014/main" id="{F4A3EC4E-17A1-9F4E-B7CD-4F94BE5EC044}"/>
              </a:ext>
            </a:extLst>
          </p:cNvPr>
          <p:cNvCxnSpPr/>
          <p:nvPr>
            <p:custDataLst>
              <p:tags r:id="rId45"/>
            </p:custDataLst>
          </p:nvPr>
        </p:nvCxnSpPr>
        <p:spPr>
          <a:xfrm flipH="1">
            <a:off x="7919918" y="2733346"/>
            <a:ext cx="33096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4" name="直接箭头连接符 278">
            <a:extLst>
              <a:ext uri="{FF2B5EF4-FFF2-40B4-BE49-F238E27FC236}">
                <a16:creationId xmlns:a16="http://schemas.microsoft.com/office/drawing/2014/main" id="{8C24BC00-0951-FA48-A88A-1CA853E2A43F}"/>
              </a:ext>
            </a:extLst>
          </p:cNvPr>
          <p:cNvCxnSpPr/>
          <p:nvPr/>
        </p:nvCxnSpPr>
        <p:spPr>
          <a:xfrm flipH="1">
            <a:off x="8055224" y="1713701"/>
            <a:ext cx="3442335" cy="158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5" name="直接连接符 282">
            <a:extLst>
              <a:ext uri="{FF2B5EF4-FFF2-40B4-BE49-F238E27FC236}">
                <a16:creationId xmlns:a16="http://schemas.microsoft.com/office/drawing/2014/main" id="{177CEB9F-6C87-514F-AE2A-76F439AB21CB}"/>
              </a:ext>
            </a:extLst>
          </p:cNvPr>
          <p:cNvCxnSpPr/>
          <p:nvPr/>
        </p:nvCxnSpPr>
        <p:spPr>
          <a:xfrm>
            <a:off x="5740400" y="6343015"/>
            <a:ext cx="5740400" cy="1333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6" name="直接连接符 284">
            <a:extLst>
              <a:ext uri="{FF2B5EF4-FFF2-40B4-BE49-F238E27FC236}">
                <a16:creationId xmlns:a16="http://schemas.microsoft.com/office/drawing/2014/main" id="{BE8F4F4C-003C-0040-9B63-FB42DDDB38D2}"/>
              </a:ext>
            </a:extLst>
          </p:cNvPr>
          <p:cNvCxnSpPr/>
          <p:nvPr/>
        </p:nvCxnSpPr>
        <p:spPr>
          <a:xfrm>
            <a:off x="5748020" y="5746293"/>
            <a:ext cx="0" cy="23685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47" name="矩形 446">
            <a:extLst>
              <a:ext uri="{FF2B5EF4-FFF2-40B4-BE49-F238E27FC236}">
                <a16:creationId xmlns:a16="http://schemas.microsoft.com/office/drawing/2014/main" id="{5A3AFF14-92A4-014A-AF8A-AEC0B6B413C7}"/>
              </a:ext>
            </a:extLst>
          </p:cNvPr>
          <p:cNvSpPr/>
          <p:nvPr/>
        </p:nvSpPr>
        <p:spPr>
          <a:xfrm>
            <a:off x="8268493" y="2484029"/>
            <a:ext cx="1151255" cy="448945"/>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Consolas" panose="020B0609020204030204" pitchFamily="49" charset="0"/>
              </a:rPr>
              <a:t>pred_controller</a:t>
            </a:r>
          </a:p>
        </p:txBody>
      </p:sp>
      <p:cxnSp>
        <p:nvCxnSpPr>
          <p:cNvPr id="448" name="直接箭头连接符 292">
            <a:extLst>
              <a:ext uri="{FF2B5EF4-FFF2-40B4-BE49-F238E27FC236}">
                <a16:creationId xmlns:a16="http://schemas.microsoft.com/office/drawing/2014/main" id="{A5A337F2-E667-3944-A8D2-C0F8DB22988F}"/>
              </a:ext>
            </a:extLst>
          </p:cNvPr>
          <p:cNvCxnSpPr/>
          <p:nvPr/>
        </p:nvCxnSpPr>
        <p:spPr>
          <a:xfrm flipH="1" flipV="1">
            <a:off x="9419808" y="2674115"/>
            <a:ext cx="499110" cy="190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9" name="直接箭头连接符 298">
            <a:extLst>
              <a:ext uri="{FF2B5EF4-FFF2-40B4-BE49-F238E27FC236}">
                <a16:creationId xmlns:a16="http://schemas.microsoft.com/office/drawing/2014/main" id="{37D3AFBC-8A71-264B-A81C-02D69B0F273B}"/>
              </a:ext>
            </a:extLst>
          </p:cNvPr>
          <p:cNvCxnSpPr/>
          <p:nvPr/>
        </p:nvCxnSpPr>
        <p:spPr>
          <a:xfrm flipH="1" flipV="1">
            <a:off x="11147039" y="4062574"/>
            <a:ext cx="341630" cy="12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0" name="矩形 449">
            <a:extLst>
              <a:ext uri="{FF2B5EF4-FFF2-40B4-BE49-F238E27FC236}">
                <a16:creationId xmlns:a16="http://schemas.microsoft.com/office/drawing/2014/main" id="{E7899D56-68A2-7343-9460-2280D2F59596}"/>
              </a:ext>
            </a:extLst>
          </p:cNvPr>
          <p:cNvSpPr/>
          <p:nvPr/>
        </p:nvSpPr>
        <p:spPr>
          <a:xfrm>
            <a:off x="8268493" y="3027589"/>
            <a:ext cx="1151255" cy="438150"/>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Consolas" panose="020B0609020204030204" pitchFamily="49" charset="0"/>
              </a:rPr>
              <a:t>out_controller</a:t>
            </a:r>
          </a:p>
        </p:txBody>
      </p:sp>
      <p:sp>
        <p:nvSpPr>
          <p:cNvPr id="451" name="矩形 450">
            <a:extLst>
              <a:ext uri="{FF2B5EF4-FFF2-40B4-BE49-F238E27FC236}">
                <a16:creationId xmlns:a16="http://schemas.microsoft.com/office/drawing/2014/main" id="{AC450E6A-4212-D443-8B0A-9F90781C43C3}"/>
              </a:ext>
            </a:extLst>
          </p:cNvPr>
          <p:cNvSpPr/>
          <p:nvPr/>
        </p:nvSpPr>
        <p:spPr>
          <a:xfrm>
            <a:off x="8258333" y="3870234"/>
            <a:ext cx="1161415" cy="704850"/>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Consolas" panose="020B0609020204030204" pitchFamily="49" charset="0"/>
              </a:rPr>
              <a:t>genkill_controller</a:t>
            </a:r>
          </a:p>
        </p:txBody>
      </p:sp>
      <p:sp>
        <p:nvSpPr>
          <p:cNvPr id="452" name="矩形 451">
            <a:extLst>
              <a:ext uri="{FF2B5EF4-FFF2-40B4-BE49-F238E27FC236}">
                <a16:creationId xmlns:a16="http://schemas.microsoft.com/office/drawing/2014/main" id="{CE0782EB-A9CC-F94A-A543-9A443B96024C}"/>
              </a:ext>
            </a:extLst>
          </p:cNvPr>
          <p:cNvSpPr/>
          <p:nvPr/>
        </p:nvSpPr>
        <p:spPr>
          <a:xfrm>
            <a:off x="8250713" y="5034189"/>
            <a:ext cx="1151255" cy="448945"/>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solidFill>
                  <a:schemeClr val="tx1"/>
                </a:solidFill>
                <a:latin typeface="Consolas" panose="020B0609020204030204" pitchFamily="49" charset="0"/>
              </a:rPr>
              <a:t>succ_controller</a:t>
            </a:r>
            <a:endParaRPr lang="en-US" altLang="zh-CN" sz="1600" dirty="0">
              <a:solidFill>
                <a:schemeClr val="tx1"/>
              </a:solidFill>
              <a:latin typeface="Consolas" panose="020B0609020204030204" pitchFamily="49" charset="0"/>
            </a:endParaRPr>
          </a:p>
        </p:txBody>
      </p:sp>
      <p:cxnSp>
        <p:nvCxnSpPr>
          <p:cNvPr id="453" name="直接箭头连接符 56">
            <a:extLst>
              <a:ext uri="{FF2B5EF4-FFF2-40B4-BE49-F238E27FC236}">
                <a16:creationId xmlns:a16="http://schemas.microsoft.com/office/drawing/2014/main" id="{CB8C8891-2B0F-C04C-B309-42B32763507D}"/>
              </a:ext>
            </a:extLst>
          </p:cNvPr>
          <p:cNvCxnSpPr/>
          <p:nvPr>
            <p:custDataLst>
              <p:tags r:id="rId46"/>
            </p:custDataLst>
          </p:nvPr>
        </p:nvCxnSpPr>
        <p:spPr>
          <a:xfrm>
            <a:off x="5737065" y="2021329"/>
            <a:ext cx="3810" cy="1460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4" name="矩形 453">
            <a:extLst>
              <a:ext uri="{FF2B5EF4-FFF2-40B4-BE49-F238E27FC236}">
                <a16:creationId xmlns:a16="http://schemas.microsoft.com/office/drawing/2014/main" id="{DD7F4CE0-8B40-F14E-8D40-EBC2EB9D0E77}"/>
              </a:ext>
            </a:extLst>
          </p:cNvPr>
          <p:cNvSpPr/>
          <p:nvPr/>
        </p:nvSpPr>
        <p:spPr>
          <a:xfrm>
            <a:off x="4664233" y="3519079"/>
            <a:ext cx="3432175" cy="138430"/>
          </a:xfrm>
          <a:prstGeom prst="rect">
            <a:avLst/>
          </a:prstGeom>
          <a:solidFill>
            <a:srgbClr val="FF0000">
              <a:alpha val="58000"/>
            </a:srgbClr>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455" name="直接箭头连接符 58">
            <a:extLst>
              <a:ext uri="{FF2B5EF4-FFF2-40B4-BE49-F238E27FC236}">
                <a16:creationId xmlns:a16="http://schemas.microsoft.com/office/drawing/2014/main" id="{0D7330F5-8BA0-ED44-AEC0-8418CD31BD17}"/>
              </a:ext>
            </a:extLst>
          </p:cNvPr>
          <p:cNvCxnSpPr/>
          <p:nvPr>
            <p:custDataLst>
              <p:tags r:id="rId47"/>
            </p:custDataLst>
          </p:nvPr>
        </p:nvCxnSpPr>
        <p:spPr>
          <a:xfrm flipH="1">
            <a:off x="5738970" y="3639809"/>
            <a:ext cx="9525" cy="61214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6" name="直接箭头连接符 60">
            <a:extLst>
              <a:ext uri="{FF2B5EF4-FFF2-40B4-BE49-F238E27FC236}">
                <a16:creationId xmlns:a16="http://schemas.microsoft.com/office/drawing/2014/main" id="{6A57CB82-F627-1D41-B41F-2B6B8E06AC9F}"/>
              </a:ext>
            </a:extLst>
          </p:cNvPr>
          <p:cNvCxnSpPr>
            <a:cxnSpLocks/>
          </p:cNvCxnSpPr>
          <p:nvPr>
            <p:custDataLst>
              <p:tags r:id="rId48"/>
            </p:custDataLst>
          </p:nvPr>
        </p:nvCxnSpPr>
        <p:spPr>
          <a:xfrm>
            <a:off x="5743415" y="5034189"/>
            <a:ext cx="0" cy="4064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7" name="直接连接符 63">
            <a:extLst>
              <a:ext uri="{FF2B5EF4-FFF2-40B4-BE49-F238E27FC236}">
                <a16:creationId xmlns:a16="http://schemas.microsoft.com/office/drawing/2014/main" id="{F475F74E-062D-A04D-8AD9-2C6C731B9390}"/>
              </a:ext>
            </a:extLst>
          </p:cNvPr>
          <p:cNvCxnSpPr/>
          <p:nvPr/>
        </p:nvCxnSpPr>
        <p:spPr>
          <a:xfrm>
            <a:off x="5749290" y="6108878"/>
            <a:ext cx="1905" cy="23431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58" name="矩形 457">
            <a:extLst>
              <a:ext uri="{FF2B5EF4-FFF2-40B4-BE49-F238E27FC236}">
                <a16:creationId xmlns:a16="http://schemas.microsoft.com/office/drawing/2014/main" id="{3997B57E-B8AB-C444-9AE5-AD4C873F8B80}"/>
              </a:ext>
            </a:extLst>
          </p:cNvPr>
          <p:cNvSpPr/>
          <p:nvPr/>
        </p:nvSpPr>
        <p:spPr>
          <a:xfrm>
            <a:off x="10022363" y="2974884"/>
            <a:ext cx="1014730" cy="1085850"/>
          </a:xfrm>
          <a:prstGeom prst="rect">
            <a:avLst/>
          </a:prstGeom>
          <a:solidFill>
            <a:schemeClr val="bg1"/>
          </a:solidFill>
          <a:ln>
            <a:solidFill>
              <a:srgbClr val="FF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9" name="矩形 458">
            <a:extLst>
              <a:ext uri="{FF2B5EF4-FFF2-40B4-BE49-F238E27FC236}">
                <a16:creationId xmlns:a16="http://schemas.microsoft.com/office/drawing/2014/main" id="{A4953112-F2F0-ED45-A775-BB5F3CD90A1A}"/>
              </a:ext>
            </a:extLst>
          </p:cNvPr>
          <p:cNvSpPr/>
          <p:nvPr/>
        </p:nvSpPr>
        <p:spPr>
          <a:xfrm>
            <a:off x="9969658" y="3116489"/>
            <a:ext cx="116205" cy="196215"/>
          </a:xfrm>
          <a:prstGeom prst="rect">
            <a:avLst/>
          </a:prstGeom>
          <a:solidFill>
            <a:schemeClr val="bg1"/>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rgbClr val="FF0000"/>
              </a:solidFill>
            </a:endParaRPr>
          </a:p>
        </p:txBody>
      </p:sp>
      <p:sp>
        <p:nvSpPr>
          <p:cNvPr id="460" name="矩形 459">
            <a:extLst>
              <a:ext uri="{FF2B5EF4-FFF2-40B4-BE49-F238E27FC236}">
                <a16:creationId xmlns:a16="http://schemas.microsoft.com/office/drawing/2014/main" id="{D7EABACE-BC26-5240-A0C9-2E0D6B028FA0}"/>
              </a:ext>
            </a:extLst>
          </p:cNvPr>
          <p:cNvSpPr/>
          <p:nvPr/>
        </p:nvSpPr>
        <p:spPr>
          <a:xfrm>
            <a:off x="9969658" y="3439704"/>
            <a:ext cx="116205" cy="196215"/>
          </a:xfrm>
          <a:prstGeom prst="rect">
            <a:avLst/>
          </a:prstGeom>
          <a:solidFill>
            <a:schemeClr val="bg1"/>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rgbClr val="FF0000"/>
              </a:solidFill>
            </a:endParaRPr>
          </a:p>
        </p:txBody>
      </p:sp>
      <p:sp>
        <p:nvSpPr>
          <p:cNvPr id="461" name="矩形 460">
            <a:extLst>
              <a:ext uri="{FF2B5EF4-FFF2-40B4-BE49-F238E27FC236}">
                <a16:creationId xmlns:a16="http://schemas.microsoft.com/office/drawing/2014/main" id="{481D1E55-A391-DD46-87F6-348B68253D05}"/>
              </a:ext>
            </a:extLst>
          </p:cNvPr>
          <p:cNvSpPr/>
          <p:nvPr/>
        </p:nvSpPr>
        <p:spPr>
          <a:xfrm>
            <a:off x="9969658" y="3743234"/>
            <a:ext cx="116205" cy="196215"/>
          </a:xfrm>
          <a:prstGeom prst="rect">
            <a:avLst/>
          </a:prstGeom>
          <a:solidFill>
            <a:schemeClr val="bg1"/>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rgbClr val="FF0000"/>
              </a:solidFill>
            </a:endParaRPr>
          </a:p>
        </p:txBody>
      </p:sp>
      <p:cxnSp>
        <p:nvCxnSpPr>
          <p:cNvPr id="462" name="直接连接符 321">
            <a:extLst>
              <a:ext uri="{FF2B5EF4-FFF2-40B4-BE49-F238E27FC236}">
                <a16:creationId xmlns:a16="http://schemas.microsoft.com/office/drawing/2014/main" id="{4160B862-4AE0-8B47-AC22-1D65C634D208}"/>
              </a:ext>
            </a:extLst>
          </p:cNvPr>
          <p:cNvCxnSpPr>
            <a:stCxn id="459" idx="3"/>
          </p:cNvCxnSpPr>
          <p:nvPr/>
        </p:nvCxnSpPr>
        <p:spPr>
          <a:xfrm>
            <a:off x="10085863" y="3214914"/>
            <a:ext cx="119380" cy="1905"/>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463" name="直接连接符 322">
            <a:extLst>
              <a:ext uri="{FF2B5EF4-FFF2-40B4-BE49-F238E27FC236}">
                <a16:creationId xmlns:a16="http://schemas.microsoft.com/office/drawing/2014/main" id="{B57231AC-B88D-0D4F-A995-2C02E12BFCCA}"/>
              </a:ext>
            </a:extLst>
          </p:cNvPr>
          <p:cNvCxnSpPr/>
          <p:nvPr/>
        </p:nvCxnSpPr>
        <p:spPr>
          <a:xfrm flipV="1">
            <a:off x="10091578" y="3547019"/>
            <a:ext cx="113665" cy="1905"/>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464" name="直接连接符 323">
            <a:extLst>
              <a:ext uri="{FF2B5EF4-FFF2-40B4-BE49-F238E27FC236}">
                <a16:creationId xmlns:a16="http://schemas.microsoft.com/office/drawing/2014/main" id="{872BF078-2AD8-CF4E-8CEE-00D2F16608AF}"/>
              </a:ext>
            </a:extLst>
          </p:cNvPr>
          <p:cNvCxnSpPr/>
          <p:nvPr/>
        </p:nvCxnSpPr>
        <p:spPr>
          <a:xfrm flipV="1">
            <a:off x="10091578" y="3849914"/>
            <a:ext cx="115570" cy="254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465" name="直接连接符 324">
            <a:extLst>
              <a:ext uri="{FF2B5EF4-FFF2-40B4-BE49-F238E27FC236}">
                <a16:creationId xmlns:a16="http://schemas.microsoft.com/office/drawing/2014/main" id="{6B9D06DC-44D7-5F41-B6B2-F65816756C8C}"/>
              </a:ext>
            </a:extLst>
          </p:cNvPr>
          <p:cNvCxnSpPr>
            <a:cxnSpLocks/>
          </p:cNvCxnSpPr>
          <p:nvPr/>
        </p:nvCxnSpPr>
        <p:spPr>
          <a:xfrm>
            <a:off x="10834035" y="3223427"/>
            <a:ext cx="180000" cy="127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466" name="直接箭头连接符 328">
            <a:extLst>
              <a:ext uri="{FF2B5EF4-FFF2-40B4-BE49-F238E27FC236}">
                <a16:creationId xmlns:a16="http://schemas.microsoft.com/office/drawing/2014/main" id="{4F58C059-A194-8345-8633-820C93E4D45B}"/>
              </a:ext>
            </a:extLst>
          </p:cNvPr>
          <p:cNvCxnSpPr>
            <a:cxnSpLocks/>
          </p:cNvCxnSpPr>
          <p:nvPr/>
        </p:nvCxnSpPr>
        <p:spPr>
          <a:xfrm flipH="1">
            <a:off x="9438223" y="3237995"/>
            <a:ext cx="540000" cy="6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7" name="直接连接符 329">
            <a:extLst>
              <a:ext uri="{FF2B5EF4-FFF2-40B4-BE49-F238E27FC236}">
                <a16:creationId xmlns:a16="http://schemas.microsoft.com/office/drawing/2014/main" id="{6DEC405A-8BBF-A14C-9398-A0851B66DB91}"/>
              </a:ext>
            </a:extLst>
          </p:cNvPr>
          <p:cNvCxnSpPr/>
          <p:nvPr>
            <p:custDataLst>
              <p:tags r:id="rId49"/>
            </p:custDataLst>
          </p:nvPr>
        </p:nvCxnSpPr>
        <p:spPr>
          <a:xfrm flipH="1" flipV="1">
            <a:off x="9708973" y="3547824"/>
            <a:ext cx="260985" cy="127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8" name="直接连接符 330">
            <a:extLst>
              <a:ext uri="{FF2B5EF4-FFF2-40B4-BE49-F238E27FC236}">
                <a16:creationId xmlns:a16="http://schemas.microsoft.com/office/drawing/2014/main" id="{82ADF1A1-9B78-E143-97C6-B12C431BF42C}"/>
              </a:ext>
            </a:extLst>
          </p:cNvPr>
          <p:cNvCxnSpPr/>
          <p:nvPr>
            <p:custDataLst>
              <p:tags r:id="rId50"/>
            </p:custDataLst>
          </p:nvPr>
        </p:nvCxnSpPr>
        <p:spPr>
          <a:xfrm flipH="1" flipV="1">
            <a:off x="9557843" y="3838654"/>
            <a:ext cx="412115" cy="317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9" name="直接连接符 331">
            <a:extLst>
              <a:ext uri="{FF2B5EF4-FFF2-40B4-BE49-F238E27FC236}">
                <a16:creationId xmlns:a16="http://schemas.microsoft.com/office/drawing/2014/main" id="{BDDB087E-9314-3145-AB1E-0D984B4DDC34}"/>
              </a:ext>
            </a:extLst>
          </p:cNvPr>
          <p:cNvCxnSpPr/>
          <p:nvPr>
            <p:custDataLst>
              <p:tags r:id="rId51"/>
            </p:custDataLst>
          </p:nvPr>
        </p:nvCxnSpPr>
        <p:spPr>
          <a:xfrm flipV="1">
            <a:off x="9569908" y="3226514"/>
            <a:ext cx="635" cy="61658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0" name="直接连接符 332">
            <a:extLst>
              <a:ext uri="{FF2B5EF4-FFF2-40B4-BE49-F238E27FC236}">
                <a16:creationId xmlns:a16="http://schemas.microsoft.com/office/drawing/2014/main" id="{DD28DB8B-E6A9-8746-A9C6-C77132B1AD65}"/>
              </a:ext>
            </a:extLst>
          </p:cNvPr>
          <p:cNvCxnSpPr/>
          <p:nvPr>
            <p:custDataLst>
              <p:tags r:id="rId52"/>
            </p:custDataLst>
          </p:nvPr>
        </p:nvCxnSpPr>
        <p:spPr>
          <a:xfrm flipV="1">
            <a:off x="9722308" y="3227149"/>
            <a:ext cx="635" cy="32702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1" name="直接箭头连接符 335">
            <a:extLst>
              <a:ext uri="{FF2B5EF4-FFF2-40B4-BE49-F238E27FC236}">
                <a16:creationId xmlns:a16="http://schemas.microsoft.com/office/drawing/2014/main" id="{AD368559-00FB-6046-9271-8A8A87F900D5}"/>
              </a:ext>
            </a:extLst>
          </p:cNvPr>
          <p:cNvCxnSpPr/>
          <p:nvPr/>
        </p:nvCxnSpPr>
        <p:spPr>
          <a:xfrm flipH="1">
            <a:off x="9419808" y="4387345"/>
            <a:ext cx="490855" cy="127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2" name="矩形 471">
            <a:extLst>
              <a:ext uri="{FF2B5EF4-FFF2-40B4-BE49-F238E27FC236}">
                <a16:creationId xmlns:a16="http://schemas.microsoft.com/office/drawing/2014/main" id="{8355E9E5-8EB6-6744-89AF-E179EE6160D3}"/>
              </a:ext>
            </a:extLst>
          </p:cNvPr>
          <p:cNvSpPr/>
          <p:nvPr/>
        </p:nvSpPr>
        <p:spPr>
          <a:xfrm>
            <a:off x="10022363" y="4891949"/>
            <a:ext cx="1014730" cy="500380"/>
          </a:xfrm>
          <a:prstGeom prst="rect">
            <a:avLst/>
          </a:prstGeom>
          <a:solidFill>
            <a:srgbClr val="E5F3FF"/>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3" name="文本框 472">
            <a:extLst>
              <a:ext uri="{FF2B5EF4-FFF2-40B4-BE49-F238E27FC236}">
                <a16:creationId xmlns:a16="http://schemas.microsoft.com/office/drawing/2014/main" id="{30747E20-4830-2747-BF10-4A5C2501B2C7}"/>
              </a:ext>
            </a:extLst>
          </p:cNvPr>
          <p:cNvSpPr txBox="1"/>
          <p:nvPr/>
        </p:nvSpPr>
        <p:spPr>
          <a:xfrm>
            <a:off x="10183818" y="4978944"/>
            <a:ext cx="679038" cy="338554"/>
          </a:xfrm>
          <a:prstGeom prst="rect">
            <a:avLst/>
          </a:prstGeom>
          <a:noFill/>
        </p:spPr>
        <p:txBody>
          <a:bodyPr wrap="square" rtlCol="0">
            <a:spAutoFit/>
          </a:bodyPr>
          <a:lstStyle/>
          <a:p>
            <a:r>
              <a:rPr lang="en-US" altLang="zh-CN" sz="1600" dirty="0" err="1">
                <a:latin typeface="Consolas" panose="020B0609020204030204" pitchFamily="49" charset="0"/>
              </a:rPr>
              <a:t>succ</a:t>
            </a:r>
            <a:endParaRPr lang="en-US" altLang="zh-CN" sz="1600" dirty="0">
              <a:latin typeface="Consolas" panose="020B0609020204030204" pitchFamily="49" charset="0"/>
            </a:endParaRPr>
          </a:p>
        </p:txBody>
      </p:sp>
      <p:cxnSp>
        <p:nvCxnSpPr>
          <p:cNvPr id="474" name="直接箭头连接符 338">
            <a:extLst>
              <a:ext uri="{FF2B5EF4-FFF2-40B4-BE49-F238E27FC236}">
                <a16:creationId xmlns:a16="http://schemas.microsoft.com/office/drawing/2014/main" id="{52547AC6-CB0F-F24F-95A1-D14402B3BE27}"/>
              </a:ext>
            </a:extLst>
          </p:cNvPr>
          <p:cNvCxnSpPr/>
          <p:nvPr/>
        </p:nvCxnSpPr>
        <p:spPr>
          <a:xfrm flipH="1" flipV="1">
            <a:off x="9438223" y="5233800"/>
            <a:ext cx="476250" cy="698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5" name="矩形 474">
            <a:extLst>
              <a:ext uri="{FF2B5EF4-FFF2-40B4-BE49-F238E27FC236}">
                <a16:creationId xmlns:a16="http://schemas.microsoft.com/office/drawing/2014/main" id="{73F22F68-5123-E641-82F0-D65A9B672760}"/>
              </a:ext>
            </a:extLst>
          </p:cNvPr>
          <p:cNvSpPr/>
          <p:nvPr/>
        </p:nvSpPr>
        <p:spPr>
          <a:xfrm>
            <a:off x="4664233" y="4899569"/>
            <a:ext cx="3432175" cy="138430"/>
          </a:xfrm>
          <a:prstGeom prst="rect">
            <a:avLst/>
          </a:prstGeom>
          <a:solidFill>
            <a:srgbClr val="FF0000">
              <a:alpha val="58000"/>
            </a:srgbClr>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76" name="矩形 475">
            <a:extLst>
              <a:ext uri="{FF2B5EF4-FFF2-40B4-BE49-F238E27FC236}">
                <a16:creationId xmlns:a16="http://schemas.microsoft.com/office/drawing/2014/main" id="{216F5E86-FACD-4348-B388-DF8BDA8D6B6E}"/>
              </a:ext>
            </a:extLst>
          </p:cNvPr>
          <p:cNvSpPr/>
          <p:nvPr/>
        </p:nvSpPr>
        <p:spPr>
          <a:xfrm>
            <a:off x="4664233" y="2158274"/>
            <a:ext cx="3432175" cy="138430"/>
          </a:xfrm>
          <a:prstGeom prst="rect">
            <a:avLst/>
          </a:prstGeom>
          <a:solidFill>
            <a:srgbClr val="FF0000">
              <a:alpha val="58000"/>
            </a:srgbClr>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77" name="矩形 476">
            <a:extLst>
              <a:ext uri="{FF2B5EF4-FFF2-40B4-BE49-F238E27FC236}">
                <a16:creationId xmlns:a16="http://schemas.microsoft.com/office/drawing/2014/main" id="{EE2B9109-1354-4B43-8516-780E7C4CF1C2}"/>
              </a:ext>
            </a:extLst>
          </p:cNvPr>
          <p:cNvSpPr/>
          <p:nvPr/>
        </p:nvSpPr>
        <p:spPr>
          <a:xfrm>
            <a:off x="4672488" y="5982879"/>
            <a:ext cx="3432175" cy="138430"/>
          </a:xfrm>
          <a:prstGeom prst="rect">
            <a:avLst/>
          </a:prstGeom>
          <a:solidFill>
            <a:srgbClr val="FF0000">
              <a:alpha val="58000"/>
            </a:srgbClr>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78" name="矩形 477">
            <a:extLst>
              <a:ext uri="{FF2B5EF4-FFF2-40B4-BE49-F238E27FC236}">
                <a16:creationId xmlns:a16="http://schemas.microsoft.com/office/drawing/2014/main" id="{B547F0BE-7D8C-8541-80AF-3B16D3345433}"/>
              </a:ext>
            </a:extLst>
          </p:cNvPr>
          <p:cNvSpPr/>
          <p:nvPr>
            <p:custDataLst>
              <p:tags r:id="rId53"/>
            </p:custDataLst>
          </p:nvPr>
        </p:nvSpPr>
        <p:spPr>
          <a:xfrm>
            <a:off x="2659538" y="3792129"/>
            <a:ext cx="1763395" cy="860425"/>
          </a:xfrm>
          <a:prstGeom prst="rect">
            <a:avLst/>
          </a:prstGeom>
          <a:solidFill>
            <a:srgbClr val="FF0000">
              <a:alpha val="1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9" name="文本框 478">
            <a:extLst>
              <a:ext uri="{FF2B5EF4-FFF2-40B4-BE49-F238E27FC236}">
                <a16:creationId xmlns:a16="http://schemas.microsoft.com/office/drawing/2014/main" id="{C97FF39E-14E4-5946-90EE-166BD8CB0374}"/>
              </a:ext>
            </a:extLst>
          </p:cNvPr>
          <p:cNvSpPr txBox="1"/>
          <p:nvPr>
            <p:custDataLst>
              <p:tags r:id="rId54"/>
            </p:custDataLst>
          </p:nvPr>
        </p:nvSpPr>
        <p:spPr>
          <a:xfrm>
            <a:off x="2603023" y="3862614"/>
            <a:ext cx="1985645" cy="485140"/>
          </a:xfrm>
          <a:prstGeom prst="rect">
            <a:avLst/>
          </a:prstGeom>
          <a:noFill/>
        </p:spPr>
        <p:txBody>
          <a:bodyPr wrap="square" rtlCol="0">
            <a:spAutoFit/>
          </a:bodyPr>
          <a:lstStyle/>
          <a:p>
            <a:pPr>
              <a:lnSpc>
                <a:spcPct val="80000"/>
              </a:lnSpc>
            </a:pPr>
            <a:r>
              <a:rPr lang="en-US" altLang="zh-CN" sz="1600" dirty="0">
                <a:solidFill>
                  <a:srgbClr val="C00000"/>
                </a:solidFill>
                <a:latin typeface="Consolas" panose="020B0609020204030204" pitchFamily="49" charset="0"/>
              </a:rPr>
              <a:t>data forwarding</a:t>
            </a:r>
          </a:p>
          <a:p>
            <a:pPr>
              <a:lnSpc>
                <a:spcPct val="80000"/>
              </a:lnSpc>
            </a:pPr>
            <a:r>
              <a:rPr lang="en-US" altLang="zh-CN" sz="1600" dirty="0">
                <a:solidFill>
                  <a:srgbClr val="C00000"/>
                </a:solidFill>
                <a:latin typeface="Consolas" panose="020B0609020204030204" pitchFamily="49" charset="0"/>
              </a:rPr>
              <a:t>unit </a:t>
            </a:r>
            <a:endParaRPr lang="zh-CN" altLang="en-US" sz="1600" dirty="0">
              <a:solidFill>
                <a:srgbClr val="C00000"/>
              </a:solidFill>
              <a:latin typeface="Consolas" panose="020B0609020204030204" pitchFamily="49" charset="0"/>
            </a:endParaRPr>
          </a:p>
        </p:txBody>
      </p:sp>
      <p:pic>
        <p:nvPicPr>
          <p:cNvPr id="480" name="图片 345" descr="电路规则">
            <a:extLst>
              <a:ext uri="{FF2B5EF4-FFF2-40B4-BE49-F238E27FC236}">
                <a16:creationId xmlns:a16="http://schemas.microsoft.com/office/drawing/2014/main" id="{3818CFD5-9E52-2446-85DA-0F98F4453D6A}"/>
              </a:ext>
            </a:extLst>
          </p:cNvPr>
          <p:cNvPicPr>
            <a:picLocks noChangeAspect="1"/>
          </p:cNvPicPr>
          <p:nvPr/>
        </p:nvPicPr>
        <p:blipFill>
          <a:blip r:embed="rId128">
            <a:extLst>
              <a:ext uri="{96DAC541-7B7A-43D3-8B79-37D633B846F1}">
                <asvg:svgBlip xmlns:asvg="http://schemas.microsoft.com/office/drawing/2016/SVG/main" r:embed="rId129"/>
              </a:ext>
            </a:extLst>
          </a:blip>
          <a:stretch>
            <a:fillRect/>
          </a:stretch>
        </p:blipFill>
        <p:spPr>
          <a:xfrm>
            <a:off x="3466623" y="4103279"/>
            <a:ext cx="580390" cy="580390"/>
          </a:xfrm>
          <a:prstGeom prst="rect">
            <a:avLst/>
          </a:prstGeom>
        </p:spPr>
      </p:pic>
      <p:cxnSp>
        <p:nvCxnSpPr>
          <p:cNvPr id="481" name="直接连接符 346">
            <a:extLst>
              <a:ext uri="{FF2B5EF4-FFF2-40B4-BE49-F238E27FC236}">
                <a16:creationId xmlns:a16="http://schemas.microsoft.com/office/drawing/2014/main" id="{A1E3A0A8-C4D9-5F44-8BBF-51D5447121AB}"/>
              </a:ext>
            </a:extLst>
          </p:cNvPr>
          <p:cNvCxnSpPr/>
          <p:nvPr>
            <p:custDataLst>
              <p:tags r:id="rId55"/>
            </p:custDataLst>
          </p:nvPr>
        </p:nvCxnSpPr>
        <p:spPr>
          <a:xfrm flipV="1">
            <a:off x="3553077" y="4770093"/>
            <a:ext cx="2198370" cy="25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2" name="直接箭头连接符 347">
            <a:extLst>
              <a:ext uri="{FF2B5EF4-FFF2-40B4-BE49-F238E27FC236}">
                <a16:creationId xmlns:a16="http://schemas.microsoft.com/office/drawing/2014/main" id="{A11AD99C-F290-F446-B5B2-31FE28F5472B}"/>
              </a:ext>
            </a:extLst>
          </p:cNvPr>
          <p:cNvCxnSpPr/>
          <p:nvPr>
            <p:custDataLst>
              <p:tags r:id="rId56"/>
            </p:custDataLst>
          </p:nvPr>
        </p:nvCxnSpPr>
        <p:spPr>
          <a:xfrm flipV="1">
            <a:off x="3564095" y="4634989"/>
            <a:ext cx="3175" cy="13779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3" name="直接连接符 348">
            <a:extLst>
              <a:ext uri="{FF2B5EF4-FFF2-40B4-BE49-F238E27FC236}">
                <a16:creationId xmlns:a16="http://schemas.microsoft.com/office/drawing/2014/main" id="{BE6EF5BF-D455-0C46-8F6C-BFC1F911C548}"/>
              </a:ext>
            </a:extLst>
          </p:cNvPr>
          <p:cNvCxnSpPr/>
          <p:nvPr>
            <p:custDataLst>
              <p:tags r:id="rId57"/>
            </p:custDataLst>
          </p:nvPr>
        </p:nvCxnSpPr>
        <p:spPr>
          <a:xfrm>
            <a:off x="3534604" y="2370902"/>
            <a:ext cx="9525" cy="14097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4" name="直接箭头连接符 351">
            <a:extLst>
              <a:ext uri="{FF2B5EF4-FFF2-40B4-BE49-F238E27FC236}">
                <a16:creationId xmlns:a16="http://schemas.microsoft.com/office/drawing/2014/main" id="{3E850749-2398-9F43-AEB0-EDCC8E0A274E}"/>
              </a:ext>
            </a:extLst>
          </p:cNvPr>
          <p:cNvCxnSpPr/>
          <p:nvPr>
            <p:custDataLst>
              <p:tags r:id="rId58"/>
            </p:custDataLst>
          </p:nvPr>
        </p:nvCxnSpPr>
        <p:spPr>
          <a:xfrm>
            <a:off x="3522820" y="2362324"/>
            <a:ext cx="2183765" cy="825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直接箭头连接符 352">
            <a:extLst>
              <a:ext uri="{FF2B5EF4-FFF2-40B4-BE49-F238E27FC236}">
                <a16:creationId xmlns:a16="http://schemas.microsoft.com/office/drawing/2014/main" id="{8804F909-F6E3-0646-B546-A3DBFA77A296}"/>
              </a:ext>
            </a:extLst>
          </p:cNvPr>
          <p:cNvCxnSpPr/>
          <p:nvPr>
            <p:custDataLst>
              <p:tags r:id="rId59"/>
            </p:custDataLst>
          </p:nvPr>
        </p:nvCxnSpPr>
        <p:spPr>
          <a:xfrm>
            <a:off x="3552763" y="3692649"/>
            <a:ext cx="2164080" cy="1587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6" name="矩形 485">
            <a:extLst>
              <a:ext uri="{FF2B5EF4-FFF2-40B4-BE49-F238E27FC236}">
                <a16:creationId xmlns:a16="http://schemas.microsoft.com/office/drawing/2014/main" id="{C52BB7F4-F380-F74E-B1BF-03D0CB8D3F7C}"/>
              </a:ext>
            </a:extLst>
          </p:cNvPr>
          <p:cNvSpPr/>
          <p:nvPr/>
        </p:nvSpPr>
        <p:spPr>
          <a:xfrm>
            <a:off x="10987563" y="3116489"/>
            <a:ext cx="116205" cy="196215"/>
          </a:xfrm>
          <a:prstGeom prst="rect">
            <a:avLst/>
          </a:prstGeom>
          <a:solidFill>
            <a:schemeClr val="bg1"/>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487" name="直接连接符 319">
            <a:extLst>
              <a:ext uri="{FF2B5EF4-FFF2-40B4-BE49-F238E27FC236}">
                <a16:creationId xmlns:a16="http://schemas.microsoft.com/office/drawing/2014/main" id="{13A8B001-4521-644D-B90F-C4BFF5A1F61F}"/>
              </a:ext>
            </a:extLst>
          </p:cNvPr>
          <p:cNvCxnSpPr>
            <a:cxnSpLocks/>
          </p:cNvCxnSpPr>
          <p:nvPr/>
        </p:nvCxnSpPr>
        <p:spPr>
          <a:xfrm>
            <a:off x="10927508" y="3223427"/>
            <a:ext cx="0" cy="646807"/>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488" name="直接连接符 322">
            <a:extLst>
              <a:ext uri="{FF2B5EF4-FFF2-40B4-BE49-F238E27FC236}">
                <a16:creationId xmlns:a16="http://schemas.microsoft.com/office/drawing/2014/main" id="{A41BDF5B-0C31-8743-82DB-25A95FB19B5E}"/>
              </a:ext>
            </a:extLst>
          </p:cNvPr>
          <p:cNvCxnSpPr/>
          <p:nvPr/>
        </p:nvCxnSpPr>
        <p:spPr>
          <a:xfrm flipV="1">
            <a:off x="10815503" y="3540596"/>
            <a:ext cx="113665" cy="1905"/>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489" name="直接连接符 322">
            <a:extLst>
              <a:ext uri="{FF2B5EF4-FFF2-40B4-BE49-F238E27FC236}">
                <a16:creationId xmlns:a16="http://schemas.microsoft.com/office/drawing/2014/main" id="{72E44310-D2D9-024C-B96F-E65F7E1B9086}"/>
              </a:ext>
            </a:extLst>
          </p:cNvPr>
          <p:cNvCxnSpPr/>
          <p:nvPr/>
        </p:nvCxnSpPr>
        <p:spPr>
          <a:xfrm flipV="1">
            <a:off x="10821892" y="3864343"/>
            <a:ext cx="113665" cy="1905"/>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490" name="直接连接符 280">
            <a:extLst>
              <a:ext uri="{FF2B5EF4-FFF2-40B4-BE49-F238E27FC236}">
                <a16:creationId xmlns:a16="http://schemas.microsoft.com/office/drawing/2014/main" id="{5C2008F5-96C6-CE47-A975-8F8649657CEF}"/>
              </a:ext>
            </a:extLst>
          </p:cNvPr>
          <p:cNvCxnSpPr/>
          <p:nvPr/>
        </p:nvCxnSpPr>
        <p:spPr>
          <a:xfrm>
            <a:off x="11488497" y="1714085"/>
            <a:ext cx="10795" cy="465645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91" name="矩形 490">
            <a:extLst>
              <a:ext uri="{FF2B5EF4-FFF2-40B4-BE49-F238E27FC236}">
                <a16:creationId xmlns:a16="http://schemas.microsoft.com/office/drawing/2014/main" id="{2890A8DF-8638-774C-8FC3-A686DEEAE16F}"/>
              </a:ext>
            </a:extLst>
          </p:cNvPr>
          <p:cNvSpPr/>
          <p:nvPr/>
        </p:nvSpPr>
        <p:spPr>
          <a:xfrm>
            <a:off x="10155873" y="3080929"/>
            <a:ext cx="686435" cy="919480"/>
          </a:xfrm>
          <a:prstGeom prst="rect">
            <a:avLst/>
          </a:prstGeom>
          <a:solidFill>
            <a:schemeClr val="bg1"/>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492" name="直接连接符 70">
            <a:extLst>
              <a:ext uri="{FF2B5EF4-FFF2-40B4-BE49-F238E27FC236}">
                <a16:creationId xmlns:a16="http://schemas.microsoft.com/office/drawing/2014/main" id="{6ED00122-159C-F741-8C75-A52A24B737A1}"/>
              </a:ext>
            </a:extLst>
          </p:cNvPr>
          <p:cNvCxnSpPr/>
          <p:nvPr/>
        </p:nvCxnSpPr>
        <p:spPr>
          <a:xfrm flipV="1">
            <a:off x="10163269" y="3366824"/>
            <a:ext cx="668020" cy="3175"/>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493" name="直接连接符 319">
            <a:extLst>
              <a:ext uri="{FF2B5EF4-FFF2-40B4-BE49-F238E27FC236}">
                <a16:creationId xmlns:a16="http://schemas.microsoft.com/office/drawing/2014/main" id="{46AAA911-6963-DB46-A0B1-82D03746142C}"/>
              </a:ext>
            </a:extLst>
          </p:cNvPr>
          <p:cNvCxnSpPr/>
          <p:nvPr/>
        </p:nvCxnSpPr>
        <p:spPr>
          <a:xfrm>
            <a:off x="10159459" y="3720084"/>
            <a:ext cx="671830" cy="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sp>
        <p:nvSpPr>
          <p:cNvPr id="494" name="文本框 493">
            <a:extLst>
              <a:ext uri="{FF2B5EF4-FFF2-40B4-BE49-F238E27FC236}">
                <a16:creationId xmlns:a16="http://schemas.microsoft.com/office/drawing/2014/main" id="{CD443441-6135-0F46-A3CA-993765415D15}"/>
              </a:ext>
            </a:extLst>
          </p:cNvPr>
          <p:cNvSpPr txBox="1"/>
          <p:nvPr/>
        </p:nvSpPr>
        <p:spPr>
          <a:xfrm>
            <a:off x="10168239" y="3075215"/>
            <a:ext cx="689310" cy="249700"/>
          </a:xfrm>
          <a:prstGeom prst="rect">
            <a:avLst/>
          </a:prstGeom>
          <a:noFill/>
        </p:spPr>
        <p:txBody>
          <a:bodyPr wrap="square" rtlCol="0" anchor="ctr">
            <a:noAutofit/>
          </a:bodyPr>
          <a:lstStyle/>
          <a:p>
            <a:r>
              <a:rPr lang="en-US" altLang="zh-CN" sz="1400" dirty="0" err="1">
                <a:solidFill>
                  <a:srgbClr val="C00000"/>
                </a:solidFill>
                <a:latin typeface="Consolas" panose="020B0609020204030204" pitchFamily="49" charset="0"/>
              </a:rPr>
              <a:t>fact0</a:t>
            </a:r>
          </a:p>
        </p:txBody>
      </p:sp>
      <p:sp>
        <p:nvSpPr>
          <p:cNvPr id="495" name="文本框 494">
            <a:extLst>
              <a:ext uri="{FF2B5EF4-FFF2-40B4-BE49-F238E27FC236}">
                <a16:creationId xmlns:a16="http://schemas.microsoft.com/office/drawing/2014/main" id="{D9576DE1-7A0C-0144-9172-EF6DBD826642}"/>
              </a:ext>
            </a:extLst>
          </p:cNvPr>
          <p:cNvSpPr txBox="1"/>
          <p:nvPr/>
        </p:nvSpPr>
        <p:spPr>
          <a:xfrm>
            <a:off x="10168239" y="3397795"/>
            <a:ext cx="689310" cy="263526"/>
          </a:xfrm>
          <a:prstGeom prst="rect">
            <a:avLst/>
          </a:prstGeom>
          <a:noFill/>
        </p:spPr>
        <p:txBody>
          <a:bodyPr wrap="square" rtlCol="0" anchor="ctr">
            <a:noAutofit/>
          </a:bodyPr>
          <a:lstStyle/>
          <a:p>
            <a:r>
              <a:rPr lang="en-US" altLang="zh-CN" sz="1400" dirty="0" err="1">
                <a:solidFill>
                  <a:srgbClr val="C00000"/>
                </a:solidFill>
                <a:latin typeface="Consolas" panose="020B0609020204030204" pitchFamily="49" charset="0"/>
              </a:rPr>
              <a:t>fact1</a:t>
            </a:r>
          </a:p>
        </p:txBody>
      </p:sp>
      <p:sp>
        <p:nvSpPr>
          <p:cNvPr id="496" name="文本框 495">
            <a:extLst>
              <a:ext uri="{FF2B5EF4-FFF2-40B4-BE49-F238E27FC236}">
                <a16:creationId xmlns:a16="http://schemas.microsoft.com/office/drawing/2014/main" id="{CFF05C9B-33BA-5945-B048-53EE880073B7}"/>
              </a:ext>
            </a:extLst>
          </p:cNvPr>
          <p:cNvSpPr txBox="1"/>
          <p:nvPr/>
        </p:nvSpPr>
        <p:spPr>
          <a:xfrm>
            <a:off x="10168239" y="3731805"/>
            <a:ext cx="686436" cy="259716"/>
          </a:xfrm>
          <a:prstGeom prst="rect">
            <a:avLst/>
          </a:prstGeom>
          <a:noFill/>
        </p:spPr>
        <p:txBody>
          <a:bodyPr wrap="square" rtlCol="0" anchor="ctr">
            <a:noAutofit/>
          </a:bodyPr>
          <a:lstStyle/>
          <a:p>
            <a:r>
              <a:rPr lang="en-US" altLang="zh-CN" sz="1400" dirty="0" err="1">
                <a:solidFill>
                  <a:srgbClr val="C00000"/>
                </a:solidFill>
                <a:latin typeface="Consolas" panose="020B0609020204030204" pitchFamily="49" charset="0"/>
              </a:rPr>
              <a:t>fact2</a:t>
            </a:r>
          </a:p>
        </p:txBody>
      </p:sp>
      <p:cxnSp>
        <p:nvCxnSpPr>
          <p:cNvPr id="497" name="直接箭头连接符 51">
            <a:extLst>
              <a:ext uri="{FF2B5EF4-FFF2-40B4-BE49-F238E27FC236}">
                <a16:creationId xmlns:a16="http://schemas.microsoft.com/office/drawing/2014/main" id="{CBA8D941-33F1-124F-A160-1E1CED2C5976}"/>
              </a:ext>
            </a:extLst>
          </p:cNvPr>
          <p:cNvCxnSpPr>
            <a:cxnSpLocks/>
          </p:cNvCxnSpPr>
          <p:nvPr>
            <p:custDataLst>
              <p:tags r:id="rId60"/>
            </p:custDataLst>
          </p:nvPr>
        </p:nvCxnSpPr>
        <p:spPr>
          <a:xfrm flipH="1">
            <a:off x="5743415" y="4574529"/>
            <a:ext cx="6350" cy="32504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8" name="文本框 497">
            <a:extLst>
              <a:ext uri="{FF2B5EF4-FFF2-40B4-BE49-F238E27FC236}">
                <a16:creationId xmlns:a16="http://schemas.microsoft.com/office/drawing/2014/main" id="{66C7F562-484C-E146-A9AE-3652E2C3BF19}"/>
              </a:ext>
            </a:extLst>
          </p:cNvPr>
          <p:cNvSpPr txBox="1"/>
          <p:nvPr>
            <p:custDataLst>
              <p:tags r:id="rId61"/>
            </p:custDataLst>
          </p:nvPr>
        </p:nvSpPr>
        <p:spPr>
          <a:xfrm>
            <a:off x="573312" y="1684384"/>
            <a:ext cx="2160000" cy="535531"/>
          </a:xfrm>
          <a:prstGeom prst="rect">
            <a:avLst/>
          </a:prstGeom>
          <a:noFill/>
        </p:spPr>
        <p:txBody>
          <a:bodyPr wrap="square" rtlCol="0">
            <a:spAutoFit/>
          </a:bodyPr>
          <a:lstStyle/>
          <a:p>
            <a:pPr algn="ctr">
              <a:lnSpc>
                <a:spcPct val="80000"/>
              </a:lnSpc>
            </a:pPr>
            <a:r>
              <a:rPr lang="en-US" altLang="zh-CN" dirty="0">
                <a:latin typeface="Arial" panose="020B0604020202020204" pitchFamily="34" charset="0"/>
                <a:ea typeface="LINUX LIBERTINE T" panose="02000503000000000000" pitchFamily="2" charset="0"/>
                <a:cs typeface="Arial" panose="020B0604020202020204" pitchFamily="34" charset="0"/>
              </a:rPr>
              <a:t>Task Retrieval</a:t>
            </a:r>
          </a:p>
          <a:p>
            <a:pPr algn="ctr">
              <a:lnSpc>
                <a:spcPct val="80000"/>
              </a:lnSpc>
            </a:pPr>
            <a:r>
              <a:rPr lang="en-US" altLang="zh-CN" dirty="0">
                <a:latin typeface="Arial" panose="020B0604020202020204" pitchFamily="34" charset="0"/>
                <a:ea typeface="LINUX LIBERTINE T" panose="02000503000000000000" pitchFamily="2" charset="0"/>
                <a:cs typeface="Arial" panose="020B0604020202020204" pitchFamily="34" charset="0"/>
              </a:rPr>
              <a:t>Stage</a:t>
            </a:r>
            <a:endParaRPr lang="zh-CN" altLang="en-US" dirty="0">
              <a:latin typeface="Arial" panose="020B0604020202020204" pitchFamily="34" charset="0"/>
              <a:cs typeface="Arial" panose="020B0604020202020204" pitchFamily="34" charset="0"/>
            </a:endParaRPr>
          </a:p>
        </p:txBody>
      </p:sp>
      <p:cxnSp>
        <p:nvCxnSpPr>
          <p:cNvPr id="499" name="直接连接符 280">
            <a:extLst>
              <a:ext uri="{FF2B5EF4-FFF2-40B4-BE49-F238E27FC236}">
                <a16:creationId xmlns:a16="http://schemas.microsoft.com/office/drawing/2014/main" id="{48C20A03-46A2-6640-BFA1-8E58B6414984}"/>
              </a:ext>
            </a:extLst>
          </p:cNvPr>
          <p:cNvCxnSpPr>
            <a:cxnSpLocks/>
          </p:cNvCxnSpPr>
          <p:nvPr/>
        </p:nvCxnSpPr>
        <p:spPr>
          <a:xfrm flipH="1">
            <a:off x="2127049" y="2227489"/>
            <a:ext cx="2556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0" name="直接连接符 280">
            <a:extLst>
              <a:ext uri="{FF2B5EF4-FFF2-40B4-BE49-F238E27FC236}">
                <a16:creationId xmlns:a16="http://schemas.microsoft.com/office/drawing/2014/main" id="{AEF6D105-FC90-8747-9C85-5686D8D900F9}"/>
              </a:ext>
            </a:extLst>
          </p:cNvPr>
          <p:cNvCxnSpPr>
            <a:cxnSpLocks/>
          </p:cNvCxnSpPr>
          <p:nvPr/>
        </p:nvCxnSpPr>
        <p:spPr>
          <a:xfrm flipH="1">
            <a:off x="2101118" y="3600559"/>
            <a:ext cx="2556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1" name="直接连接符 280">
            <a:extLst>
              <a:ext uri="{FF2B5EF4-FFF2-40B4-BE49-F238E27FC236}">
                <a16:creationId xmlns:a16="http://schemas.microsoft.com/office/drawing/2014/main" id="{D36FA0C9-1152-B54D-921A-BACBFC3A1CE1}"/>
              </a:ext>
            </a:extLst>
          </p:cNvPr>
          <p:cNvCxnSpPr>
            <a:cxnSpLocks/>
          </p:cNvCxnSpPr>
          <p:nvPr/>
        </p:nvCxnSpPr>
        <p:spPr>
          <a:xfrm flipH="1">
            <a:off x="2121121" y="4994551"/>
            <a:ext cx="2556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2" name="直接连接符 280">
            <a:extLst>
              <a:ext uri="{FF2B5EF4-FFF2-40B4-BE49-F238E27FC236}">
                <a16:creationId xmlns:a16="http://schemas.microsoft.com/office/drawing/2014/main" id="{0647146B-ED6D-B94F-82EC-98E5DCB4AD24}"/>
              </a:ext>
            </a:extLst>
          </p:cNvPr>
          <p:cNvCxnSpPr>
            <a:cxnSpLocks/>
          </p:cNvCxnSpPr>
          <p:nvPr/>
        </p:nvCxnSpPr>
        <p:spPr>
          <a:xfrm flipH="1">
            <a:off x="2101118" y="6052094"/>
            <a:ext cx="2556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03" name="文本框 502">
            <a:extLst>
              <a:ext uri="{FF2B5EF4-FFF2-40B4-BE49-F238E27FC236}">
                <a16:creationId xmlns:a16="http://schemas.microsoft.com/office/drawing/2014/main" id="{F1C73648-3294-DA47-B5EB-6949E9F0C91D}"/>
              </a:ext>
            </a:extLst>
          </p:cNvPr>
          <p:cNvSpPr txBox="1"/>
          <p:nvPr>
            <p:custDataLst>
              <p:tags r:id="rId62"/>
            </p:custDataLst>
          </p:nvPr>
        </p:nvSpPr>
        <p:spPr>
          <a:xfrm>
            <a:off x="573312" y="3054002"/>
            <a:ext cx="2160000" cy="535531"/>
          </a:xfrm>
          <a:prstGeom prst="rect">
            <a:avLst/>
          </a:prstGeom>
          <a:noFill/>
        </p:spPr>
        <p:txBody>
          <a:bodyPr wrap="square" rtlCol="0">
            <a:spAutoFit/>
          </a:bodyPr>
          <a:lstStyle/>
          <a:p>
            <a:pPr algn="ctr">
              <a:lnSpc>
                <a:spcPct val="80000"/>
              </a:lnSpc>
            </a:pPr>
            <a:r>
              <a:rPr lang="en-US" altLang="zh-CN" dirty="0">
                <a:latin typeface="Arial" panose="020B0604020202020204" pitchFamily="34" charset="0"/>
                <a:ea typeface="LINUX LIBERTINE T" panose="02000503000000000000" pitchFamily="2" charset="0"/>
                <a:cs typeface="Arial" panose="020B0604020202020204" pitchFamily="34" charset="0"/>
              </a:rPr>
              <a:t>Data Merging</a:t>
            </a:r>
          </a:p>
          <a:p>
            <a:pPr algn="ctr">
              <a:lnSpc>
                <a:spcPct val="80000"/>
              </a:lnSpc>
            </a:pPr>
            <a:r>
              <a:rPr lang="en-US" altLang="zh-CN" dirty="0">
                <a:latin typeface="Arial" panose="020B0604020202020204" pitchFamily="34" charset="0"/>
                <a:ea typeface="LINUX LIBERTINE T" panose="02000503000000000000" pitchFamily="2" charset="0"/>
                <a:cs typeface="Arial" panose="020B0604020202020204" pitchFamily="34" charset="0"/>
              </a:rPr>
              <a:t>Stage</a:t>
            </a:r>
            <a:endParaRPr lang="zh-CN" altLang="en-US" dirty="0">
              <a:latin typeface="Arial" panose="020B0604020202020204" pitchFamily="34" charset="0"/>
              <a:cs typeface="Arial" panose="020B0604020202020204" pitchFamily="34" charset="0"/>
            </a:endParaRPr>
          </a:p>
        </p:txBody>
      </p:sp>
      <p:sp>
        <p:nvSpPr>
          <p:cNvPr id="504" name="文本框 503">
            <a:extLst>
              <a:ext uri="{FF2B5EF4-FFF2-40B4-BE49-F238E27FC236}">
                <a16:creationId xmlns:a16="http://schemas.microsoft.com/office/drawing/2014/main" id="{4015BA69-9033-834B-99E5-3FFFE8500463}"/>
              </a:ext>
            </a:extLst>
          </p:cNvPr>
          <p:cNvSpPr txBox="1"/>
          <p:nvPr>
            <p:custDataLst>
              <p:tags r:id="rId63"/>
            </p:custDataLst>
          </p:nvPr>
        </p:nvSpPr>
        <p:spPr>
          <a:xfrm>
            <a:off x="573312" y="4455068"/>
            <a:ext cx="2160000" cy="535531"/>
          </a:xfrm>
          <a:prstGeom prst="rect">
            <a:avLst/>
          </a:prstGeom>
          <a:noFill/>
        </p:spPr>
        <p:txBody>
          <a:bodyPr wrap="square" rtlCol="0">
            <a:spAutoFit/>
          </a:bodyPr>
          <a:lstStyle/>
          <a:p>
            <a:pPr algn="ctr">
              <a:lnSpc>
                <a:spcPct val="80000"/>
              </a:lnSpc>
            </a:pPr>
            <a:r>
              <a:rPr lang="en-US" altLang="zh-CN" dirty="0">
                <a:latin typeface="Arial" panose="020B0604020202020204" pitchFamily="34" charset="0"/>
                <a:ea typeface="LINUX LIBERTINE T" panose="02000503000000000000" pitchFamily="2" charset="0"/>
                <a:cs typeface="Arial" panose="020B0604020202020204" pitchFamily="34" charset="0"/>
              </a:rPr>
              <a:t>Fact Computation</a:t>
            </a:r>
          </a:p>
          <a:p>
            <a:pPr algn="ctr">
              <a:lnSpc>
                <a:spcPct val="80000"/>
              </a:lnSpc>
            </a:pPr>
            <a:r>
              <a:rPr lang="en-US" altLang="zh-CN" dirty="0">
                <a:latin typeface="Arial" panose="020B0604020202020204" pitchFamily="34" charset="0"/>
                <a:ea typeface="LINUX LIBERTINE T" panose="02000503000000000000" pitchFamily="2" charset="0"/>
                <a:cs typeface="Arial" panose="020B0604020202020204" pitchFamily="34" charset="0"/>
              </a:rPr>
              <a:t>Stage</a:t>
            </a:r>
            <a:endParaRPr lang="zh-CN" altLang="en-US" dirty="0">
              <a:latin typeface="Arial" panose="020B0604020202020204" pitchFamily="34" charset="0"/>
              <a:cs typeface="Arial" panose="020B0604020202020204" pitchFamily="34" charset="0"/>
            </a:endParaRPr>
          </a:p>
        </p:txBody>
      </p:sp>
      <p:sp>
        <p:nvSpPr>
          <p:cNvPr id="505" name="文本框 504">
            <a:extLst>
              <a:ext uri="{FF2B5EF4-FFF2-40B4-BE49-F238E27FC236}">
                <a16:creationId xmlns:a16="http://schemas.microsoft.com/office/drawing/2014/main" id="{5BD6D98C-38D8-5A48-93AF-0D73E37B24EC}"/>
              </a:ext>
            </a:extLst>
          </p:cNvPr>
          <p:cNvSpPr txBox="1"/>
          <p:nvPr>
            <p:custDataLst>
              <p:tags r:id="rId64"/>
            </p:custDataLst>
          </p:nvPr>
        </p:nvSpPr>
        <p:spPr>
          <a:xfrm>
            <a:off x="573312" y="5501062"/>
            <a:ext cx="2160000" cy="535531"/>
          </a:xfrm>
          <a:prstGeom prst="rect">
            <a:avLst/>
          </a:prstGeom>
          <a:noFill/>
        </p:spPr>
        <p:txBody>
          <a:bodyPr wrap="square" rtlCol="0">
            <a:spAutoFit/>
          </a:bodyPr>
          <a:lstStyle/>
          <a:p>
            <a:pPr algn="ctr">
              <a:lnSpc>
                <a:spcPct val="80000"/>
              </a:lnSpc>
            </a:pPr>
            <a:r>
              <a:rPr lang="en-US" altLang="zh-CN" dirty="0">
                <a:latin typeface="Arial" panose="020B0604020202020204" pitchFamily="34" charset="0"/>
                <a:ea typeface="LINUX LIBERTINE T" panose="02000503000000000000" pitchFamily="2" charset="0"/>
                <a:cs typeface="Arial" panose="020B0604020202020204" pitchFamily="34" charset="0"/>
              </a:rPr>
              <a:t>State Update</a:t>
            </a:r>
          </a:p>
          <a:p>
            <a:pPr algn="ctr">
              <a:lnSpc>
                <a:spcPct val="80000"/>
              </a:lnSpc>
            </a:pPr>
            <a:r>
              <a:rPr lang="en-US" altLang="zh-CN" dirty="0">
                <a:latin typeface="Arial" panose="020B0604020202020204" pitchFamily="34" charset="0"/>
                <a:ea typeface="LINUX LIBERTINE T" panose="02000503000000000000" pitchFamily="2" charset="0"/>
                <a:cs typeface="Arial" panose="020B0604020202020204" pitchFamily="34" charset="0"/>
              </a:rPr>
              <a:t>Stage</a:t>
            </a:r>
            <a:endParaRPr lang="zh-CN" altLang="en-US" dirty="0">
              <a:latin typeface="Arial" panose="020B0604020202020204" pitchFamily="34" charset="0"/>
              <a:cs typeface="Arial" panose="020B0604020202020204" pitchFamily="34" charset="0"/>
            </a:endParaRPr>
          </a:p>
        </p:txBody>
      </p:sp>
      <p:sp>
        <p:nvSpPr>
          <p:cNvPr id="506" name="文本框 505">
            <a:extLst>
              <a:ext uri="{FF2B5EF4-FFF2-40B4-BE49-F238E27FC236}">
                <a16:creationId xmlns:a16="http://schemas.microsoft.com/office/drawing/2014/main" id="{23AAD30E-AD72-2446-BEA8-104203F95366}"/>
              </a:ext>
            </a:extLst>
          </p:cNvPr>
          <p:cNvSpPr txBox="1"/>
          <p:nvPr/>
        </p:nvSpPr>
        <p:spPr>
          <a:xfrm>
            <a:off x="10195278" y="1898263"/>
            <a:ext cx="741488" cy="369332"/>
          </a:xfrm>
          <a:prstGeom prst="rect">
            <a:avLst/>
          </a:prstGeom>
          <a:noFill/>
        </p:spPr>
        <p:txBody>
          <a:bodyPr wrap="square" rtlCol="0">
            <a:spAutoFit/>
          </a:bodyPr>
          <a:lstStyle/>
          <a:p>
            <a:r>
              <a:rPr lang="en-US" altLang="zh-CN" dirty="0" err="1">
                <a:latin typeface="Consolas" panose="020B0609020204030204" pitchFamily="49" charset="0"/>
              </a:rPr>
              <a:t>bram</a:t>
            </a:r>
            <a:endParaRPr lang="zh-CN" altLang="en-US" dirty="0">
              <a:latin typeface="Consolas" panose="020B0609020204030204" pitchFamily="49" charset="0"/>
            </a:endParaRPr>
          </a:p>
        </p:txBody>
      </p:sp>
    </p:spTree>
    <p:extLst>
      <p:ext uri="{BB962C8B-B14F-4D97-AF65-F5344CB8AC3E}">
        <p14:creationId xmlns:p14="http://schemas.microsoft.com/office/powerpoint/2010/main" val="3898130613"/>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1093A4-A5F3-6F4B-8A10-66C6497AD3FE}"/>
              </a:ext>
            </a:extLst>
          </p:cNvPr>
          <p:cNvSpPr>
            <a:spLocks noGrp="1"/>
          </p:cNvSpPr>
          <p:nvPr>
            <p:ph type="title"/>
          </p:nvPr>
        </p:nvSpPr>
        <p:spPr/>
        <p:txBody>
          <a:bodyPr>
            <a:noAutofit/>
          </a:bodyPr>
          <a:lstStyle/>
          <a:p>
            <a:r>
              <a:rPr kumimoji="1" lang="en-US" altLang="zh-CN" sz="3600" dirty="0"/>
              <a:t>Improve </a:t>
            </a:r>
            <a:r>
              <a:rPr kumimoji="1" lang="en-US" altLang="zh-CN" sz="3600" dirty="0">
                <a:solidFill>
                  <a:schemeClr val="accent2">
                    <a:lumMod val="75000"/>
                  </a:schemeClr>
                </a:solidFill>
              </a:rPr>
              <a:t>Temporal Efficiency </a:t>
            </a:r>
            <a:r>
              <a:rPr kumimoji="1" lang="en-US" altLang="zh-CN" sz="3600" dirty="0"/>
              <a:t>via </a:t>
            </a:r>
            <a:r>
              <a:rPr kumimoji="1" lang="en-US" altLang="zh-CN" sz="3600" dirty="0">
                <a:solidFill>
                  <a:schemeClr val="accent1">
                    <a:lumMod val="75000"/>
                  </a:schemeClr>
                </a:solidFill>
              </a:rPr>
              <a:t>Hardware Parallelism</a:t>
            </a:r>
            <a:endParaRPr kumimoji="1" lang="zh-CN" altLang="en-US" sz="3600" dirty="0">
              <a:solidFill>
                <a:schemeClr val="accent1">
                  <a:lumMod val="75000"/>
                </a:schemeClr>
              </a:solidFill>
            </a:endParaRPr>
          </a:p>
        </p:txBody>
      </p:sp>
      <p:sp>
        <p:nvSpPr>
          <p:cNvPr id="4" name="灯片编号占位符 3">
            <a:extLst>
              <a:ext uri="{FF2B5EF4-FFF2-40B4-BE49-F238E27FC236}">
                <a16:creationId xmlns:a16="http://schemas.microsoft.com/office/drawing/2014/main" id="{2E704DDD-DFF1-BD48-81A3-8D1E5B6C41E5}"/>
              </a:ext>
            </a:extLst>
          </p:cNvPr>
          <p:cNvSpPr>
            <a:spLocks noGrp="1"/>
          </p:cNvSpPr>
          <p:nvPr>
            <p:ph type="sldNum" sz="quarter" idx="12"/>
          </p:nvPr>
        </p:nvSpPr>
        <p:spPr/>
        <p:txBody>
          <a:bodyPr/>
          <a:lstStyle/>
          <a:p>
            <a:fld id="{978860AA-0FA6-EE41-AD3E-89DCDAAFC63F}" type="slidenum">
              <a:rPr kumimoji="1" lang="zh-CN" altLang="en-US" smtClean="0"/>
              <a:t>19</a:t>
            </a:fld>
            <a:endParaRPr kumimoji="1" lang="zh-CN" altLang="en-US"/>
          </a:p>
        </p:txBody>
      </p:sp>
      <p:sp>
        <p:nvSpPr>
          <p:cNvPr id="321" name="矩形 320">
            <a:extLst>
              <a:ext uri="{FF2B5EF4-FFF2-40B4-BE49-F238E27FC236}">
                <a16:creationId xmlns:a16="http://schemas.microsoft.com/office/drawing/2014/main" id="{50984A40-29AC-A342-9511-10F2C3C51E81}"/>
              </a:ext>
            </a:extLst>
          </p:cNvPr>
          <p:cNvSpPr/>
          <p:nvPr/>
        </p:nvSpPr>
        <p:spPr>
          <a:xfrm>
            <a:off x="4664233" y="1282609"/>
            <a:ext cx="3390900" cy="725805"/>
          </a:xfrm>
          <a:prstGeom prst="rect">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2" name="文本框 321">
            <a:extLst>
              <a:ext uri="{FF2B5EF4-FFF2-40B4-BE49-F238E27FC236}">
                <a16:creationId xmlns:a16="http://schemas.microsoft.com/office/drawing/2014/main" id="{61FF9B81-0464-DF48-BAF0-3A37B1ADF5ED}"/>
              </a:ext>
            </a:extLst>
          </p:cNvPr>
          <p:cNvSpPr txBox="1"/>
          <p:nvPr/>
        </p:nvSpPr>
        <p:spPr>
          <a:xfrm>
            <a:off x="4688998" y="1262002"/>
            <a:ext cx="3415665" cy="338554"/>
          </a:xfrm>
          <a:prstGeom prst="rect">
            <a:avLst/>
          </a:prstGeom>
          <a:noFill/>
        </p:spPr>
        <p:txBody>
          <a:bodyPr wrap="square" rtlCol="0">
            <a:spAutoFit/>
          </a:bodyPr>
          <a:lstStyle/>
          <a:p>
            <a:r>
              <a:rPr lang="en-US" altLang="zh-CN" sz="1600" dirty="0">
                <a:latin typeface="Consolas" panose="020B0609020204030204" pitchFamily="49" charset="0"/>
              </a:rPr>
              <a:t>worklist unit</a:t>
            </a:r>
            <a:endParaRPr lang="en-US" altLang="zh-CN" sz="1600" dirty="0">
              <a:solidFill>
                <a:srgbClr val="C00000"/>
              </a:solidFill>
              <a:latin typeface="Consolas" panose="020B0609020204030204" pitchFamily="49" charset="0"/>
            </a:endParaRPr>
          </a:p>
        </p:txBody>
      </p:sp>
      <mc:AlternateContent xmlns:mc="http://schemas.openxmlformats.org/markup-compatibility/2006" xmlns:a14="http://schemas.microsoft.com/office/drawing/2010/main">
        <mc:Choice Requires="a14">
          <p:sp>
            <p:nvSpPr>
              <p:cNvPr id="323" name="矩形 322">
                <a:extLst>
                  <a:ext uri="{FF2B5EF4-FFF2-40B4-BE49-F238E27FC236}">
                    <a16:creationId xmlns:a16="http://schemas.microsoft.com/office/drawing/2014/main" id="{D3EFD25B-9CFE-7347-A1BB-0B614F33D1B1}"/>
                  </a:ext>
                </a:extLst>
              </p:cNvPr>
              <p:cNvSpPr/>
              <p:nvPr/>
            </p:nvSpPr>
            <p:spPr>
              <a:xfrm>
                <a:off x="4762969" y="1641474"/>
                <a:ext cx="370801" cy="3243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i="1" baseline="-25000" dirty="0" smtClean="0">
                          <a:solidFill>
                            <a:schemeClr val="tx1"/>
                          </a:solidFill>
                          <a:latin typeface="Cambria Math" panose="02040503050406030204" pitchFamily="18" charset="0"/>
                        </a:rPr>
                        <m:t>0</m:t>
                      </m:r>
                    </m:oMath>
                  </m:oMathPara>
                </a14:m>
                <a:endParaRPr lang="zh-CN" altLang="en-US" baseline="-25000" dirty="0">
                  <a:solidFill>
                    <a:schemeClr val="tx1"/>
                  </a:solidFill>
                </a:endParaRPr>
              </a:p>
            </p:txBody>
          </p:sp>
        </mc:Choice>
        <mc:Fallback xmlns="">
          <p:sp>
            <p:nvSpPr>
              <p:cNvPr id="323" name="矩形 322">
                <a:extLst>
                  <a:ext uri="{FF2B5EF4-FFF2-40B4-BE49-F238E27FC236}">
                    <a16:creationId xmlns:a16="http://schemas.microsoft.com/office/drawing/2014/main" id="{D3EFD25B-9CFE-7347-A1BB-0B614F33D1B1}"/>
                  </a:ext>
                </a:extLst>
              </p:cNvPr>
              <p:cNvSpPr>
                <a:spLocks noRot="1" noChangeAspect="1" noMove="1" noResize="1" noEditPoints="1" noAdjustHandles="1" noChangeArrowheads="1" noChangeShapeType="1" noTextEdit="1"/>
              </p:cNvSpPr>
              <p:nvPr/>
            </p:nvSpPr>
            <p:spPr>
              <a:xfrm>
                <a:off x="4762969" y="1641474"/>
                <a:ext cx="370801" cy="324395"/>
              </a:xfrm>
              <a:prstGeom prst="rect">
                <a:avLst/>
              </a:prstGeom>
              <a:blipFill>
                <a:blip r:embed="rId123"/>
                <a:stretch>
                  <a:fillRect l="-6452"/>
                </a:stretch>
              </a:blipFill>
              <a:ln>
                <a:solidFill>
                  <a:schemeClr val="tx1"/>
                </a:solidFill>
              </a:ln>
            </p:spPr>
            <p:txBody>
              <a:bodyPr/>
              <a:lstStyle/>
              <a:p>
                <a:r>
                  <a:rPr lang="zh-CN" altLang="en-US">
                    <a:noFill/>
                  </a:rPr>
                  <a:t> </a:t>
                </a:r>
              </a:p>
            </p:txBody>
          </p:sp>
        </mc:Fallback>
      </mc:AlternateContent>
      <p:sp>
        <p:nvSpPr>
          <p:cNvPr id="324" name="文本框 323">
            <a:extLst>
              <a:ext uri="{FF2B5EF4-FFF2-40B4-BE49-F238E27FC236}">
                <a16:creationId xmlns:a16="http://schemas.microsoft.com/office/drawing/2014/main" id="{D99022F0-629A-8440-B508-A776D2F362B9}"/>
              </a:ext>
            </a:extLst>
          </p:cNvPr>
          <p:cNvSpPr txBox="1"/>
          <p:nvPr/>
        </p:nvSpPr>
        <p:spPr>
          <a:xfrm>
            <a:off x="7175122" y="1627776"/>
            <a:ext cx="635726" cy="369332"/>
          </a:xfrm>
          <a:prstGeom prst="rect">
            <a:avLst/>
          </a:prstGeom>
          <a:noFill/>
        </p:spPr>
        <p:txBody>
          <a:bodyPr wrap="square" rtlCol="0">
            <a:spAutoFit/>
          </a:bodyPr>
          <a:lstStyle/>
          <a:p>
            <a:r>
              <a:rPr lang="en-US" altLang="zh-CN" dirty="0"/>
              <a:t>……</a:t>
            </a:r>
            <a:endParaRPr lang="zh-CN" altLang="en-US" dirty="0"/>
          </a:p>
        </p:txBody>
      </p:sp>
      <mc:AlternateContent xmlns:mc="http://schemas.openxmlformats.org/markup-compatibility/2006" xmlns:a14="http://schemas.microsoft.com/office/drawing/2010/main">
        <mc:Choice Requires="a14">
          <p:sp>
            <p:nvSpPr>
              <p:cNvPr id="325" name="矩形 324">
                <a:extLst>
                  <a:ext uri="{FF2B5EF4-FFF2-40B4-BE49-F238E27FC236}">
                    <a16:creationId xmlns:a16="http://schemas.microsoft.com/office/drawing/2014/main" id="{7A8373D2-4D9F-C641-9CCE-C0AAD8F9C2C7}"/>
                  </a:ext>
                </a:extLst>
              </p:cNvPr>
              <p:cNvSpPr/>
              <p:nvPr/>
            </p:nvSpPr>
            <p:spPr>
              <a:xfrm>
                <a:off x="5232506" y="1641474"/>
                <a:ext cx="370801" cy="3243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b="0" i="1" baseline="-25000" dirty="0" smtClean="0">
                          <a:solidFill>
                            <a:schemeClr val="tx1"/>
                          </a:solidFill>
                          <a:latin typeface="Cambria Math" panose="02040503050406030204" pitchFamily="18" charset="0"/>
                        </a:rPr>
                        <m:t>1</m:t>
                      </m:r>
                    </m:oMath>
                  </m:oMathPara>
                </a14:m>
                <a:endParaRPr lang="zh-CN" altLang="en-US" baseline="-25000" dirty="0">
                  <a:solidFill>
                    <a:schemeClr val="tx1"/>
                  </a:solidFill>
                </a:endParaRPr>
              </a:p>
            </p:txBody>
          </p:sp>
        </mc:Choice>
        <mc:Fallback xmlns="">
          <p:sp>
            <p:nvSpPr>
              <p:cNvPr id="325" name="矩形 324">
                <a:extLst>
                  <a:ext uri="{FF2B5EF4-FFF2-40B4-BE49-F238E27FC236}">
                    <a16:creationId xmlns:a16="http://schemas.microsoft.com/office/drawing/2014/main" id="{7A8373D2-4D9F-C641-9CCE-C0AAD8F9C2C7}"/>
                  </a:ext>
                </a:extLst>
              </p:cNvPr>
              <p:cNvSpPr>
                <a:spLocks noRot="1" noChangeAspect="1" noMove="1" noResize="1" noEditPoints="1" noAdjustHandles="1" noChangeArrowheads="1" noChangeShapeType="1" noTextEdit="1"/>
              </p:cNvSpPr>
              <p:nvPr/>
            </p:nvSpPr>
            <p:spPr>
              <a:xfrm>
                <a:off x="5232506" y="1641474"/>
                <a:ext cx="370801" cy="324395"/>
              </a:xfrm>
              <a:prstGeom prst="rect">
                <a:avLst/>
              </a:prstGeom>
              <a:blipFill>
                <a:blip r:embed="rId124"/>
                <a:stretch>
                  <a:fillRect l="-9677"/>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6" name="矩形 325">
                <a:extLst>
                  <a:ext uri="{FF2B5EF4-FFF2-40B4-BE49-F238E27FC236}">
                    <a16:creationId xmlns:a16="http://schemas.microsoft.com/office/drawing/2014/main" id="{F61200A8-E8EE-FA48-A2DC-79901C1D8444}"/>
                  </a:ext>
                </a:extLst>
              </p:cNvPr>
              <p:cNvSpPr/>
              <p:nvPr/>
            </p:nvSpPr>
            <p:spPr>
              <a:xfrm>
                <a:off x="5702043" y="1641474"/>
                <a:ext cx="370801" cy="3243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b="0" i="1" baseline="-25000" dirty="0" smtClean="0">
                          <a:solidFill>
                            <a:schemeClr val="tx1"/>
                          </a:solidFill>
                          <a:latin typeface="Cambria Math" panose="02040503050406030204" pitchFamily="18" charset="0"/>
                        </a:rPr>
                        <m:t>2</m:t>
                      </m:r>
                    </m:oMath>
                  </m:oMathPara>
                </a14:m>
                <a:endParaRPr lang="zh-CN" altLang="en-US" baseline="-25000" dirty="0">
                  <a:solidFill>
                    <a:schemeClr val="tx1"/>
                  </a:solidFill>
                </a:endParaRPr>
              </a:p>
            </p:txBody>
          </p:sp>
        </mc:Choice>
        <mc:Fallback xmlns="">
          <p:sp>
            <p:nvSpPr>
              <p:cNvPr id="326" name="矩形 325">
                <a:extLst>
                  <a:ext uri="{FF2B5EF4-FFF2-40B4-BE49-F238E27FC236}">
                    <a16:creationId xmlns:a16="http://schemas.microsoft.com/office/drawing/2014/main" id="{F61200A8-E8EE-FA48-A2DC-79901C1D8444}"/>
                  </a:ext>
                </a:extLst>
              </p:cNvPr>
              <p:cNvSpPr>
                <a:spLocks noRot="1" noChangeAspect="1" noMove="1" noResize="1" noEditPoints="1" noAdjustHandles="1" noChangeArrowheads="1" noChangeShapeType="1" noTextEdit="1"/>
              </p:cNvSpPr>
              <p:nvPr/>
            </p:nvSpPr>
            <p:spPr>
              <a:xfrm>
                <a:off x="5702043" y="1641474"/>
                <a:ext cx="370801" cy="324395"/>
              </a:xfrm>
              <a:prstGeom prst="rect">
                <a:avLst/>
              </a:prstGeom>
              <a:blipFill>
                <a:blip r:embed="rId125"/>
                <a:stretch>
                  <a:fillRect l="-9677"/>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7" name="矩形 326">
                <a:extLst>
                  <a:ext uri="{FF2B5EF4-FFF2-40B4-BE49-F238E27FC236}">
                    <a16:creationId xmlns:a16="http://schemas.microsoft.com/office/drawing/2014/main" id="{FED5B65E-81DB-F149-859F-AA0E2BAC1A13}"/>
                  </a:ext>
                </a:extLst>
              </p:cNvPr>
              <p:cNvSpPr/>
              <p:nvPr/>
            </p:nvSpPr>
            <p:spPr>
              <a:xfrm>
                <a:off x="6171580" y="1641474"/>
                <a:ext cx="370801" cy="3243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b="0" i="1" baseline="-25000" dirty="0" smtClean="0">
                          <a:solidFill>
                            <a:schemeClr val="tx1"/>
                          </a:solidFill>
                          <a:latin typeface="Cambria Math" panose="02040503050406030204" pitchFamily="18" charset="0"/>
                        </a:rPr>
                        <m:t>3</m:t>
                      </m:r>
                    </m:oMath>
                  </m:oMathPara>
                </a14:m>
                <a:endParaRPr lang="zh-CN" altLang="en-US" baseline="-25000" dirty="0">
                  <a:solidFill>
                    <a:schemeClr val="tx1"/>
                  </a:solidFill>
                </a:endParaRPr>
              </a:p>
            </p:txBody>
          </p:sp>
        </mc:Choice>
        <mc:Fallback xmlns="">
          <p:sp>
            <p:nvSpPr>
              <p:cNvPr id="327" name="矩形 326">
                <a:extLst>
                  <a:ext uri="{FF2B5EF4-FFF2-40B4-BE49-F238E27FC236}">
                    <a16:creationId xmlns:a16="http://schemas.microsoft.com/office/drawing/2014/main" id="{FED5B65E-81DB-F149-859F-AA0E2BAC1A13}"/>
                  </a:ext>
                </a:extLst>
              </p:cNvPr>
              <p:cNvSpPr>
                <a:spLocks noRot="1" noChangeAspect="1" noMove="1" noResize="1" noEditPoints="1" noAdjustHandles="1" noChangeArrowheads="1" noChangeShapeType="1" noTextEdit="1"/>
              </p:cNvSpPr>
              <p:nvPr/>
            </p:nvSpPr>
            <p:spPr>
              <a:xfrm>
                <a:off x="6171580" y="1641474"/>
                <a:ext cx="370801" cy="324395"/>
              </a:xfrm>
              <a:prstGeom prst="rect">
                <a:avLst/>
              </a:prstGeom>
              <a:blipFill>
                <a:blip r:embed="rId126"/>
                <a:stretch>
                  <a:fillRect l="-6452"/>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8" name="矩形 327">
                <a:extLst>
                  <a:ext uri="{FF2B5EF4-FFF2-40B4-BE49-F238E27FC236}">
                    <a16:creationId xmlns:a16="http://schemas.microsoft.com/office/drawing/2014/main" id="{23E5569F-DCFD-0145-B1B7-EEDDEBA61FC1}"/>
                  </a:ext>
                </a:extLst>
              </p:cNvPr>
              <p:cNvSpPr/>
              <p:nvPr/>
            </p:nvSpPr>
            <p:spPr>
              <a:xfrm>
                <a:off x="6641117" y="1641474"/>
                <a:ext cx="370801" cy="3243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𝑁</m:t>
                      </m:r>
                      <m:r>
                        <a:rPr lang="en-US" altLang="zh-CN" b="0" i="1" baseline="-25000" dirty="0" smtClean="0">
                          <a:solidFill>
                            <a:schemeClr val="tx1"/>
                          </a:solidFill>
                          <a:latin typeface="Cambria Math" panose="02040503050406030204" pitchFamily="18" charset="0"/>
                        </a:rPr>
                        <m:t>4</m:t>
                      </m:r>
                    </m:oMath>
                  </m:oMathPara>
                </a14:m>
                <a:endParaRPr lang="zh-CN" altLang="en-US" baseline="-25000" dirty="0">
                  <a:solidFill>
                    <a:schemeClr val="tx1"/>
                  </a:solidFill>
                </a:endParaRPr>
              </a:p>
            </p:txBody>
          </p:sp>
        </mc:Choice>
        <mc:Fallback xmlns="">
          <p:sp>
            <p:nvSpPr>
              <p:cNvPr id="328" name="矩形 327">
                <a:extLst>
                  <a:ext uri="{FF2B5EF4-FFF2-40B4-BE49-F238E27FC236}">
                    <a16:creationId xmlns:a16="http://schemas.microsoft.com/office/drawing/2014/main" id="{23E5569F-DCFD-0145-B1B7-EEDDEBA61FC1}"/>
                  </a:ext>
                </a:extLst>
              </p:cNvPr>
              <p:cNvSpPr>
                <a:spLocks noRot="1" noChangeAspect="1" noMove="1" noResize="1" noEditPoints="1" noAdjustHandles="1" noChangeArrowheads="1" noChangeShapeType="1" noTextEdit="1"/>
              </p:cNvSpPr>
              <p:nvPr/>
            </p:nvSpPr>
            <p:spPr>
              <a:xfrm>
                <a:off x="6641117" y="1641474"/>
                <a:ext cx="370801" cy="324395"/>
              </a:xfrm>
              <a:prstGeom prst="rect">
                <a:avLst/>
              </a:prstGeom>
              <a:blipFill>
                <a:blip r:embed="rId127"/>
                <a:stretch>
                  <a:fillRect l="-6452"/>
                </a:stretch>
              </a:blipFill>
              <a:ln>
                <a:solidFill>
                  <a:schemeClr val="tx1"/>
                </a:solidFill>
              </a:ln>
            </p:spPr>
            <p:txBody>
              <a:bodyPr/>
              <a:lstStyle/>
              <a:p>
                <a:r>
                  <a:rPr lang="zh-CN" altLang="en-US">
                    <a:noFill/>
                  </a:rPr>
                  <a:t> </a:t>
                </a:r>
              </a:p>
            </p:txBody>
          </p:sp>
        </mc:Fallback>
      </mc:AlternateContent>
      <p:sp>
        <p:nvSpPr>
          <p:cNvPr id="329" name="矩形 328">
            <a:extLst>
              <a:ext uri="{FF2B5EF4-FFF2-40B4-BE49-F238E27FC236}">
                <a16:creationId xmlns:a16="http://schemas.microsoft.com/office/drawing/2014/main" id="{A2BC4C44-8099-5E41-8492-062D31F4098A}"/>
              </a:ext>
            </a:extLst>
          </p:cNvPr>
          <p:cNvSpPr/>
          <p:nvPr>
            <p:custDataLst>
              <p:tags r:id="rId1"/>
            </p:custDataLst>
          </p:nvPr>
        </p:nvSpPr>
        <p:spPr>
          <a:xfrm>
            <a:off x="4696982" y="2443936"/>
            <a:ext cx="3390900" cy="975490"/>
          </a:xfrm>
          <a:prstGeom prst="rect">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0" name="矩形 329">
            <a:extLst>
              <a:ext uri="{FF2B5EF4-FFF2-40B4-BE49-F238E27FC236}">
                <a16:creationId xmlns:a16="http://schemas.microsoft.com/office/drawing/2014/main" id="{B90708B5-4F67-F541-96AB-D1AA925D824D}"/>
              </a:ext>
            </a:extLst>
          </p:cNvPr>
          <p:cNvSpPr/>
          <p:nvPr>
            <p:custDataLst>
              <p:tags r:id="rId2"/>
            </p:custDataLst>
          </p:nvPr>
        </p:nvSpPr>
        <p:spPr>
          <a:xfrm>
            <a:off x="4688999" y="3789018"/>
            <a:ext cx="3398884" cy="963881"/>
          </a:xfrm>
          <a:prstGeom prst="rect">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1" name="矩形 330">
            <a:extLst>
              <a:ext uri="{FF2B5EF4-FFF2-40B4-BE49-F238E27FC236}">
                <a16:creationId xmlns:a16="http://schemas.microsoft.com/office/drawing/2014/main" id="{55744C26-26AB-2249-9EB6-6B53B10BB430}"/>
              </a:ext>
            </a:extLst>
          </p:cNvPr>
          <p:cNvSpPr/>
          <p:nvPr>
            <p:custDataLst>
              <p:tags r:id="rId3"/>
            </p:custDataLst>
          </p:nvPr>
        </p:nvSpPr>
        <p:spPr>
          <a:xfrm>
            <a:off x="4696981" y="5166746"/>
            <a:ext cx="3398884" cy="738209"/>
          </a:xfrm>
          <a:prstGeom prst="rect">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2" name="文本框 331">
            <a:extLst>
              <a:ext uri="{FF2B5EF4-FFF2-40B4-BE49-F238E27FC236}">
                <a16:creationId xmlns:a16="http://schemas.microsoft.com/office/drawing/2014/main" id="{DC43A421-B991-5E4F-8EAD-3A35D3E99ECA}"/>
              </a:ext>
            </a:extLst>
          </p:cNvPr>
          <p:cNvSpPr txBox="1"/>
          <p:nvPr>
            <p:custDataLst>
              <p:tags r:id="rId4"/>
            </p:custDataLst>
          </p:nvPr>
        </p:nvSpPr>
        <p:spPr>
          <a:xfrm>
            <a:off x="4713672" y="2443910"/>
            <a:ext cx="899886" cy="489814"/>
          </a:xfrm>
          <a:prstGeom prst="rect">
            <a:avLst/>
          </a:prstGeom>
          <a:noFill/>
        </p:spPr>
        <p:txBody>
          <a:bodyPr wrap="square" rtlCol="0">
            <a:spAutoFit/>
          </a:bodyPr>
          <a:lstStyle/>
          <a:p>
            <a:pPr>
              <a:lnSpc>
                <a:spcPct val="80000"/>
              </a:lnSpc>
            </a:pPr>
            <a:r>
              <a:rPr lang="en-US" altLang="zh-CN" sz="1600" dirty="0">
                <a:latin typeface="Consolas" panose="020B0609020204030204" pitchFamily="49" charset="0"/>
              </a:rPr>
              <a:t>merge </a:t>
            </a:r>
          </a:p>
          <a:p>
            <a:pPr marL="36195">
              <a:lnSpc>
                <a:spcPct val="80000"/>
              </a:lnSpc>
            </a:pPr>
            <a:r>
              <a:rPr lang="en-US" altLang="zh-CN" sz="1600" dirty="0">
                <a:latin typeface="Consolas" panose="020B0609020204030204" pitchFamily="49" charset="0"/>
              </a:rPr>
              <a:t>unit</a:t>
            </a:r>
            <a:endParaRPr lang="zh-CN" altLang="en-US" sz="1600" dirty="0">
              <a:latin typeface="Consolas" panose="020B0609020204030204" pitchFamily="49" charset="0"/>
            </a:endParaRPr>
          </a:p>
        </p:txBody>
      </p:sp>
      <p:sp>
        <p:nvSpPr>
          <p:cNvPr id="333" name="文本框 332">
            <a:extLst>
              <a:ext uri="{FF2B5EF4-FFF2-40B4-BE49-F238E27FC236}">
                <a16:creationId xmlns:a16="http://schemas.microsoft.com/office/drawing/2014/main" id="{84E97FBC-4AD6-0541-BBDF-7C56950774D5}"/>
              </a:ext>
            </a:extLst>
          </p:cNvPr>
          <p:cNvSpPr txBox="1"/>
          <p:nvPr>
            <p:custDataLst>
              <p:tags r:id="rId5"/>
            </p:custDataLst>
          </p:nvPr>
        </p:nvSpPr>
        <p:spPr>
          <a:xfrm>
            <a:off x="4696980" y="3781144"/>
            <a:ext cx="1145178" cy="489814"/>
          </a:xfrm>
          <a:prstGeom prst="rect">
            <a:avLst/>
          </a:prstGeom>
          <a:noFill/>
        </p:spPr>
        <p:txBody>
          <a:bodyPr wrap="square" rtlCol="0">
            <a:spAutoFit/>
          </a:bodyPr>
          <a:lstStyle/>
          <a:p>
            <a:pPr>
              <a:lnSpc>
                <a:spcPct val="80000"/>
              </a:lnSpc>
            </a:pPr>
            <a:r>
              <a:rPr lang="en-US" altLang="zh-CN" sz="1600" dirty="0">
                <a:latin typeface="Consolas" panose="020B0609020204030204" pitchFamily="49" charset="0"/>
              </a:rPr>
              <a:t>transfer </a:t>
            </a:r>
          </a:p>
          <a:p>
            <a:pPr marL="36195">
              <a:lnSpc>
                <a:spcPct val="80000"/>
              </a:lnSpc>
            </a:pPr>
            <a:r>
              <a:rPr lang="en-US" altLang="zh-CN" sz="1600" dirty="0">
                <a:latin typeface="Consolas" panose="020B0609020204030204" pitchFamily="49" charset="0"/>
              </a:rPr>
              <a:t> unit</a:t>
            </a:r>
            <a:endParaRPr lang="zh-CN" altLang="en-US" sz="1600" dirty="0">
              <a:latin typeface="Consolas" panose="020B0609020204030204" pitchFamily="49" charset="0"/>
            </a:endParaRPr>
          </a:p>
        </p:txBody>
      </p:sp>
      <p:sp>
        <p:nvSpPr>
          <p:cNvPr id="334" name="文本框 333">
            <a:extLst>
              <a:ext uri="{FF2B5EF4-FFF2-40B4-BE49-F238E27FC236}">
                <a16:creationId xmlns:a16="http://schemas.microsoft.com/office/drawing/2014/main" id="{EB36ABD5-ECEF-2F47-AC12-804451DCE679}"/>
              </a:ext>
            </a:extLst>
          </p:cNvPr>
          <p:cNvSpPr txBox="1"/>
          <p:nvPr>
            <p:custDataLst>
              <p:tags r:id="rId6"/>
            </p:custDataLst>
          </p:nvPr>
        </p:nvSpPr>
        <p:spPr>
          <a:xfrm>
            <a:off x="4696980" y="5132221"/>
            <a:ext cx="1145178" cy="489814"/>
          </a:xfrm>
          <a:prstGeom prst="rect">
            <a:avLst/>
          </a:prstGeom>
          <a:noFill/>
        </p:spPr>
        <p:txBody>
          <a:bodyPr wrap="square" rtlCol="0">
            <a:spAutoFit/>
          </a:bodyPr>
          <a:lstStyle/>
          <a:p>
            <a:pPr>
              <a:lnSpc>
                <a:spcPct val="80000"/>
              </a:lnSpc>
            </a:pPr>
            <a:r>
              <a:rPr lang="en-US" altLang="zh-CN" sz="1600" dirty="0">
                <a:latin typeface="Consolas" panose="020B0609020204030204" pitchFamily="49" charset="0"/>
              </a:rPr>
              <a:t>update </a:t>
            </a:r>
          </a:p>
          <a:p>
            <a:pPr>
              <a:lnSpc>
                <a:spcPct val="80000"/>
              </a:lnSpc>
            </a:pPr>
            <a:r>
              <a:rPr lang="en-US" altLang="zh-CN" sz="1600" dirty="0">
                <a:latin typeface="Consolas" panose="020B0609020204030204" pitchFamily="49" charset="0"/>
              </a:rPr>
              <a:t> unit</a:t>
            </a:r>
            <a:endParaRPr lang="zh-CN" altLang="en-US" sz="1600" dirty="0">
              <a:latin typeface="Consolas" panose="020B0609020204030204" pitchFamily="49" charset="0"/>
            </a:endParaRPr>
          </a:p>
        </p:txBody>
      </p:sp>
      <p:grpSp>
        <p:nvGrpSpPr>
          <p:cNvPr id="335" name="组合 334">
            <a:extLst>
              <a:ext uri="{FF2B5EF4-FFF2-40B4-BE49-F238E27FC236}">
                <a16:creationId xmlns:a16="http://schemas.microsoft.com/office/drawing/2014/main" id="{3046CBC2-8617-4A49-B24B-3D11FCA348D0}"/>
              </a:ext>
            </a:extLst>
          </p:cNvPr>
          <p:cNvGrpSpPr/>
          <p:nvPr>
            <p:custDataLst>
              <p:tags r:id="rId7"/>
            </p:custDataLst>
          </p:nvPr>
        </p:nvGrpSpPr>
        <p:grpSpPr>
          <a:xfrm>
            <a:off x="4919474" y="2952245"/>
            <a:ext cx="715244" cy="300594"/>
            <a:chOff x="10417629" y="3702462"/>
            <a:chExt cx="715244" cy="300594"/>
          </a:xfrm>
        </p:grpSpPr>
        <p:grpSp>
          <p:nvGrpSpPr>
            <p:cNvPr id="336" name="组合 335">
              <a:extLst>
                <a:ext uri="{FF2B5EF4-FFF2-40B4-BE49-F238E27FC236}">
                  <a16:creationId xmlns:a16="http://schemas.microsoft.com/office/drawing/2014/main" id="{8AE295C8-70BE-144B-AC42-3E4D66577B8E}"/>
                </a:ext>
              </a:extLst>
            </p:cNvPr>
            <p:cNvGrpSpPr/>
            <p:nvPr/>
          </p:nvGrpSpPr>
          <p:grpSpPr>
            <a:xfrm>
              <a:off x="10417629" y="3702462"/>
              <a:ext cx="715244" cy="300594"/>
              <a:chOff x="10519229" y="3727121"/>
              <a:chExt cx="711615" cy="300594"/>
            </a:xfrm>
          </p:grpSpPr>
          <p:sp>
            <p:nvSpPr>
              <p:cNvPr id="340" name="流程图: 手动操作 84">
                <a:extLst>
                  <a:ext uri="{FF2B5EF4-FFF2-40B4-BE49-F238E27FC236}">
                    <a16:creationId xmlns:a16="http://schemas.microsoft.com/office/drawing/2014/main" id="{112437C8-EAD1-3446-BC95-F9C8BA3AB01D}"/>
                  </a:ext>
                </a:extLst>
              </p:cNvPr>
              <p:cNvSpPr/>
              <p:nvPr>
                <p:custDataLst>
                  <p:tags r:id="rId117"/>
                </p:custDataLst>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1" name="流程图: 手动操作 85">
                <a:extLst>
                  <a:ext uri="{FF2B5EF4-FFF2-40B4-BE49-F238E27FC236}">
                    <a16:creationId xmlns:a16="http://schemas.microsoft.com/office/drawing/2014/main" id="{8609E4D5-ADEB-F94E-AC0A-62C7BE21ED05}"/>
                  </a:ext>
                </a:extLst>
              </p:cNvPr>
              <p:cNvSpPr/>
              <p:nvPr>
                <p:custDataLst>
                  <p:tags r:id="rId118"/>
                </p:custDataLst>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2" name="直接连接符 86">
                <a:extLst>
                  <a:ext uri="{FF2B5EF4-FFF2-40B4-BE49-F238E27FC236}">
                    <a16:creationId xmlns:a16="http://schemas.microsoft.com/office/drawing/2014/main" id="{58BFF48D-2692-5E47-A9D5-6F39524D2248}"/>
                  </a:ext>
                </a:extLst>
              </p:cNvPr>
              <p:cNvCxnSpPr/>
              <p:nvPr>
                <p:custDataLst>
                  <p:tags r:id="rId119"/>
                </p:custDataLst>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3" name="直接连接符 87">
                <a:extLst>
                  <a:ext uri="{FF2B5EF4-FFF2-40B4-BE49-F238E27FC236}">
                    <a16:creationId xmlns:a16="http://schemas.microsoft.com/office/drawing/2014/main" id="{22591871-CAD3-264C-BBFA-E2A6133732DE}"/>
                  </a:ext>
                </a:extLst>
              </p:cNvPr>
              <p:cNvCxnSpPr/>
              <p:nvPr>
                <p:custDataLst>
                  <p:tags r:id="rId120"/>
                </p:custDataLst>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7" name="椭圆 336">
              <a:extLst>
                <a:ext uri="{FF2B5EF4-FFF2-40B4-BE49-F238E27FC236}">
                  <a16:creationId xmlns:a16="http://schemas.microsoft.com/office/drawing/2014/main" id="{76891384-C547-5A46-AB12-E0E742F168D0}"/>
                </a:ext>
              </a:extLst>
            </p:cNvPr>
            <p:cNvSpPr/>
            <p:nvPr>
              <p:custDataLst>
                <p:tags r:id="rId114"/>
              </p:custDataLst>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8" name="直接连接符 82">
              <a:extLst>
                <a:ext uri="{FF2B5EF4-FFF2-40B4-BE49-F238E27FC236}">
                  <a16:creationId xmlns:a16="http://schemas.microsoft.com/office/drawing/2014/main" id="{BCFCEDBF-230D-2749-838E-211C90FAD7D8}"/>
                </a:ext>
              </a:extLst>
            </p:cNvPr>
            <p:cNvCxnSpPr>
              <a:stCxn id="337" idx="2"/>
            </p:cNvCxnSpPr>
            <p:nvPr>
              <p:custDataLst>
                <p:tags r:id="rId115"/>
              </p:custDataLst>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9" name="直接连接符 83">
              <a:extLst>
                <a:ext uri="{FF2B5EF4-FFF2-40B4-BE49-F238E27FC236}">
                  <a16:creationId xmlns:a16="http://schemas.microsoft.com/office/drawing/2014/main" id="{A68C3305-2C79-0F43-B711-302C962929C7}"/>
                </a:ext>
              </a:extLst>
            </p:cNvPr>
            <p:cNvCxnSpPr>
              <a:endCxn id="337" idx="4"/>
            </p:cNvCxnSpPr>
            <p:nvPr>
              <p:custDataLst>
                <p:tags r:id="rId116"/>
              </p:custDataLst>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4" name="组合 343">
            <a:extLst>
              <a:ext uri="{FF2B5EF4-FFF2-40B4-BE49-F238E27FC236}">
                <a16:creationId xmlns:a16="http://schemas.microsoft.com/office/drawing/2014/main" id="{2ACF22A8-5181-CA45-BD4B-791584E61DFD}"/>
              </a:ext>
            </a:extLst>
          </p:cNvPr>
          <p:cNvGrpSpPr/>
          <p:nvPr>
            <p:custDataLst>
              <p:tags r:id="rId8"/>
            </p:custDataLst>
          </p:nvPr>
        </p:nvGrpSpPr>
        <p:grpSpPr>
          <a:xfrm>
            <a:off x="5228227" y="2952245"/>
            <a:ext cx="715244" cy="300594"/>
            <a:chOff x="10417629" y="3702462"/>
            <a:chExt cx="715244" cy="300594"/>
          </a:xfrm>
        </p:grpSpPr>
        <p:grpSp>
          <p:nvGrpSpPr>
            <p:cNvPr id="345" name="组合 344">
              <a:extLst>
                <a:ext uri="{FF2B5EF4-FFF2-40B4-BE49-F238E27FC236}">
                  <a16:creationId xmlns:a16="http://schemas.microsoft.com/office/drawing/2014/main" id="{EBA80851-8744-9848-A06F-00B1EF1FAFA0}"/>
                </a:ext>
              </a:extLst>
            </p:cNvPr>
            <p:cNvGrpSpPr/>
            <p:nvPr/>
          </p:nvGrpSpPr>
          <p:grpSpPr>
            <a:xfrm>
              <a:off x="10417629" y="3702462"/>
              <a:ext cx="715244" cy="300594"/>
              <a:chOff x="10519229" y="3727121"/>
              <a:chExt cx="711615" cy="300594"/>
            </a:xfrm>
          </p:grpSpPr>
          <p:sp>
            <p:nvSpPr>
              <p:cNvPr id="349" name="流程图: 手动操作 93">
                <a:extLst>
                  <a:ext uri="{FF2B5EF4-FFF2-40B4-BE49-F238E27FC236}">
                    <a16:creationId xmlns:a16="http://schemas.microsoft.com/office/drawing/2014/main" id="{B80CE773-A75E-D647-A3D2-A4F472C34D95}"/>
                  </a:ext>
                </a:extLst>
              </p:cNvPr>
              <p:cNvSpPr/>
              <p:nvPr>
                <p:custDataLst>
                  <p:tags r:id="rId110"/>
                </p:custDataLst>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0" name="流程图: 手动操作 94">
                <a:extLst>
                  <a:ext uri="{FF2B5EF4-FFF2-40B4-BE49-F238E27FC236}">
                    <a16:creationId xmlns:a16="http://schemas.microsoft.com/office/drawing/2014/main" id="{822E46B3-E1A0-AC41-8445-77B7113ACAA2}"/>
                  </a:ext>
                </a:extLst>
              </p:cNvPr>
              <p:cNvSpPr/>
              <p:nvPr>
                <p:custDataLst>
                  <p:tags r:id="rId111"/>
                </p:custDataLst>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1" name="直接连接符 95">
                <a:extLst>
                  <a:ext uri="{FF2B5EF4-FFF2-40B4-BE49-F238E27FC236}">
                    <a16:creationId xmlns:a16="http://schemas.microsoft.com/office/drawing/2014/main" id="{255D2FF7-C3C4-334A-93EB-C65835254C4E}"/>
                  </a:ext>
                </a:extLst>
              </p:cNvPr>
              <p:cNvCxnSpPr/>
              <p:nvPr>
                <p:custDataLst>
                  <p:tags r:id="rId112"/>
                </p:custDataLst>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2" name="直接连接符 96">
                <a:extLst>
                  <a:ext uri="{FF2B5EF4-FFF2-40B4-BE49-F238E27FC236}">
                    <a16:creationId xmlns:a16="http://schemas.microsoft.com/office/drawing/2014/main" id="{C1FBA5BD-CB8E-6546-A41F-9B8D01280E6C}"/>
                  </a:ext>
                </a:extLst>
              </p:cNvPr>
              <p:cNvCxnSpPr/>
              <p:nvPr>
                <p:custDataLst>
                  <p:tags r:id="rId113"/>
                </p:custDataLst>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46" name="椭圆 345">
              <a:extLst>
                <a:ext uri="{FF2B5EF4-FFF2-40B4-BE49-F238E27FC236}">
                  <a16:creationId xmlns:a16="http://schemas.microsoft.com/office/drawing/2014/main" id="{5CCEF24A-9E23-EC40-B3ED-DBD35742EE9E}"/>
                </a:ext>
              </a:extLst>
            </p:cNvPr>
            <p:cNvSpPr/>
            <p:nvPr>
              <p:custDataLst>
                <p:tags r:id="rId107"/>
              </p:custDataLst>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7" name="直接连接符 91">
              <a:extLst>
                <a:ext uri="{FF2B5EF4-FFF2-40B4-BE49-F238E27FC236}">
                  <a16:creationId xmlns:a16="http://schemas.microsoft.com/office/drawing/2014/main" id="{875772DA-27D5-D64B-AFE9-5C9197240D6B}"/>
                </a:ext>
              </a:extLst>
            </p:cNvPr>
            <p:cNvCxnSpPr>
              <a:stCxn id="346" idx="2"/>
            </p:cNvCxnSpPr>
            <p:nvPr>
              <p:custDataLst>
                <p:tags r:id="rId108"/>
              </p:custDataLst>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8" name="直接连接符 92">
              <a:extLst>
                <a:ext uri="{FF2B5EF4-FFF2-40B4-BE49-F238E27FC236}">
                  <a16:creationId xmlns:a16="http://schemas.microsoft.com/office/drawing/2014/main" id="{9403475F-C5D6-B74C-BE88-CA52A2AF559D}"/>
                </a:ext>
              </a:extLst>
            </p:cNvPr>
            <p:cNvCxnSpPr>
              <a:endCxn id="346" idx="4"/>
            </p:cNvCxnSpPr>
            <p:nvPr>
              <p:custDataLst>
                <p:tags r:id="rId109"/>
              </p:custDataLst>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3" name="组合 352">
            <a:extLst>
              <a:ext uri="{FF2B5EF4-FFF2-40B4-BE49-F238E27FC236}">
                <a16:creationId xmlns:a16="http://schemas.microsoft.com/office/drawing/2014/main" id="{E124A025-BCE9-4A45-8530-E72D0ED2055E}"/>
              </a:ext>
            </a:extLst>
          </p:cNvPr>
          <p:cNvGrpSpPr/>
          <p:nvPr>
            <p:custDataLst>
              <p:tags r:id="rId9"/>
            </p:custDataLst>
          </p:nvPr>
        </p:nvGrpSpPr>
        <p:grpSpPr>
          <a:xfrm>
            <a:off x="5536980" y="2952245"/>
            <a:ext cx="715244" cy="300594"/>
            <a:chOff x="10417629" y="3702462"/>
            <a:chExt cx="715244" cy="300594"/>
          </a:xfrm>
        </p:grpSpPr>
        <p:grpSp>
          <p:nvGrpSpPr>
            <p:cNvPr id="354" name="组合 353">
              <a:extLst>
                <a:ext uri="{FF2B5EF4-FFF2-40B4-BE49-F238E27FC236}">
                  <a16:creationId xmlns:a16="http://schemas.microsoft.com/office/drawing/2014/main" id="{4BD0B368-B76F-7644-97AE-9E79E23CCB20}"/>
                </a:ext>
              </a:extLst>
            </p:cNvPr>
            <p:cNvGrpSpPr/>
            <p:nvPr/>
          </p:nvGrpSpPr>
          <p:grpSpPr>
            <a:xfrm>
              <a:off x="10417629" y="3702462"/>
              <a:ext cx="715244" cy="300594"/>
              <a:chOff x="10519229" y="3727121"/>
              <a:chExt cx="711615" cy="300594"/>
            </a:xfrm>
          </p:grpSpPr>
          <p:sp>
            <p:nvSpPr>
              <p:cNvPr id="358" name="流程图: 手动操作 102">
                <a:extLst>
                  <a:ext uri="{FF2B5EF4-FFF2-40B4-BE49-F238E27FC236}">
                    <a16:creationId xmlns:a16="http://schemas.microsoft.com/office/drawing/2014/main" id="{2CA676D6-2151-0D45-8FAC-EFCAF5A5F82C}"/>
                  </a:ext>
                </a:extLst>
              </p:cNvPr>
              <p:cNvSpPr/>
              <p:nvPr>
                <p:custDataLst>
                  <p:tags r:id="rId103"/>
                </p:custDataLst>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9" name="流程图: 手动操作 103">
                <a:extLst>
                  <a:ext uri="{FF2B5EF4-FFF2-40B4-BE49-F238E27FC236}">
                    <a16:creationId xmlns:a16="http://schemas.microsoft.com/office/drawing/2014/main" id="{439FD10F-CEF6-0A40-95C8-55C077609F5F}"/>
                  </a:ext>
                </a:extLst>
              </p:cNvPr>
              <p:cNvSpPr/>
              <p:nvPr>
                <p:custDataLst>
                  <p:tags r:id="rId104"/>
                </p:custDataLst>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0" name="直接连接符 104">
                <a:extLst>
                  <a:ext uri="{FF2B5EF4-FFF2-40B4-BE49-F238E27FC236}">
                    <a16:creationId xmlns:a16="http://schemas.microsoft.com/office/drawing/2014/main" id="{B7C30686-1E06-294E-A0F9-D11AFAE2683C}"/>
                  </a:ext>
                </a:extLst>
              </p:cNvPr>
              <p:cNvCxnSpPr/>
              <p:nvPr>
                <p:custDataLst>
                  <p:tags r:id="rId105"/>
                </p:custDataLst>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1" name="直接连接符 105">
                <a:extLst>
                  <a:ext uri="{FF2B5EF4-FFF2-40B4-BE49-F238E27FC236}">
                    <a16:creationId xmlns:a16="http://schemas.microsoft.com/office/drawing/2014/main" id="{2F18866D-3D80-F54C-BBD8-6921BF5C2735}"/>
                  </a:ext>
                </a:extLst>
              </p:cNvPr>
              <p:cNvCxnSpPr/>
              <p:nvPr>
                <p:custDataLst>
                  <p:tags r:id="rId106"/>
                </p:custDataLst>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55" name="椭圆 354">
              <a:extLst>
                <a:ext uri="{FF2B5EF4-FFF2-40B4-BE49-F238E27FC236}">
                  <a16:creationId xmlns:a16="http://schemas.microsoft.com/office/drawing/2014/main" id="{8B2A4C4F-38C1-0A45-80D4-A16CABD80863}"/>
                </a:ext>
              </a:extLst>
            </p:cNvPr>
            <p:cNvSpPr/>
            <p:nvPr>
              <p:custDataLst>
                <p:tags r:id="rId100"/>
              </p:custDataLst>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6" name="直接连接符 100">
              <a:extLst>
                <a:ext uri="{FF2B5EF4-FFF2-40B4-BE49-F238E27FC236}">
                  <a16:creationId xmlns:a16="http://schemas.microsoft.com/office/drawing/2014/main" id="{72208B92-4540-7A42-9BDF-7858043443A9}"/>
                </a:ext>
              </a:extLst>
            </p:cNvPr>
            <p:cNvCxnSpPr>
              <a:stCxn id="355" idx="2"/>
            </p:cNvCxnSpPr>
            <p:nvPr>
              <p:custDataLst>
                <p:tags r:id="rId101"/>
              </p:custDataLst>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7" name="直接连接符 101">
              <a:extLst>
                <a:ext uri="{FF2B5EF4-FFF2-40B4-BE49-F238E27FC236}">
                  <a16:creationId xmlns:a16="http://schemas.microsoft.com/office/drawing/2014/main" id="{AFF126F0-77CB-7542-BE51-8DAD25D56E68}"/>
                </a:ext>
              </a:extLst>
            </p:cNvPr>
            <p:cNvCxnSpPr>
              <a:endCxn id="355" idx="4"/>
            </p:cNvCxnSpPr>
            <p:nvPr>
              <p:custDataLst>
                <p:tags r:id="rId102"/>
              </p:custDataLst>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2" name="组合 361">
            <a:extLst>
              <a:ext uri="{FF2B5EF4-FFF2-40B4-BE49-F238E27FC236}">
                <a16:creationId xmlns:a16="http://schemas.microsoft.com/office/drawing/2014/main" id="{0946C84E-63A9-C049-94ED-C0319D7A8249}"/>
              </a:ext>
            </a:extLst>
          </p:cNvPr>
          <p:cNvGrpSpPr/>
          <p:nvPr>
            <p:custDataLst>
              <p:tags r:id="rId10"/>
            </p:custDataLst>
          </p:nvPr>
        </p:nvGrpSpPr>
        <p:grpSpPr>
          <a:xfrm>
            <a:off x="5845733" y="2952243"/>
            <a:ext cx="715244" cy="300594"/>
            <a:chOff x="10417629" y="3702462"/>
            <a:chExt cx="715244" cy="300594"/>
          </a:xfrm>
        </p:grpSpPr>
        <p:grpSp>
          <p:nvGrpSpPr>
            <p:cNvPr id="363" name="组合 362">
              <a:extLst>
                <a:ext uri="{FF2B5EF4-FFF2-40B4-BE49-F238E27FC236}">
                  <a16:creationId xmlns:a16="http://schemas.microsoft.com/office/drawing/2014/main" id="{A264160E-0C13-2A49-A723-12F21EF3A95C}"/>
                </a:ext>
              </a:extLst>
            </p:cNvPr>
            <p:cNvGrpSpPr/>
            <p:nvPr/>
          </p:nvGrpSpPr>
          <p:grpSpPr>
            <a:xfrm>
              <a:off x="10417629" y="3702462"/>
              <a:ext cx="715244" cy="300594"/>
              <a:chOff x="10519229" y="3727121"/>
              <a:chExt cx="711615" cy="300594"/>
            </a:xfrm>
          </p:grpSpPr>
          <p:sp>
            <p:nvSpPr>
              <p:cNvPr id="367" name="流程图: 手动操作 111">
                <a:extLst>
                  <a:ext uri="{FF2B5EF4-FFF2-40B4-BE49-F238E27FC236}">
                    <a16:creationId xmlns:a16="http://schemas.microsoft.com/office/drawing/2014/main" id="{3559C232-56C8-7449-AC22-25DB9C67646C}"/>
                  </a:ext>
                </a:extLst>
              </p:cNvPr>
              <p:cNvSpPr/>
              <p:nvPr>
                <p:custDataLst>
                  <p:tags r:id="rId96"/>
                </p:custDataLst>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8" name="流程图: 手动操作 112">
                <a:extLst>
                  <a:ext uri="{FF2B5EF4-FFF2-40B4-BE49-F238E27FC236}">
                    <a16:creationId xmlns:a16="http://schemas.microsoft.com/office/drawing/2014/main" id="{B678ECAD-A7B5-0C42-B27E-DF9FA3C7DE22}"/>
                  </a:ext>
                </a:extLst>
              </p:cNvPr>
              <p:cNvSpPr/>
              <p:nvPr>
                <p:custDataLst>
                  <p:tags r:id="rId97"/>
                </p:custDataLst>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9" name="直接连接符 113">
                <a:extLst>
                  <a:ext uri="{FF2B5EF4-FFF2-40B4-BE49-F238E27FC236}">
                    <a16:creationId xmlns:a16="http://schemas.microsoft.com/office/drawing/2014/main" id="{A92E4FBE-49B4-2D4C-A780-3D9721EAD1B3}"/>
                  </a:ext>
                </a:extLst>
              </p:cNvPr>
              <p:cNvCxnSpPr/>
              <p:nvPr>
                <p:custDataLst>
                  <p:tags r:id="rId98"/>
                </p:custDataLst>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0" name="直接连接符 114">
                <a:extLst>
                  <a:ext uri="{FF2B5EF4-FFF2-40B4-BE49-F238E27FC236}">
                    <a16:creationId xmlns:a16="http://schemas.microsoft.com/office/drawing/2014/main" id="{254D07D9-B573-BB46-B310-51650525F56B}"/>
                  </a:ext>
                </a:extLst>
              </p:cNvPr>
              <p:cNvCxnSpPr/>
              <p:nvPr>
                <p:custDataLst>
                  <p:tags r:id="rId99"/>
                </p:custDataLst>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64" name="椭圆 363">
              <a:extLst>
                <a:ext uri="{FF2B5EF4-FFF2-40B4-BE49-F238E27FC236}">
                  <a16:creationId xmlns:a16="http://schemas.microsoft.com/office/drawing/2014/main" id="{435E672C-FEE1-824B-B7BB-BC0C404809C4}"/>
                </a:ext>
              </a:extLst>
            </p:cNvPr>
            <p:cNvSpPr/>
            <p:nvPr>
              <p:custDataLst>
                <p:tags r:id="rId93"/>
              </p:custDataLst>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5" name="直接连接符 109">
              <a:extLst>
                <a:ext uri="{FF2B5EF4-FFF2-40B4-BE49-F238E27FC236}">
                  <a16:creationId xmlns:a16="http://schemas.microsoft.com/office/drawing/2014/main" id="{B1F2E20C-0C1D-1A47-B94E-68C29CA269C2}"/>
                </a:ext>
              </a:extLst>
            </p:cNvPr>
            <p:cNvCxnSpPr>
              <a:stCxn id="364" idx="2"/>
            </p:cNvCxnSpPr>
            <p:nvPr>
              <p:custDataLst>
                <p:tags r:id="rId94"/>
              </p:custDataLst>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6" name="直接连接符 110">
              <a:extLst>
                <a:ext uri="{FF2B5EF4-FFF2-40B4-BE49-F238E27FC236}">
                  <a16:creationId xmlns:a16="http://schemas.microsoft.com/office/drawing/2014/main" id="{AAD3F462-160F-2843-80B8-1A2FB2A953DD}"/>
                </a:ext>
              </a:extLst>
            </p:cNvPr>
            <p:cNvCxnSpPr>
              <a:endCxn id="364" idx="4"/>
            </p:cNvCxnSpPr>
            <p:nvPr>
              <p:custDataLst>
                <p:tags r:id="rId95"/>
              </p:custDataLst>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71" name="组合 370">
            <a:extLst>
              <a:ext uri="{FF2B5EF4-FFF2-40B4-BE49-F238E27FC236}">
                <a16:creationId xmlns:a16="http://schemas.microsoft.com/office/drawing/2014/main" id="{63EBE59A-7317-DF4A-BC98-381790799C8A}"/>
              </a:ext>
            </a:extLst>
          </p:cNvPr>
          <p:cNvGrpSpPr/>
          <p:nvPr>
            <p:custDataLst>
              <p:tags r:id="rId11"/>
            </p:custDataLst>
          </p:nvPr>
        </p:nvGrpSpPr>
        <p:grpSpPr>
          <a:xfrm>
            <a:off x="4919474" y="4274175"/>
            <a:ext cx="715244" cy="300594"/>
            <a:chOff x="10417629" y="3702462"/>
            <a:chExt cx="715244" cy="300594"/>
          </a:xfrm>
        </p:grpSpPr>
        <p:grpSp>
          <p:nvGrpSpPr>
            <p:cNvPr id="372" name="组合 371">
              <a:extLst>
                <a:ext uri="{FF2B5EF4-FFF2-40B4-BE49-F238E27FC236}">
                  <a16:creationId xmlns:a16="http://schemas.microsoft.com/office/drawing/2014/main" id="{E0465CAA-3390-7847-8972-5B49F9824E82}"/>
                </a:ext>
              </a:extLst>
            </p:cNvPr>
            <p:cNvGrpSpPr/>
            <p:nvPr/>
          </p:nvGrpSpPr>
          <p:grpSpPr>
            <a:xfrm>
              <a:off x="10417629" y="3702462"/>
              <a:ext cx="715244" cy="300594"/>
              <a:chOff x="10519229" y="3727121"/>
              <a:chExt cx="711615" cy="300594"/>
            </a:xfrm>
          </p:grpSpPr>
          <p:sp>
            <p:nvSpPr>
              <p:cNvPr id="376" name="流程图: 手动操作 120">
                <a:extLst>
                  <a:ext uri="{FF2B5EF4-FFF2-40B4-BE49-F238E27FC236}">
                    <a16:creationId xmlns:a16="http://schemas.microsoft.com/office/drawing/2014/main" id="{ECD566CB-848A-CE4D-A954-8BBCCD60CD05}"/>
                  </a:ext>
                </a:extLst>
              </p:cNvPr>
              <p:cNvSpPr/>
              <p:nvPr>
                <p:custDataLst>
                  <p:tags r:id="rId89"/>
                </p:custDataLst>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7" name="流程图: 手动操作 121">
                <a:extLst>
                  <a:ext uri="{FF2B5EF4-FFF2-40B4-BE49-F238E27FC236}">
                    <a16:creationId xmlns:a16="http://schemas.microsoft.com/office/drawing/2014/main" id="{2CAD0505-1597-EA42-87CB-E45C31DE1952}"/>
                  </a:ext>
                </a:extLst>
              </p:cNvPr>
              <p:cNvSpPr/>
              <p:nvPr>
                <p:custDataLst>
                  <p:tags r:id="rId90"/>
                </p:custDataLst>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8" name="直接连接符 122">
                <a:extLst>
                  <a:ext uri="{FF2B5EF4-FFF2-40B4-BE49-F238E27FC236}">
                    <a16:creationId xmlns:a16="http://schemas.microsoft.com/office/drawing/2014/main" id="{4A4CB85C-8867-1340-A1F7-94EF17AA92D4}"/>
                  </a:ext>
                </a:extLst>
              </p:cNvPr>
              <p:cNvCxnSpPr/>
              <p:nvPr>
                <p:custDataLst>
                  <p:tags r:id="rId91"/>
                </p:custDataLst>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9" name="直接连接符 123">
                <a:extLst>
                  <a:ext uri="{FF2B5EF4-FFF2-40B4-BE49-F238E27FC236}">
                    <a16:creationId xmlns:a16="http://schemas.microsoft.com/office/drawing/2014/main" id="{ABEBCC95-A8FB-9E47-8117-9B61394EDCFD}"/>
                  </a:ext>
                </a:extLst>
              </p:cNvPr>
              <p:cNvCxnSpPr/>
              <p:nvPr>
                <p:custDataLst>
                  <p:tags r:id="rId92"/>
                </p:custDataLst>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3" name="椭圆 372">
              <a:extLst>
                <a:ext uri="{FF2B5EF4-FFF2-40B4-BE49-F238E27FC236}">
                  <a16:creationId xmlns:a16="http://schemas.microsoft.com/office/drawing/2014/main" id="{7EC662FB-EEA2-9F42-8934-0C83D6F6E78E}"/>
                </a:ext>
              </a:extLst>
            </p:cNvPr>
            <p:cNvSpPr/>
            <p:nvPr>
              <p:custDataLst>
                <p:tags r:id="rId86"/>
              </p:custDataLst>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4" name="直接连接符 118">
              <a:extLst>
                <a:ext uri="{FF2B5EF4-FFF2-40B4-BE49-F238E27FC236}">
                  <a16:creationId xmlns:a16="http://schemas.microsoft.com/office/drawing/2014/main" id="{EF4713D6-EEC8-FB4E-9D43-40423F603FA0}"/>
                </a:ext>
              </a:extLst>
            </p:cNvPr>
            <p:cNvCxnSpPr>
              <a:stCxn id="373" idx="2"/>
            </p:cNvCxnSpPr>
            <p:nvPr>
              <p:custDataLst>
                <p:tags r:id="rId87"/>
              </p:custDataLst>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5" name="直接连接符 119">
              <a:extLst>
                <a:ext uri="{FF2B5EF4-FFF2-40B4-BE49-F238E27FC236}">
                  <a16:creationId xmlns:a16="http://schemas.microsoft.com/office/drawing/2014/main" id="{790D0C6D-3887-864A-83F2-09ACE5AA5A8C}"/>
                </a:ext>
              </a:extLst>
            </p:cNvPr>
            <p:cNvCxnSpPr>
              <a:endCxn id="373" idx="4"/>
            </p:cNvCxnSpPr>
            <p:nvPr>
              <p:custDataLst>
                <p:tags r:id="rId88"/>
              </p:custDataLst>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0" name="组合 379">
            <a:extLst>
              <a:ext uri="{FF2B5EF4-FFF2-40B4-BE49-F238E27FC236}">
                <a16:creationId xmlns:a16="http://schemas.microsoft.com/office/drawing/2014/main" id="{4F227674-F342-5149-87C2-58DDBB1BE7CA}"/>
              </a:ext>
            </a:extLst>
          </p:cNvPr>
          <p:cNvGrpSpPr/>
          <p:nvPr>
            <p:custDataLst>
              <p:tags r:id="rId12"/>
            </p:custDataLst>
          </p:nvPr>
        </p:nvGrpSpPr>
        <p:grpSpPr>
          <a:xfrm>
            <a:off x="5228227" y="4274175"/>
            <a:ext cx="715244" cy="300594"/>
            <a:chOff x="10417629" y="3702462"/>
            <a:chExt cx="715244" cy="300594"/>
          </a:xfrm>
        </p:grpSpPr>
        <p:grpSp>
          <p:nvGrpSpPr>
            <p:cNvPr id="381" name="组合 380">
              <a:extLst>
                <a:ext uri="{FF2B5EF4-FFF2-40B4-BE49-F238E27FC236}">
                  <a16:creationId xmlns:a16="http://schemas.microsoft.com/office/drawing/2014/main" id="{4B0DE7AF-B4B3-3742-8134-897433B4F072}"/>
                </a:ext>
              </a:extLst>
            </p:cNvPr>
            <p:cNvGrpSpPr/>
            <p:nvPr/>
          </p:nvGrpSpPr>
          <p:grpSpPr>
            <a:xfrm>
              <a:off x="10417629" y="3702462"/>
              <a:ext cx="715244" cy="300594"/>
              <a:chOff x="10519229" y="3727121"/>
              <a:chExt cx="711615" cy="300594"/>
            </a:xfrm>
          </p:grpSpPr>
          <p:sp>
            <p:nvSpPr>
              <p:cNvPr id="385" name="流程图: 手动操作 129">
                <a:extLst>
                  <a:ext uri="{FF2B5EF4-FFF2-40B4-BE49-F238E27FC236}">
                    <a16:creationId xmlns:a16="http://schemas.microsoft.com/office/drawing/2014/main" id="{F6AF7EC8-DF5D-114C-9AFA-424D2B1E76A3}"/>
                  </a:ext>
                </a:extLst>
              </p:cNvPr>
              <p:cNvSpPr/>
              <p:nvPr>
                <p:custDataLst>
                  <p:tags r:id="rId82"/>
                </p:custDataLst>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6" name="流程图: 手动操作 130">
                <a:extLst>
                  <a:ext uri="{FF2B5EF4-FFF2-40B4-BE49-F238E27FC236}">
                    <a16:creationId xmlns:a16="http://schemas.microsoft.com/office/drawing/2014/main" id="{3F5A7BD1-50E2-BF44-BF90-95B5706E20B9}"/>
                  </a:ext>
                </a:extLst>
              </p:cNvPr>
              <p:cNvSpPr/>
              <p:nvPr>
                <p:custDataLst>
                  <p:tags r:id="rId83"/>
                </p:custDataLst>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7" name="直接连接符 131">
                <a:extLst>
                  <a:ext uri="{FF2B5EF4-FFF2-40B4-BE49-F238E27FC236}">
                    <a16:creationId xmlns:a16="http://schemas.microsoft.com/office/drawing/2014/main" id="{062E2DAD-2759-BE4F-8483-6C8D7BA10360}"/>
                  </a:ext>
                </a:extLst>
              </p:cNvPr>
              <p:cNvCxnSpPr/>
              <p:nvPr>
                <p:custDataLst>
                  <p:tags r:id="rId84"/>
                </p:custDataLst>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直接连接符 132">
                <a:extLst>
                  <a:ext uri="{FF2B5EF4-FFF2-40B4-BE49-F238E27FC236}">
                    <a16:creationId xmlns:a16="http://schemas.microsoft.com/office/drawing/2014/main" id="{DC8134D3-5CC5-E142-B353-C5324C481812}"/>
                  </a:ext>
                </a:extLst>
              </p:cNvPr>
              <p:cNvCxnSpPr/>
              <p:nvPr>
                <p:custDataLst>
                  <p:tags r:id="rId85"/>
                </p:custDataLst>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2" name="椭圆 381">
              <a:extLst>
                <a:ext uri="{FF2B5EF4-FFF2-40B4-BE49-F238E27FC236}">
                  <a16:creationId xmlns:a16="http://schemas.microsoft.com/office/drawing/2014/main" id="{4583AF9C-E2F4-3D45-8078-6D08A1840912}"/>
                </a:ext>
              </a:extLst>
            </p:cNvPr>
            <p:cNvSpPr/>
            <p:nvPr>
              <p:custDataLst>
                <p:tags r:id="rId79"/>
              </p:custDataLst>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3" name="直接连接符 127">
              <a:extLst>
                <a:ext uri="{FF2B5EF4-FFF2-40B4-BE49-F238E27FC236}">
                  <a16:creationId xmlns:a16="http://schemas.microsoft.com/office/drawing/2014/main" id="{37737BFA-D336-FA4E-87CA-3075F151AAF7}"/>
                </a:ext>
              </a:extLst>
            </p:cNvPr>
            <p:cNvCxnSpPr>
              <a:stCxn id="382" idx="2"/>
            </p:cNvCxnSpPr>
            <p:nvPr>
              <p:custDataLst>
                <p:tags r:id="rId80"/>
              </p:custDataLst>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4" name="直接连接符 128">
              <a:extLst>
                <a:ext uri="{FF2B5EF4-FFF2-40B4-BE49-F238E27FC236}">
                  <a16:creationId xmlns:a16="http://schemas.microsoft.com/office/drawing/2014/main" id="{F88F7CE2-07B4-4A47-8477-4D67BED76A13}"/>
                </a:ext>
              </a:extLst>
            </p:cNvPr>
            <p:cNvCxnSpPr>
              <a:endCxn id="382" idx="4"/>
            </p:cNvCxnSpPr>
            <p:nvPr>
              <p:custDataLst>
                <p:tags r:id="rId81"/>
              </p:custDataLst>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9" name="组合 388">
            <a:extLst>
              <a:ext uri="{FF2B5EF4-FFF2-40B4-BE49-F238E27FC236}">
                <a16:creationId xmlns:a16="http://schemas.microsoft.com/office/drawing/2014/main" id="{36E28900-AFE2-F44F-A84C-1534A5C0E14A}"/>
              </a:ext>
            </a:extLst>
          </p:cNvPr>
          <p:cNvGrpSpPr/>
          <p:nvPr>
            <p:custDataLst>
              <p:tags r:id="rId13"/>
            </p:custDataLst>
          </p:nvPr>
        </p:nvGrpSpPr>
        <p:grpSpPr>
          <a:xfrm>
            <a:off x="5536980" y="4274175"/>
            <a:ext cx="715244" cy="300594"/>
            <a:chOff x="10417629" y="3702462"/>
            <a:chExt cx="715244" cy="300594"/>
          </a:xfrm>
        </p:grpSpPr>
        <p:grpSp>
          <p:nvGrpSpPr>
            <p:cNvPr id="390" name="组合 389">
              <a:extLst>
                <a:ext uri="{FF2B5EF4-FFF2-40B4-BE49-F238E27FC236}">
                  <a16:creationId xmlns:a16="http://schemas.microsoft.com/office/drawing/2014/main" id="{D45D57EE-394E-2240-B931-6E4084C5613E}"/>
                </a:ext>
              </a:extLst>
            </p:cNvPr>
            <p:cNvGrpSpPr/>
            <p:nvPr/>
          </p:nvGrpSpPr>
          <p:grpSpPr>
            <a:xfrm>
              <a:off x="10417629" y="3702462"/>
              <a:ext cx="715244" cy="300594"/>
              <a:chOff x="10519229" y="3727121"/>
              <a:chExt cx="711615" cy="300594"/>
            </a:xfrm>
          </p:grpSpPr>
          <p:sp>
            <p:nvSpPr>
              <p:cNvPr id="394" name="流程图: 手动操作 138">
                <a:extLst>
                  <a:ext uri="{FF2B5EF4-FFF2-40B4-BE49-F238E27FC236}">
                    <a16:creationId xmlns:a16="http://schemas.microsoft.com/office/drawing/2014/main" id="{B09DB388-7936-C947-8AAF-0C344B6894AC}"/>
                  </a:ext>
                </a:extLst>
              </p:cNvPr>
              <p:cNvSpPr/>
              <p:nvPr>
                <p:custDataLst>
                  <p:tags r:id="rId75"/>
                </p:custDataLst>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5" name="流程图: 手动操作 139">
                <a:extLst>
                  <a:ext uri="{FF2B5EF4-FFF2-40B4-BE49-F238E27FC236}">
                    <a16:creationId xmlns:a16="http://schemas.microsoft.com/office/drawing/2014/main" id="{7F12E07B-6444-FB41-BD0B-BD7F5965E3AA}"/>
                  </a:ext>
                </a:extLst>
              </p:cNvPr>
              <p:cNvSpPr/>
              <p:nvPr>
                <p:custDataLst>
                  <p:tags r:id="rId76"/>
                </p:custDataLst>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6" name="直接连接符 140">
                <a:extLst>
                  <a:ext uri="{FF2B5EF4-FFF2-40B4-BE49-F238E27FC236}">
                    <a16:creationId xmlns:a16="http://schemas.microsoft.com/office/drawing/2014/main" id="{9F2D9A6F-FD01-4F4A-9519-983377CA3548}"/>
                  </a:ext>
                </a:extLst>
              </p:cNvPr>
              <p:cNvCxnSpPr/>
              <p:nvPr>
                <p:custDataLst>
                  <p:tags r:id="rId77"/>
                </p:custDataLst>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7" name="直接连接符 141">
                <a:extLst>
                  <a:ext uri="{FF2B5EF4-FFF2-40B4-BE49-F238E27FC236}">
                    <a16:creationId xmlns:a16="http://schemas.microsoft.com/office/drawing/2014/main" id="{60F54CB1-0D06-7A44-88B9-3268878C5D99}"/>
                  </a:ext>
                </a:extLst>
              </p:cNvPr>
              <p:cNvCxnSpPr/>
              <p:nvPr>
                <p:custDataLst>
                  <p:tags r:id="rId78"/>
                </p:custDataLst>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91" name="椭圆 390">
              <a:extLst>
                <a:ext uri="{FF2B5EF4-FFF2-40B4-BE49-F238E27FC236}">
                  <a16:creationId xmlns:a16="http://schemas.microsoft.com/office/drawing/2014/main" id="{378A1A0D-A988-E045-8F6E-32B231CBE866}"/>
                </a:ext>
              </a:extLst>
            </p:cNvPr>
            <p:cNvSpPr/>
            <p:nvPr>
              <p:custDataLst>
                <p:tags r:id="rId72"/>
              </p:custDataLst>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2" name="直接连接符 136">
              <a:extLst>
                <a:ext uri="{FF2B5EF4-FFF2-40B4-BE49-F238E27FC236}">
                  <a16:creationId xmlns:a16="http://schemas.microsoft.com/office/drawing/2014/main" id="{5A79A8F7-66D8-984F-85FF-E47839E5C13D}"/>
                </a:ext>
              </a:extLst>
            </p:cNvPr>
            <p:cNvCxnSpPr>
              <a:stCxn id="391" idx="2"/>
            </p:cNvCxnSpPr>
            <p:nvPr>
              <p:custDataLst>
                <p:tags r:id="rId73"/>
              </p:custDataLst>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3" name="直接连接符 137">
              <a:extLst>
                <a:ext uri="{FF2B5EF4-FFF2-40B4-BE49-F238E27FC236}">
                  <a16:creationId xmlns:a16="http://schemas.microsoft.com/office/drawing/2014/main" id="{2B12B642-8A00-0C42-AB71-A4D40CECCBC7}"/>
                </a:ext>
              </a:extLst>
            </p:cNvPr>
            <p:cNvCxnSpPr>
              <a:endCxn id="391" idx="4"/>
            </p:cNvCxnSpPr>
            <p:nvPr>
              <p:custDataLst>
                <p:tags r:id="rId74"/>
              </p:custDataLst>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98" name="组合 397">
            <a:extLst>
              <a:ext uri="{FF2B5EF4-FFF2-40B4-BE49-F238E27FC236}">
                <a16:creationId xmlns:a16="http://schemas.microsoft.com/office/drawing/2014/main" id="{002102AE-0222-9046-A060-E03D89EC84C7}"/>
              </a:ext>
            </a:extLst>
          </p:cNvPr>
          <p:cNvGrpSpPr/>
          <p:nvPr>
            <p:custDataLst>
              <p:tags r:id="rId14"/>
            </p:custDataLst>
          </p:nvPr>
        </p:nvGrpSpPr>
        <p:grpSpPr>
          <a:xfrm>
            <a:off x="5845733" y="4274173"/>
            <a:ext cx="715244" cy="300594"/>
            <a:chOff x="10417629" y="3702462"/>
            <a:chExt cx="715244" cy="300594"/>
          </a:xfrm>
        </p:grpSpPr>
        <p:grpSp>
          <p:nvGrpSpPr>
            <p:cNvPr id="399" name="组合 398">
              <a:extLst>
                <a:ext uri="{FF2B5EF4-FFF2-40B4-BE49-F238E27FC236}">
                  <a16:creationId xmlns:a16="http://schemas.microsoft.com/office/drawing/2014/main" id="{D22A5F1E-1DC4-A544-995E-9653B78E1C41}"/>
                </a:ext>
              </a:extLst>
            </p:cNvPr>
            <p:cNvGrpSpPr/>
            <p:nvPr/>
          </p:nvGrpSpPr>
          <p:grpSpPr>
            <a:xfrm>
              <a:off x="10417629" y="3702462"/>
              <a:ext cx="715244" cy="300594"/>
              <a:chOff x="10519229" y="3727121"/>
              <a:chExt cx="711615" cy="300594"/>
            </a:xfrm>
          </p:grpSpPr>
          <p:sp>
            <p:nvSpPr>
              <p:cNvPr id="403" name="流程图: 手动操作 147">
                <a:extLst>
                  <a:ext uri="{FF2B5EF4-FFF2-40B4-BE49-F238E27FC236}">
                    <a16:creationId xmlns:a16="http://schemas.microsoft.com/office/drawing/2014/main" id="{D87D4DAE-9454-5C47-9286-806EC4103FB2}"/>
                  </a:ext>
                </a:extLst>
              </p:cNvPr>
              <p:cNvSpPr/>
              <p:nvPr>
                <p:custDataLst>
                  <p:tags r:id="rId68"/>
                </p:custDataLst>
              </p:nvPr>
            </p:nvSpPr>
            <p:spPr>
              <a:xfrm>
                <a:off x="10519229" y="3727121"/>
                <a:ext cx="71161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流程图: 手动操作 148">
                <a:extLst>
                  <a:ext uri="{FF2B5EF4-FFF2-40B4-BE49-F238E27FC236}">
                    <a16:creationId xmlns:a16="http://schemas.microsoft.com/office/drawing/2014/main" id="{7496084B-35E0-7746-B847-BD7E5B4CED57}"/>
                  </a:ext>
                </a:extLst>
              </p:cNvPr>
              <p:cNvSpPr/>
              <p:nvPr>
                <p:custDataLst>
                  <p:tags r:id="rId69"/>
                </p:custDataLst>
              </p:nvPr>
            </p:nvSpPr>
            <p:spPr>
              <a:xfrm>
                <a:off x="10730793" y="3731002"/>
                <a:ext cx="259337" cy="109098"/>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5" name="直接连接符 149">
                <a:extLst>
                  <a:ext uri="{FF2B5EF4-FFF2-40B4-BE49-F238E27FC236}">
                    <a16:creationId xmlns:a16="http://schemas.microsoft.com/office/drawing/2014/main" id="{14CDA1DD-AB6D-344C-BFC6-BEC87BA781E5}"/>
                  </a:ext>
                </a:extLst>
              </p:cNvPr>
              <p:cNvCxnSpPr/>
              <p:nvPr>
                <p:custDataLst>
                  <p:tags r:id="rId70"/>
                </p:custDataLst>
              </p:nvPr>
            </p:nvCxnSpPr>
            <p:spPr>
              <a:xfrm>
                <a:off x="10918208" y="3840100"/>
                <a:ext cx="71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6" name="直接连接符 150">
                <a:extLst>
                  <a:ext uri="{FF2B5EF4-FFF2-40B4-BE49-F238E27FC236}">
                    <a16:creationId xmlns:a16="http://schemas.microsoft.com/office/drawing/2014/main" id="{0FD43DCD-EE8D-2A4B-BC37-D1612623523D}"/>
                  </a:ext>
                </a:extLst>
              </p:cNvPr>
              <p:cNvCxnSpPr/>
              <p:nvPr>
                <p:custDataLst>
                  <p:tags r:id="rId71"/>
                </p:custDataLst>
              </p:nvPr>
            </p:nvCxnSpPr>
            <p:spPr>
              <a:xfrm flipV="1">
                <a:off x="10986242" y="3727121"/>
                <a:ext cx="49351" cy="114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0" name="椭圆 399">
              <a:extLst>
                <a:ext uri="{FF2B5EF4-FFF2-40B4-BE49-F238E27FC236}">
                  <a16:creationId xmlns:a16="http://schemas.microsoft.com/office/drawing/2014/main" id="{3FBC0498-CFE2-DA4D-8A74-0AA8DFCE23CC}"/>
                </a:ext>
              </a:extLst>
            </p:cNvPr>
            <p:cNvSpPr/>
            <p:nvPr>
              <p:custDataLst>
                <p:tags r:id="rId65"/>
              </p:custDataLst>
            </p:nvPr>
          </p:nvSpPr>
          <p:spPr>
            <a:xfrm>
              <a:off x="10726382" y="3845045"/>
              <a:ext cx="128405" cy="12840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1" name="直接连接符 145">
              <a:extLst>
                <a:ext uri="{FF2B5EF4-FFF2-40B4-BE49-F238E27FC236}">
                  <a16:creationId xmlns:a16="http://schemas.microsoft.com/office/drawing/2014/main" id="{0F583688-96A3-424D-909C-A360B8935393}"/>
                </a:ext>
              </a:extLst>
            </p:cNvPr>
            <p:cNvCxnSpPr>
              <a:stCxn id="400" idx="2"/>
            </p:cNvCxnSpPr>
            <p:nvPr>
              <p:custDataLst>
                <p:tags r:id="rId66"/>
              </p:custDataLst>
            </p:nvPr>
          </p:nvCxnSpPr>
          <p:spPr>
            <a:xfrm>
              <a:off x="10726382" y="3909248"/>
              <a:ext cx="128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2" name="直接连接符 146">
              <a:extLst>
                <a:ext uri="{FF2B5EF4-FFF2-40B4-BE49-F238E27FC236}">
                  <a16:creationId xmlns:a16="http://schemas.microsoft.com/office/drawing/2014/main" id="{D0A9B5EF-8014-6345-A3F6-4A6E648A2612}"/>
                </a:ext>
              </a:extLst>
            </p:cNvPr>
            <p:cNvCxnSpPr>
              <a:endCxn id="400" idx="4"/>
            </p:cNvCxnSpPr>
            <p:nvPr>
              <p:custDataLst>
                <p:tags r:id="rId67"/>
              </p:custDataLst>
            </p:nvPr>
          </p:nvCxnSpPr>
          <p:spPr>
            <a:xfrm>
              <a:off x="10790584" y="3852757"/>
              <a:ext cx="1" cy="120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7" name="矩形 406">
            <a:extLst>
              <a:ext uri="{FF2B5EF4-FFF2-40B4-BE49-F238E27FC236}">
                <a16:creationId xmlns:a16="http://schemas.microsoft.com/office/drawing/2014/main" id="{450870B0-1815-134D-9E77-5F1B5E35C1AD}"/>
              </a:ext>
            </a:extLst>
          </p:cNvPr>
          <p:cNvSpPr/>
          <p:nvPr>
            <p:custDataLst>
              <p:tags r:id="rId15"/>
            </p:custDataLst>
          </p:nvPr>
        </p:nvSpPr>
        <p:spPr>
          <a:xfrm>
            <a:off x="7135419" y="2576567"/>
            <a:ext cx="798286" cy="300594"/>
          </a:xfrm>
          <a:prstGeom prst="rect">
            <a:avLst/>
          </a:prstGeom>
          <a:solidFill>
            <a:srgbClr val="E5F3FF"/>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onsolas" panose="020B0609020204030204" pitchFamily="49" charset="0"/>
                <a:cs typeface="Times New Roman" panose="02020603050405020304" pitchFamily="18" charset="0"/>
              </a:rPr>
              <a:t>pred</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408" name="矩形 407">
            <a:extLst>
              <a:ext uri="{FF2B5EF4-FFF2-40B4-BE49-F238E27FC236}">
                <a16:creationId xmlns:a16="http://schemas.microsoft.com/office/drawing/2014/main" id="{6810B91E-B752-FA43-82BE-66AF196672B6}"/>
              </a:ext>
            </a:extLst>
          </p:cNvPr>
          <p:cNvSpPr/>
          <p:nvPr>
            <p:custDataLst>
              <p:tags r:id="rId16"/>
            </p:custDataLst>
          </p:nvPr>
        </p:nvSpPr>
        <p:spPr>
          <a:xfrm>
            <a:off x="7135419" y="3027471"/>
            <a:ext cx="798286" cy="300594"/>
          </a:xfrm>
          <a:prstGeom prst="rect">
            <a:avLst/>
          </a:prstGeom>
          <a:solidFill>
            <a:srgbClr val="FFEDE0"/>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onsolas" panose="020B0609020204030204" pitchFamily="49" charset="0"/>
                <a:cs typeface="Times New Roman" panose="02020603050405020304" pitchFamily="18" charset="0"/>
              </a:rPr>
              <a:t>out</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409" name="等腰三角形 153">
            <a:extLst>
              <a:ext uri="{FF2B5EF4-FFF2-40B4-BE49-F238E27FC236}">
                <a16:creationId xmlns:a16="http://schemas.microsoft.com/office/drawing/2014/main" id="{54B037E2-38F0-8C44-A0E0-6724C51F0697}"/>
              </a:ext>
            </a:extLst>
          </p:cNvPr>
          <p:cNvSpPr/>
          <p:nvPr>
            <p:custDataLst>
              <p:tags r:id="rId17"/>
            </p:custDataLst>
          </p:nvPr>
        </p:nvSpPr>
        <p:spPr>
          <a:xfrm rot="5400000">
            <a:off x="7114192" y="2695207"/>
            <a:ext cx="118733" cy="76279"/>
          </a:xfrm>
          <a:prstGeom prst="triangle">
            <a:avLst>
              <a:gd name="adj" fmla="val 5280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0" name="等腰三角形 154">
            <a:extLst>
              <a:ext uri="{FF2B5EF4-FFF2-40B4-BE49-F238E27FC236}">
                <a16:creationId xmlns:a16="http://schemas.microsoft.com/office/drawing/2014/main" id="{391AEADC-FAAB-2A4D-A2C9-E7714E4184AF}"/>
              </a:ext>
            </a:extLst>
          </p:cNvPr>
          <p:cNvSpPr/>
          <p:nvPr>
            <p:custDataLst>
              <p:tags r:id="rId18"/>
            </p:custDataLst>
          </p:nvPr>
        </p:nvSpPr>
        <p:spPr>
          <a:xfrm rot="5400000">
            <a:off x="7114192" y="3152200"/>
            <a:ext cx="118733" cy="76279"/>
          </a:xfrm>
          <a:prstGeom prst="triangle">
            <a:avLst>
              <a:gd name="adj" fmla="val 5280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1" name="矩形 410">
            <a:extLst>
              <a:ext uri="{FF2B5EF4-FFF2-40B4-BE49-F238E27FC236}">
                <a16:creationId xmlns:a16="http://schemas.microsoft.com/office/drawing/2014/main" id="{436B4C01-AFE5-2642-88D1-8C5D2C836FFE}"/>
              </a:ext>
            </a:extLst>
          </p:cNvPr>
          <p:cNvSpPr/>
          <p:nvPr>
            <p:custDataLst>
              <p:tags r:id="rId19"/>
            </p:custDataLst>
          </p:nvPr>
        </p:nvSpPr>
        <p:spPr>
          <a:xfrm>
            <a:off x="7135419" y="3919261"/>
            <a:ext cx="798286" cy="300594"/>
          </a:xfrm>
          <a:prstGeom prst="rect">
            <a:avLst/>
          </a:prstGeom>
          <a:solidFill>
            <a:srgbClr val="F0FFE9"/>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onsolas" panose="020B0609020204030204" pitchFamily="49" charset="0"/>
                <a:cs typeface="Times New Roman" panose="02020603050405020304" pitchFamily="18" charset="0"/>
              </a:rPr>
              <a:t>gen</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412" name="等腰三角形 156">
            <a:extLst>
              <a:ext uri="{FF2B5EF4-FFF2-40B4-BE49-F238E27FC236}">
                <a16:creationId xmlns:a16="http://schemas.microsoft.com/office/drawing/2014/main" id="{9C67FC93-C856-D348-8564-24C59366845E}"/>
              </a:ext>
            </a:extLst>
          </p:cNvPr>
          <p:cNvSpPr/>
          <p:nvPr>
            <p:custDataLst>
              <p:tags r:id="rId20"/>
            </p:custDataLst>
          </p:nvPr>
        </p:nvSpPr>
        <p:spPr>
          <a:xfrm rot="5400000">
            <a:off x="7114192" y="4043990"/>
            <a:ext cx="118733" cy="76279"/>
          </a:xfrm>
          <a:prstGeom prst="triangle">
            <a:avLst>
              <a:gd name="adj" fmla="val 5280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3" name="矩形 412">
            <a:extLst>
              <a:ext uri="{FF2B5EF4-FFF2-40B4-BE49-F238E27FC236}">
                <a16:creationId xmlns:a16="http://schemas.microsoft.com/office/drawing/2014/main" id="{0D5E26B0-3685-2642-B9DF-A10BE2312F5D}"/>
              </a:ext>
            </a:extLst>
          </p:cNvPr>
          <p:cNvSpPr/>
          <p:nvPr>
            <p:custDataLst>
              <p:tags r:id="rId21"/>
            </p:custDataLst>
          </p:nvPr>
        </p:nvSpPr>
        <p:spPr>
          <a:xfrm>
            <a:off x="7130873" y="4352061"/>
            <a:ext cx="798286" cy="300594"/>
          </a:xfrm>
          <a:prstGeom prst="rect">
            <a:avLst/>
          </a:prstGeom>
          <a:solidFill>
            <a:srgbClr val="F0FFE9"/>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onsolas" panose="020B0609020204030204" pitchFamily="49" charset="0"/>
                <a:cs typeface="Times New Roman" panose="02020603050405020304" pitchFamily="18" charset="0"/>
              </a:rPr>
              <a:t>kill</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414" name="等腰三角形 160">
            <a:extLst>
              <a:ext uri="{FF2B5EF4-FFF2-40B4-BE49-F238E27FC236}">
                <a16:creationId xmlns:a16="http://schemas.microsoft.com/office/drawing/2014/main" id="{ED93BD47-6D55-C046-B1CC-52F1DEAF8F1C}"/>
              </a:ext>
            </a:extLst>
          </p:cNvPr>
          <p:cNvSpPr/>
          <p:nvPr>
            <p:custDataLst>
              <p:tags r:id="rId22"/>
            </p:custDataLst>
          </p:nvPr>
        </p:nvSpPr>
        <p:spPr>
          <a:xfrm rot="5400000">
            <a:off x="7109646" y="4476790"/>
            <a:ext cx="118733" cy="76279"/>
          </a:xfrm>
          <a:prstGeom prst="triangle">
            <a:avLst>
              <a:gd name="adj" fmla="val 5280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5" name="流程图: 手动操作 166">
            <a:extLst>
              <a:ext uri="{FF2B5EF4-FFF2-40B4-BE49-F238E27FC236}">
                <a16:creationId xmlns:a16="http://schemas.microsoft.com/office/drawing/2014/main" id="{541B429F-A553-5143-BDBA-6D1B9E8386F6}"/>
              </a:ext>
            </a:extLst>
          </p:cNvPr>
          <p:cNvSpPr/>
          <p:nvPr>
            <p:custDataLst>
              <p:tags r:id="rId23"/>
            </p:custDataLst>
          </p:nvPr>
        </p:nvSpPr>
        <p:spPr>
          <a:xfrm>
            <a:off x="5392840" y="5447971"/>
            <a:ext cx="806865" cy="300594"/>
          </a:xfrm>
          <a:prstGeom prst="flowChartManualOperat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416" name="文本框 415">
            <a:extLst>
              <a:ext uri="{FF2B5EF4-FFF2-40B4-BE49-F238E27FC236}">
                <a16:creationId xmlns:a16="http://schemas.microsoft.com/office/drawing/2014/main" id="{FDCAF951-1476-6645-8BE3-785183A2FD54}"/>
              </a:ext>
            </a:extLst>
          </p:cNvPr>
          <p:cNvSpPr txBox="1"/>
          <p:nvPr>
            <p:custDataLst>
              <p:tags r:id="rId24"/>
            </p:custDataLst>
          </p:nvPr>
        </p:nvSpPr>
        <p:spPr>
          <a:xfrm>
            <a:off x="5511893" y="5413602"/>
            <a:ext cx="591204" cy="369332"/>
          </a:xfrm>
          <a:prstGeom prst="rect">
            <a:avLst/>
          </a:prstGeom>
          <a:noFill/>
        </p:spPr>
        <p:txBody>
          <a:bodyPr wrap="square" rtlCol="0">
            <a:spAutoFit/>
          </a:bodyPr>
          <a:lstStyle/>
          <a:p>
            <a:r>
              <a:rPr lang="en-US" altLang="zh-CN" dirty="0">
                <a:latin typeface="Consolas" panose="020B0609020204030204" pitchFamily="49" charset="0"/>
              </a:rPr>
              <a:t>MUX</a:t>
            </a:r>
            <a:endParaRPr lang="zh-CN" altLang="en-US" dirty="0">
              <a:latin typeface="Consolas" panose="020B0609020204030204" pitchFamily="49" charset="0"/>
            </a:endParaRPr>
          </a:p>
        </p:txBody>
      </p:sp>
      <p:sp>
        <p:nvSpPr>
          <p:cNvPr id="417" name="矩形 416">
            <a:extLst>
              <a:ext uri="{FF2B5EF4-FFF2-40B4-BE49-F238E27FC236}">
                <a16:creationId xmlns:a16="http://schemas.microsoft.com/office/drawing/2014/main" id="{003FA44F-A4A5-0842-A8A0-D99E67906B83}"/>
              </a:ext>
            </a:extLst>
          </p:cNvPr>
          <p:cNvSpPr/>
          <p:nvPr>
            <p:custDataLst>
              <p:tags r:id="rId25"/>
            </p:custDataLst>
          </p:nvPr>
        </p:nvSpPr>
        <p:spPr>
          <a:xfrm>
            <a:off x="7130873" y="5233945"/>
            <a:ext cx="798286" cy="300594"/>
          </a:xfrm>
          <a:prstGeom prst="rect">
            <a:avLst/>
          </a:prstGeom>
          <a:solidFill>
            <a:srgbClr val="E5F3FF"/>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latin typeface="Consolas" panose="020B0609020204030204" pitchFamily="49" charset="0"/>
                <a:cs typeface="Times New Roman" panose="02020603050405020304" pitchFamily="18" charset="0"/>
              </a:rPr>
              <a:t>succ</a:t>
            </a:r>
            <a:endParaRPr lang="zh-CN" altLang="en-US" dirty="0">
              <a:solidFill>
                <a:schemeClr val="tx1"/>
              </a:solidFill>
              <a:latin typeface="Consolas" panose="020B0609020204030204" pitchFamily="49" charset="0"/>
              <a:cs typeface="Times New Roman" panose="02020603050405020304" pitchFamily="18" charset="0"/>
            </a:endParaRPr>
          </a:p>
        </p:txBody>
      </p:sp>
      <p:sp>
        <p:nvSpPr>
          <p:cNvPr id="418" name="等腰三角形 174">
            <a:extLst>
              <a:ext uri="{FF2B5EF4-FFF2-40B4-BE49-F238E27FC236}">
                <a16:creationId xmlns:a16="http://schemas.microsoft.com/office/drawing/2014/main" id="{1A683523-F146-3441-8E46-6AA45C480AB2}"/>
              </a:ext>
            </a:extLst>
          </p:cNvPr>
          <p:cNvSpPr/>
          <p:nvPr>
            <p:custDataLst>
              <p:tags r:id="rId26"/>
            </p:custDataLst>
          </p:nvPr>
        </p:nvSpPr>
        <p:spPr>
          <a:xfrm rot="5400000">
            <a:off x="7109646" y="5358674"/>
            <a:ext cx="118733" cy="76279"/>
          </a:xfrm>
          <a:prstGeom prst="triangle">
            <a:avLst>
              <a:gd name="adj" fmla="val 5280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9" name="直接箭头连接符 176">
            <a:extLst>
              <a:ext uri="{FF2B5EF4-FFF2-40B4-BE49-F238E27FC236}">
                <a16:creationId xmlns:a16="http://schemas.microsoft.com/office/drawing/2014/main" id="{72380528-0A45-0146-90F3-67C12B24786D}"/>
              </a:ext>
            </a:extLst>
          </p:cNvPr>
          <p:cNvCxnSpPr/>
          <p:nvPr>
            <p:custDataLst>
              <p:tags r:id="rId27"/>
            </p:custDataLst>
          </p:nvPr>
        </p:nvCxnSpPr>
        <p:spPr>
          <a:xfrm>
            <a:off x="5740875" y="2296919"/>
            <a:ext cx="6350" cy="6464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0" name="直接连接符 181">
            <a:extLst>
              <a:ext uri="{FF2B5EF4-FFF2-40B4-BE49-F238E27FC236}">
                <a16:creationId xmlns:a16="http://schemas.microsoft.com/office/drawing/2014/main" id="{4E7C873A-3DF5-C547-8AAA-C880F276399A}"/>
              </a:ext>
            </a:extLst>
          </p:cNvPr>
          <p:cNvCxnSpPr/>
          <p:nvPr>
            <p:custDataLst>
              <p:tags r:id="rId28"/>
            </p:custDataLst>
          </p:nvPr>
        </p:nvCxnSpPr>
        <p:spPr>
          <a:xfrm>
            <a:off x="5747225" y="2374024"/>
            <a:ext cx="17527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1" name="直接箭头连接符 184">
            <a:extLst>
              <a:ext uri="{FF2B5EF4-FFF2-40B4-BE49-F238E27FC236}">
                <a16:creationId xmlns:a16="http://schemas.microsoft.com/office/drawing/2014/main" id="{37EA90C5-24A3-2843-813C-5DED5F8919D9}"/>
              </a:ext>
            </a:extLst>
          </p:cNvPr>
          <p:cNvCxnSpPr/>
          <p:nvPr>
            <p:custDataLst>
              <p:tags r:id="rId29"/>
            </p:custDataLst>
          </p:nvPr>
        </p:nvCxnSpPr>
        <p:spPr>
          <a:xfrm>
            <a:off x="7499931" y="2376066"/>
            <a:ext cx="0" cy="20050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2" name="直接连接符 186">
            <a:extLst>
              <a:ext uri="{FF2B5EF4-FFF2-40B4-BE49-F238E27FC236}">
                <a16:creationId xmlns:a16="http://schemas.microsoft.com/office/drawing/2014/main" id="{F52F9818-0DE8-3D4D-A37D-3A098C10A847}"/>
              </a:ext>
            </a:extLst>
          </p:cNvPr>
          <p:cNvCxnSpPr/>
          <p:nvPr>
            <p:custDataLst>
              <p:tags r:id="rId30"/>
            </p:custDataLst>
          </p:nvPr>
        </p:nvCxnSpPr>
        <p:spPr>
          <a:xfrm>
            <a:off x="6246747" y="2724123"/>
            <a:ext cx="8841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3" name="直接箭头连接符 188">
            <a:extLst>
              <a:ext uri="{FF2B5EF4-FFF2-40B4-BE49-F238E27FC236}">
                <a16:creationId xmlns:a16="http://schemas.microsoft.com/office/drawing/2014/main" id="{4CB6DECA-AD6B-E242-8806-C8A9D8773233}"/>
              </a:ext>
            </a:extLst>
          </p:cNvPr>
          <p:cNvCxnSpPr/>
          <p:nvPr>
            <p:custDataLst>
              <p:tags r:id="rId31"/>
            </p:custDataLst>
          </p:nvPr>
        </p:nvCxnSpPr>
        <p:spPr>
          <a:xfrm>
            <a:off x="6262596" y="2724123"/>
            <a:ext cx="0" cy="23177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4" name="直接连接符 201">
            <a:extLst>
              <a:ext uri="{FF2B5EF4-FFF2-40B4-BE49-F238E27FC236}">
                <a16:creationId xmlns:a16="http://schemas.microsoft.com/office/drawing/2014/main" id="{3AFE2DA0-050A-944B-9E85-C417996AFC21}"/>
              </a:ext>
            </a:extLst>
          </p:cNvPr>
          <p:cNvCxnSpPr/>
          <p:nvPr>
            <p:custDataLst>
              <p:tags r:id="rId32"/>
            </p:custDataLst>
          </p:nvPr>
        </p:nvCxnSpPr>
        <p:spPr>
          <a:xfrm flipH="1">
            <a:off x="6732463" y="2718694"/>
            <a:ext cx="4288" cy="48388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5" name="直接连接符 204">
            <a:extLst>
              <a:ext uri="{FF2B5EF4-FFF2-40B4-BE49-F238E27FC236}">
                <a16:creationId xmlns:a16="http://schemas.microsoft.com/office/drawing/2014/main" id="{E0DEE513-ACBE-D045-B952-4F512D5FF2CA}"/>
              </a:ext>
            </a:extLst>
          </p:cNvPr>
          <p:cNvCxnSpPr/>
          <p:nvPr>
            <p:custDataLst>
              <p:tags r:id="rId33"/>
            </p:custDataLst>
          </p:nvPr>
        </p:nvCxnSpPr>
        <p:spPr>
          <a:xfrm flipH="1">
            <a:off x="6738347" y="3190339"/>
            <a:ext cx="3925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6" name="直接箭头连接符 208">
            <a:extLst>
              <a:ext uri="{FF2B5EF4-FFF2-40B4-BE49-F238E27FC236}">
                <a16:creationId xmlns:a16="http://schemas.microsoft.com/office/drawing/2014/main" id="{5B2248EE-5606-1D4E-BD9B-A9B50D74C4ED}"/>
              </a:ext>
            </a:extLst>
          </p:cNvPr>
          <p:cNvCxnSpPr/>
          <p:nvPr>
            <p:custDataLst>
              <p:tags r:id="rId34"/>
            </p:custDataLst>
          </p:nvPr>
        </p:nvCxnSpPr>
        <p:spPr>
          <a:xfrm flipH="1">
            <a:off x="5744685" y="3248014"/>
            <a:ext cx="2540" cy="2870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7" name="直接连接符 211">
            <a:extLst>
              <a:ext uri="{FF2B5EF4-FFF2-40B4-BE49-F238E27FC236}">
                <a16:creationId xmlns:a16="http://schemas.microsoft.com/office/drawing/2014/main" id="{50FB6F92-2D19-9A48-B3A0-7C3C76C1125A}"/>
              </a:ext>
            </a:extLst>
          </p:cNvPr>
          <p:cNvCxnSpPr/>
          <p:nvPr>
            <p:custDataLst>
              <p:tags r:id="rId35"/>
            </p:custDataLst>
          </p:nvPr>
        </p:nvCxnSpPr>
        <p:spPr>
          <a:xfrm>
            <a:off x="6258245" y="4082129"/>
            <a:ext cx="8841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8" name="直接箭头连接符 212">
            <a:extLst>
              <a:ext uri="{FF2B5EF4-FFF2-40B4-BE49-F238E27FC236}">
                <a16:creationId xmlns:a16="http://schemas.microsoft.com/office/drawing/2014/main" id="{77164B5A-95BB-AF44-B985-3F3E8E120323}"/>
              </a:ext>
            </a:extLst>
          </p:cNvPr>
          <p:cNvCxnSpPr/>
          <p:nvPr>
            <p:custDataLst>
              <p:tags r:id="rId36"/>
            </p:custDataLst>
          </p:nvPr>
        </p:nvCxnSpPr>
        <p:spPr>
          <a:xfrm>
            <a:off x="6258245" y="4069558"/>
            <a:ext cx="0" cy="2014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9" name="直接连接符 216">
            <a:extLst>
              <a:ext uri="{FF2B5EF4-FFF2-40B4-BE49-F238E27FC236}">
                <a16:creationId xmlns:a16="http://schemas.microsoft.com/office/drawing/2014/main" id="{7CA18733-2127-4B4A-8304-BC3A03BE427C}"/>
              </a:ext>
            </a:extLst>
          </p:cNvPr>
          <p:cNvCxnSpPr/>
          <p:nvPr>
            <p:custDataLst>
              <p:tags r:id="rId37"/>
            </p:custDataLst>
          </p:nvPr>
        </p:nvCxnSpPr>
        <p:spPr>
          <a:xfrm flipH="1">
            <a:off x="6740214" y="4514929"/>
            <a:ext cx="39065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0" name="直接连接符 217">
            <a:extLst>
              <a:ext uri="{FF2B5EF4-FFF2-40B4-BE49-F238E27FC236}">
                <a16:creationId xmlns:a16="http://schemas.microsoft.com/office/drawing/2014/main" id="{AA7153DE-297A-8343-B028-5EF68C9C0AD6}"/>
              </a:ext>
            </a:extLst>
          </p:cNvPr>
          <p:cNvCxnSpPr/>
          <p:nvPr>
            <p:custDataLst>
              <p:tags r:id="rId38"/>
            </p:custDataLst>
          </p:nvPr>
        </p:nvCxnSpPr>
        <p:spPr>
          <a:xfrm flipH="1">
            <a:off x="6751573" y="4082129"/>
            <a:ext cx="4288" cy="44264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1" name="直接连接符 221">
            <a:extLst>
              <a:ext uri="{FF2B5EF4-FFF2-40B4-BE49-F238E27FC236}">
                <a16:creationId xmlns:a16="http://schemas.microsoft.com/office/drawing/2014/main" id="{0EC15E67-5513-4942-8ABA-585E4537ACE7}"/>
              </a:ext>
            </a:extLst>
          </p:cNvPr>
          <p:cNvCxnSpPr/>
          <p:nvPr>
            <p:custDataLst>
              <p:tags r:id="rId39"/>
            </p:custDataLst>
          </p:nvPr>
        </p:nvCxnSpPr>
        <p:spPr>
          <a:xfrm>
            <a:off x="7530016" y="5534539"/>
            <a:ext cx="0" cy="939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2" name="直接箭头连接符 223">
            <a:extLst>
              <a:ext uri="{FF2B5EF4-FFF2-40B4-BE49-F238E27FC236}">
                <a16:creationId xmlns:a16="http://schemas.microsoft.com/office/drawing/2014/main" id="{6AE4B5C2-A9F0-7246-9902-1DCC585A93B8}"/>
              </a:ext>
            </a:extLst>
          </p:cNvPr>
          <p:cNvCxnSpPr/>
          <p:nvPr>
            <p:custDataLst>
              <p:tags r:id="rId40"/>
            </p:custDataLst>
          </p:nvPr>
        </p:nvCxnSpPr>
        <p:spPr>
          <a:xfrm flipH="1">
            <a:off x="6140156" y="5638041"/>
            <a:ext cx="1402715" cy="57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3" name="矩形 432">
            <a:extLst>
              <a:ext uri="{FF2B5EF4-FFF2-40B4-BE49-F238E27FC236}">
                <a16:creationId xmlns:a16="http://schemas.microsoft.com/office/drawing/2014/main" id="{E1DD21EA-E4D2-E34E-B40E-B82F0AFF3DB2}"/>
              </a:ext>
            </a:extLst>
          </p:cNvPr>
          <p:cNvSpPr/>
          <p:nvPr/>
        </p:nvSpPr>
        <p:spPr>
          <a:xfrm>
            <a:off x="9920128" y="1825780"/>
            <a:ext cx="1224915" cy="3687200"/>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4" name="矩形 433">
            <a:extLst>
              <a:ext uri="{FF2B5EF4-FFF2-40B4-BE49-F238E27FC236}">
                <a16:creationId xmlns:a16="http://schemas.microsoft.com/office/drawing/2014/main" id="{B6C1FEEE-82E2-BB49-8193-2A3668E6D5A8}"/>
              </a:ext>
            </a:extLst>
          </p:cNvPr>
          <p:cNvSpPr/>
          <p:nvPr/>
        </p:nvSpPr>
        <p:spPr>
          <a:xfrm>
            <a:off x="10022363" y="2354489"/>
            <a:ext cx="1014730" cy="493395"/>
          </a:xfrm>
          <a:prstGeom prst="rect">
            <a:avLst/>
          </a:prstGeom>
          <a:solidFill>
            <a:srgbClr val="E5F3FF"/>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Consolas" panose="020B0609020204030204" pitchFamily="49" charset="0"/>
              <a:cs typeface="Times New Roman" panose="02020603050405020304" pitchFamily="18" charset="0"/>
            </a:endParaRPr>
          </a:p>
        </p:txBody>
      </p:sp>
      <p:sp>
        <p:nvSpPr>
          <p:cNvPr id="435" name="文本框 434">
            <a:extLst>
              <a:ext uri="{FF2B5EF4-FFF2-40B4-BE49-F238E27FC236}">
                <a16:creationId xmlns:a16="http://schemas.microsoft.com/office/drawing/2014/main" id="{16CB0359-7F16-7B4C-8FBB-052BEF3625E2}"/>
              </a:ext>
            </a:extLst>
          </p:cNvPr>
          <p:cNvSpPr txBox="1"/>
          <p:nvPr/>
        </p:nvSpPr>
        <p:spPr>
          <a:xfrm>
            <a:off x="10155873" y="2422255"/>
            <a:ext cx="741488" cy="369332"/>
          </a:xfrm>
          <a:prstGeom prst="rect">
            <a:avLst/>
          </a:prstGeom>
          <a:noFill/>
        </p:spPr>
        <p:txBody>
          <a:bodyPr wrap="square" rtlCol="0">
            <a:spAutoFit/>
          </a:bodyPr>
          <a:lstStyle/>
          <a:p>
            <a:r>
              <a:rPr lang="en-US" altLang="zh-CN" dirty="0" err="1">
                <a:latin typeface="Consolas" panose="020B0609020204030204" pitchFamily="49" charset="0"/>
              </a:rPr>
              <a:t>pred</a:t>
            </a:r>
            <a:endParaRPr lang="zh-CN" altLang="en-US" dirty="0">
              <a:latin typeface="Consolas" panose="020B0609020204030204" pitchFamily="49" charset="0"/>
            </a:endParaRPr>
          </a:p>
        </p:txBody>
      </p:sp>
      <p:sp>
        <p:nvSpPr>
          <p:cNvPr id="436" name="矩形 435">
            <a:extLst>
              <a:ext uri="{FF2B5EF4-FFF2-40B4-BE49-F238E27FC236}">
                <a16:creationId xmlns:a16="http://schemas.microsoft.com/office/drawing/2014/main" id="{9B35DB33-F0F0-DB48-806C-8A8046AFF4A0}"/>
              </a:ext>
            </a:extLst>
          </p:cNvPr>
          <p:cNvSpPr/>
          <p:nvPr/>
        </p:nvSpPr>
        <p:spPr>
          <a:xfrm>
            <a:off x="10022363" y="4141379"/>
            <a:ext cx="1014730" cy="589280"/>
          </a:xfrm>
          <a:prstGeom prst="rect">
            <a:avLst/>
          </a:prstGeom>
          <a:solidFill>
            <a:srgbClr val="F0FFE9"/>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7" name="文本框 436">
            <a:extLst>
              <a:ext uri="{FF2B5EF4-FFF2-40B4-BE49-F238E27FC236}">
                <a16:creationId xmlns:a16="http://schemas.microsoft.com/office/drawing/2014/main" id="{D97DA250-3B29-9A45-A185-05BDD1FFE344}"/>
              </a:ext>
            </a:extLst>
          </p:cNvPr>
          <p:cNvSpPr txBox="1"/>
          <p:nvPr/>
        </p:nvSpPr>
        <p:spPr>
          <a:xfrm>
            <a:off x="9994044" y="4257157"/>
            <a:ext cx="1084215" cy="338554"/>
          </a:xfrm>
          <a:prstGeom prst="rect">
            <a:avLst/>
          </a:prstGeom>
          <a:noFill/>
          <a:effectLst/>
        </p:spPr>
        <p:txBody>
          <a:bodyPr wrap="square" rtlCol="0">
            <a:spAutoFit/>
          </a:bodyPr>
          <a:lstStyle/>
          <a:p>
            <a:r>
              <a:rPr lang="en-US" altLang="zh-CN" sz="1600" dirty="0">
                <a:latin typeface="Consolas" panose="020B0609020204030204" pitchFamily="49" charset="0"/>
              </a:rPr>
              <a:t>gen/kill</a:t>
            </a:r>
          </a:p>
        </p:txBody>
      </p:sp>
      <p:sp>
        <p:nvSpPr>
          <p:cNvPr id="438" name="文本框 437">
            <a:extLst>
              <a:ext uri="{FF2B5EF4-FFF2-40B4-BE49-F238E27FC236}">
                <a16:creationId xmlns:a16="http://schemas.microsoft.com/office/drawing/2014/main" id="{CAA4F521-CA52-C04E-8146-41E61158E1A1}"/>
              </a:ext>
            </a:extLst>
          </p:cNvPr>
          <p:cNvSpPr txBox="1"/>
          <p:nvPr/>
        </p:nvSpPr>
        <p:spPr>
          <a:xfrm>
            <a:off x="10402030" y="5100064"/>
            <a:ext cx="635726" cy="369332"/>
          </a:xfrm>
          <a:prstGeom prst="rect">
            <a:avLst/>
          </a:prstGeom>
          <a:noFill/>
        </p:spPr>
        <p:txBody>
          <a:bodyPr wrap="square" rtlCol="0">
            <a:spAutoFit/>
          </a:bodyPr>
          <a:lstStyle/>
          <a:p>
            <a:r>
              <a:rPr lang="en-US" altLang="zh-CN" dirty="0"/>
              <a:t>……</a:t>
            </a:r>
            <a:endParaRPr lang="zh-CN" altLang="en-US" dirty="0"/>
          </a:p>
        </p:txBody>
      </p:sp>
      <p:cxnSp>
        <p:nvCxnSpPr>
          <p:cNvPr id="439" name="直接箭头连接符 251">
            <a:extLst>
              <a:ext uri="{FF2B5EF4-FFF2-40B4-BE49-F238E27FC236}">
                <a16:creationId xmlns:a16="http://schemas.microsoft.com/office/drawing/2014/main" id="{E6460608-CFA6-EA43-9CFF-ECFB3B9B2A29}"/>
              </a:ext>
            </a:extLst>
          </p:cNvPr>
          <p:cNvCxnSpPr/>
          <p:nvPr>
            <p:custDataLst>
              <p:tags r:id="rId41"/>
            </p:custDataLst>
          </p:nvPr>
        </p:nvCxnSpPr>
        <p:spPr>
          <a:xfrm flipH="1" flipV="1">
            <a:off x="7915360" y="5374452"/>
            <a:ext cx="335520" cy="26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0" name="直接箭头连接符 259">
            <a:extLst>
              <a:ext uri="{FF2B5EF4-FFF2-40B4-BE49-F238E27FC236}">
                <a16:creationId xmlns:a16="http://schemas.microsoft.com/office/drawing/2014/main" id="{ABF43C18-27DA-1F4D-8828-DA335DDD436D}"/>
              </a:ext>
            </a:extLst>
          </p:cNvPr>
          <p:cNvCxnSpPr/>
          <p:nvPr>
            <p:custDataLst>
              <p:tags r:id="rId42"/>
            </p:custDataLst>
          </p:nvPr>
        </p:nvCxnSpPr>
        <p:spPr>
          <a:xfrm flipH="1">
            <a:off x="7932941" y="4510008"/>
            <a:ext cx="317939" cy="520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1" name="直接箭头连接符 260">
            <a:extLst>
              <a:ext uri="{FF2B5EF4-FFF2-40B4-BE49-F238E27FC236}">
                <a16:creationId xmlns:a16="http://schemas.microsoft.com/office/drawing/2014/main" id="{905D5918-8278-634A-A2F0-C1226A311359}"/>
              </a:ext>
            </a:extLst>
          </p:cNvPr>
          <p:cNvCxnSpPr/>
          <p:nvPr>
            <p:custDataLst>
              <p:tags r:id="rId43"/>
            </p:custDataLst>
          </p:nvPr>
        </p:nvCxnSpPr>
        <p:spPr>
          <a:xfrm flipH="1">
            <a:off x="7929159" y="4064099"/>
            <a:ext cx="32172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2" name="直接箭头连接符 261">
            <a:extLst>
              <a:ext uri="{FF2B5EF4-FFF2-40B4-BE49-F238E27FC236}">
                <a16:creationId xmlns:a16="http://schemas.microsoft.com/office/drawing/2014/main" id="{0DFD6750-39B3-7748-8545-829EA357F17D}"/>
              </a:ext>
            </a:extLst>
          </p:cNvPr>
          <p:cNvCxnSpPr/>
          <p:nvPr>
            <p:custDataLst>
              <p:tags r:id="rId44"/>
            </p:custDataLst>
          </p:nvPr>
        </p:nvCxnSpPr>
        <p:spPr>
          <a:xfrm flipH="1">
            <a:off x="7920078" y="3190134"/>
            <a:ext cx="33842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3" name="直接箭头连接符 262">
            <a:extLst>
              <a:ext uri="{FF2B5EF4-FFF2-40B4-BE49-F238E27FC236}">
                <a16:creationId xmlns:a16="http://schemas.microsoft.com/office/drawing/2014/main" id="{F4A3EC4E-17A1-9F4E-B7CD-4F94BE5EC044}"/>
              </a:ext>
            </a:extLst>
          </p:cNvPr>
          <p:cNvCxnSpPr/>
          <p:nvPr>
            <p:custDataLst>
              <p:tags r:id="rId45"/>
            </p:custDataLst>
          </p:nvPr>
        </p:nvCxnSpPr>
        <p:spPr>
          <a:xfrm flipH="1">
            <a:off x="7919918" y="2733346"/>
            <a:ext cx="33096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4" name="直接箭头连接符 278">
            <a:extLst>
              <a:ext uri="{FF2B5EF4-FFF2-40B4-BE49-F238E27FC236}">
                <a16:creationId xmlns:a16="http://schemas.microsoft.com/office/drawing/2014/main" id="{8C24BC00-0951-FA48-A88A-1CA853E2A43F}"/>
              </a:ext>
            </a:extLst>
          </p:cNvPr>
          <p:cNvCxnSpPr/>
          <p:nvPr/>
        </p:nvCxnSpPr>
        <p:spPr>
          <a:xfrm flipH="1">
            <a:off x="8055224" y="1713701"/>
            <a:ext cx="3442335" cy="158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5" name="直接连接符 282">
            <a:extLst>
              <a:ext uri="{FF2B5EF4-FFF2-40B4-BE49-F238E27FC236}">
                <a16:creationId xmlns:a16="http://schemas.microsoft.com/office/drawing/2014/main" id="{177CEB9F-6C87-514F-AE2A-76F439AB21CB}"/>
              </a:ext>
            </a:extLst>
          </p:cNvPr>
          <p:cNvCxnSpPr/>
          <p:nvPr/>
        </p:nvCxnSpPr>
        <p:spPr>
          <a:xfrm>
            <a:off x="5740400" y="6343015"/>
            <a:ext cx="5740400" cy="1333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6" name="直接连接符 284">
            <a:extLst>
              <a:ext uri="{FF2B5EF4-FFF2-40B4-BE49-F238E27FC236}">
                <a16:creationId xmlns:a16="http://schemas.microsoft.com/office/drawing/2014/main" id="{BE8F4F4C-003C-0040-9B63-FB42DDDB38D2}"/>
              </a:ext>
            </a:extLst>
          </p:cNvPr>
          <p:cNvCxnSpPr/>
          <p:nvPr/>
        </p:nvCxnSpPr>
        <p:spPr>
          <a:xfrm>
            <a:off x="5748020" y="5746293"/>
            <a:ext cx="0" cy="23685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47" name="矩形 446">
            <a:extLst>
              <a:ext uri="{FF2B5EF4-FFF2-40B4-BE49-F238E27FC236}">
                <a16:creationId xmlns:a16="http://schemas.microsoft.com/office/drawing/2014/main" id="{5A3AFF14-92A4-014A-AF8A-AEC0B6B413C7}"/>
              </a:ext>
            </a:extLst>
          </p:cNvPr>
          <p:cNvSpPr/>
          <p:nvPr/>
        </p:nvSpPr>
        <p:spPr>
          <a:xfrm>
            <a:off x="8268493" y="2484029"/>
            <a:ext cx="1151255" cy="448945"/>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Consolas" panose="020B0609020204030204" pitchFamily="49" charset="0"/>
              </a:rPr>
              <a:t>pred_controller</a:t>
            </a:r>
          </a:p>
        </p:txBody>
      </p:sp>
      <p:cxnSp>
        <p:nvCxnSpPr>
          <p:cNvPr id="448" name="直接箭头连接符 292">
            <a:extLst>
              <a:ext uri="{FF2B5EF4-FFF2-40B4-BE49-F238E27FC236}">
                <a16:creationId xmlns:a16="http://schemas.microsoft.com/office/drawing/2014/main" id="{A5A337F2-E667-3944-A8D2-C0F8DB22988F}"/>
              </a:ext>
            </a:extLst>
          </p:cNvPr>
          <p:cNvCxnSpPr/>
          <p:nvPr/>
        </p:nvCxnSpPr>
        <p:spPr>
          <a:xfrm flipH="1" flipV="1">
            <a:off x="9419808" y="2674115"/>
            <a:ext cx="499110" cy="190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9" name="直接箭头连接符 298">
            <a:extLst>
              <a:ext uri="{FF2B5EF4-FFF2-40B4-BE49-F238E27FC236}">
                <a16:creationId xmlns:a16="http://schemas.microsoft.com/office/drawing/2014/main" id="{37D3AFBC-8A71-264B-A81C-02D69B0F273B}"/>
              </a:ext>
            </a:extLst>
          </p:cNvPr>
          <p:cNvCxnSpPr/>
          <p:nvPr/>
        </p:nvCxnSpPr>
        <p:spPr>
          <a:xfrm flipH="1" flipV="1">
            <a:off x="11147039" y="4062574"/>
            <a:ext cx="341630" cy="12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0" name="矩形 449">
            <a:extLst>
              <a:ext uri="{FF2B5EF4-FFF2-40B4-BE49-F238E27FC236}">
                <a16:creationId xmlns:a16="http://schemas.microsoft.com/office/drawing/2014/main" id="{E7899D56-68A2-7343-9460-2280D2F59596}"/>
              </a:ext>
            </a:extLst>
          </p:cNvPr>
          <p:cNvSpPr/>
          <p:nvPr/>
        </p:nvSpPr>
        <p:spPr>
          <a:xfrm>
            <a:off x="8268493" y="3027589"/>
            <a:ext cx="1151255" cy="438150"/>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Consolas" panose="020B0609020204030204" pitchFamily="49" charset="0"/>
              </a:rPr>
              <a:t>out_controller</a:t>
            </a:r>
          </a:p>
        </p:txBody>
      </p:sp>
      <p:sp>
        <p:nvSpPr>
          <p:cNvPr id="451" name="矩形 450">
            <a:extLst>
              <a:ext uri="{FF2B5EF4-FFF2-40B4-BE49-F238E27FC236}">
                <a16:creationId xmlns:a16="http://schemas.microsoft.com/office/drawing/2014/main" id="{AC450E6A-4212-D443-8B0A-9F90781C43C3}"/>
              </a:ext>
            </a:extLst>
          </p:cNvPr>
          <p:cNvSpPr/>
          <p:nvPr/>
        </p:nvSpPr>
        <p:spPr>
          <a:xfrm>
            <a:off x="8258333" y="3870234"/>
            <a:ext cx="1161415" cy="704850"/>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Consolas" panose="020B0609020204030204" pitchFamily="49" charset="0"/>
              </a:rPr>
              <a:t>genkill_controller</a:t>
            </a:r>
          </a:p>
        </p:txBody>
      </p:sp>
      <p:sp>
        <p:nvSpPr>
          <p:cNvPr id="452" name="矩形 451">
            <a:extLst>
              <a:ext uri="{FF2B5EF4-FFF2-40B4-BE49-F238E27FC236}">
                <a16:creationId xmlns:a16="http://schemas.microsoft.com/office/drawing/2014/main" id="{CE0782EB-A9CC-F94A-A543-9A443B96024C}"/>
              </a:ext>
            </a:extLst>
          </p:cNvPr>
          <p:cNvSpPr/>
          <p:nvPr/>
        </p:nvSpPr>
        <p:spPr>
          <a:xfrm>
            <a:off x="8250713" y="5034189"/>
            <a:ext cx="1151255" cy="448945"/>
          </a:xfrm>
          <a:prstGeom prst="rect">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solidFill>
                  <a:schemeClr val="tx1"/>
                </a:solidFill>
                <a:latin typeface="Consolas" panose="020B0609020204030204" pitchFamily="49" charset="0"/>
              </a:rPr>
              <a:t>succ_controller</a:t>
            </a:r>
            <a:endParaRPr lang="en-US" altLang="zh-CN" sz="1600" dirty="0">
              <a:solidFill>
                <a:schemeClr val="tx1"/>
              </a:solidFill>
              <a:latin typeface="Consolas" panose="020B0609020204030204" pitchFamily="49" charset="0"/>
            </a:endParaRPr>
          </a:p>
        </p:txBody>
      </p:sp>
      <p:cxnSp>
        <p:nvCxnSpPr>
          <p:cNvPr id="453" name="直接箭头连接符 56">
            <a:extLst>
              <a:ext uri="{FF2B5EF4-FFF2-40B4-BE49-F238E27FC236}">
                <a16:creationId xmlns:a16="http://schemas.microsoft.com/office/drawing/2014/main" id="{CB8C8891-2B0F-C04C-B309-42B32763507D}"/>
              </a:ext>
            </a:extLst>
          </p:cNvPr>
          <p:cNvCxnSpPr/>
          <p:nvPr>
            <p:custDataLst>
              <p:tags r:id="rId46"/>
            </p:custDataLst>
          </p:nvPr>
        </p:nvCxnSpPr>
        <p:spPr>
          <a:xfrm>
            <a:off x="5737065" y="2021329"/>
            <a:ext cx="3810" cy="1460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4" name="矩形 453">
            <a:extLst>
              <a:ext uri="{FF2B5EF4-FFF2-40B4-BE49-F238E27FC236}">
                <a16:creationId xmlns:a16="http://schemas.microsoft.com/office/drawing/2014/main" id="{DD7F4CE0-8B40-F14E-8D40-EBC2EB9D0E77}"/>
              </a:ext>
            </a:extLst>
          </p:cNvPr>
          <p:cNvSpPr/>
          <p:nvPr/>
        </p:nvSpPr>
        <p:spPr>
          <a:xfrm>
            <a:off x="4664233" y="3519079"/>
            <a:ext cx="3432175" cy="138430"/>
          </a:xfrm>
          <a:prstGeom prst="rect">
            <a:avLst/>
          </a:prstGeom>
          <a:solidFill>
            <a:srgbClr val="FF0000">
              <a:alpha val="58000"/>
            </a:srgbClr>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455" name="直接箭头连接符 58">
            <a:extLst>
              <a:ext uri="{FF2B5EF4-FFF2-40B4-BE49-F238E27FC236}">
                <a16:creationId xmlns:a16="http://schemas.microsoft.com/office/drawing/2014/main" id="{0D7330F5-8BA0-ED44-AEC0-8418CD31BD17}"/>
              </a:ext>
            </a:extLst>
          </p:cNvPr>
          <p:cNvCxnSpPr/>
          <p:nvPr>
            <p:custDataLst>
              <p:tags r:id="rId47"/>
            </p:custDataLst>
          </p:nvPr>
        </p:nvCxnSpPr>
        <p:spPr>
          <a:xfrm flipH="1">
            <a:off x="5738970" y="3639809"/>
            <a:ext cx="9525" cy="61214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6" name="直接箭头连接符 60">
            <a:extLst>
              <a:ext uri="{FF2B5EF4-FFF2-40B4-BE49-F238E27FC236}">
                <a16:creationId xmlns:a16="http://schemas.microsoft.com/office/drawing/2014/main" id="{6A57CB82-F627-1D41-B41F-2B6B8E06AC9F}"/>
              </a:ext>
            </a:extLst>
          </p:cNvPr>
          <p:cNvCxnSpPr>
            <a:cxnSpLocks/>
          </p:cNvCxnSpPr>
          <p:nvPr>
            <p:custDataLst>
              <p:tags r:id="rId48"/>
            </p:custDataLst>
          </p:nvPr>
        </p:nvCxnSpPr>
        <p:spPr>
          <a:xfrm>
            <a:off x="5743415" y="5034189"/>
            <a:ext cx="0" cy="4064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7" name="直接连接符 63">
            <a:extLst>
              <a:ext uri="{FF2B5EF4-FFF2-40B4-BE49-F238E27FC236}">
                <a16:creationId xmlns:a16="http://schemas.microsoft.com/office/drawing/2014/main" id="{F475F74E-062D-A04D-8AD9-2C6C731B9390}"/>
              </a:ext>
            </a:extLst>
          </p:cNvPr>
          <p:cNvCxnSpPr/>
          <p:nvPr/>
        </p:nvCxnSpPr>
        <p:spPr>
          <a:xfrm>
            <a:off x="5749290" y="6108878"/>
            <a:ext cx="1905" cy="23431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58" name="矩形 457">
            <a:extLst>
              <a:ext uri="{FF2B5EF4-FFF2-40B4-BE49-F238E27FC236}">
                <a16:creationId xmlns:a16="http://schemas.microsoft.com/office/drawing/2014/main" id="{3997B57E-B8AB-C444-9AE5-AD4C873F8B80}"/>
              </a:ext>
            </a:extLst>
          </p:cNvPr>
          <p:cNvSpPr/>
          <p:nvPr/>
        </p:nvSpPr>
        <p:spPr>
          <a:xfrm>
            <a:off x="10022363" y="2974884"/>
            <a:ext cx="1014730" cy="1085850"/>
          </a:xfrm>
          <a:prstGeom prst="rect">
            <a:avLst/>
          </a:prstGeom>
          <a:solidFill>
            <a:schemeClr val="bg1"/>
          </a:solidFill>
          <a:ln>
            <a:solidFill>
              <a:srgbClr val="FF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9" name="矩形 458">
            <a:extLst>
              <a:ext uri="{FF2B5EF4-FFF2-40B4-BE49-F238E27FC236}">
                <a16:creationId xmlns:a16="http://schemas.microsoft.com/office/drawing/2014/main" id="{A4953112-F2F0-ED45-A775-BB5F3CD90A1A}"/>
              </a:ext>
            </a:extLst>
          </p:cNvPr>
          <p:cNvSpPr/>
          <p:nvPr/>
        </p:nvSpPr>
        <p:spPr>
          <a:xfrm>
            <a:off x="9969658" y="3116489"/>
            <a:ext cx="116205" cy="196215"/>
          </a:xfrm>
          <a:prstGeom prst="rect">
            <a:avLst/>
          </a:prstGeom>
          <a:solidFill>
            <a:schemeClr val="bg1"/>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rgbClr val="FF0000"/>
              </a:solidFill>
            </a:endParaRPr>
          </a:p>
        </p:txBody>
      </p:sp>
      <p:sp>
        <p:nvSpPr>
          <p:cNvPr id="460" name="矩形 459">
            <a:extLst>
              <a:ext uri="{FF2B5EF4-FFF2-40B4-BE49-F238E27FC236}">
                <a16:creationId xmlns:a16="http://schemas.microsoft.com/office/drawing/2014/main" id="{D7EABACE-BC26-5240-A0C9-2E0D6B028FA0}"/>
              </a:ext>
            </a:extLst>
          </p:cNvPr>
          <p:cNvSpPr/>
          <p:nvPr/>
        </p:nvSpPr>
        <p:spPr>
          <a:xfrm>
            <a:off x="9969658" y="3439704"/>
            <a:ext cx="116205" cy="196215"/>
          </a:xfrm>
          <a:prstGeom prst="rect">
            <a:avLst/>
          </a:prstGeom>
          <a:solidFill>
            <a:schemeClr val="bg1"/>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rgbClr val="FF0000"/>
              </a:solidFill>
            </a:endParaRPr>
          </a:p>
        </p:txBody>
      </p:sp>
      <p:sp>
        <p:nvSpPr>
          <p:cNvPr id="461" name="矩形 460">
            <a:extLst>
              <a:ext uri="{FF2B5EF4-FFF2-40B4-BE49-F238E27FC236}">
                <a16:creationId xmlns:a16="http://schemas.microsoft.com/office/drawing/2014/main" id="{481D1E55-A391-DD46-87F6-348B68253D05}"/>
              </a:ext>
            </a:extLst>
          </p:cNvPr>
          <p:cNvSpPr/>
          <p:nvPr/>
        </p:nvSpPr>
        <p:spPr>
          <a:xfrm>
            <a:off x="9969658" y="3743234"/>
            <a:ext cx="116205" cy="196215"/>
          </a:xfrm>
          <a:prstGeom prst="rect">
            <a:avLst/>
          </a:prstGeom>
          <a:solidFill>
            <a:schemeClr val="bg1"/>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rgbClr val="FF0000"/>
              </a:solidFill>
            </a:endParaRPr>
          </a:p>
        </p:txBody>
      </p:sp>
      <p:cxnSp>
        <p:nvCxnSpPr>
          <p:cNvPr id="462" name="直接连接符 321">
            <a:extLst>
              <a:ext uri="{FF2B5EF4-FFF2-40B4-BE49-F238E27FC236}">
                <a16:creationId xmlns:a16="http://schemas.microsoft.com/office/drawing/2014/main" id="{4160B862-4AE0-8B47-AC22-1D65C634D208}"/>
              </a:ext>
            </a:extLst>
          </p:cNvPr>
          <p:cNvCxnSpPr>
            <a:stCxn id="459" idx="3"/>
          </p:cNvCxnSpPr>
          <p:nvPr/>
        </p:nvCxnSpPr>
        <p:spPr>
          <a:xfrm>
            <a:off x="10085863" y="3214914"/>
            <a:ext cx="119380" cy="1905"/>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463" name="直接连接符 322">
            <a:extLst>
              <a:ext uri="{FF2B5EF4-FFF2-40B4-BE49-F238E27FC236}">
                <a16:creationId xmlns:a16="http://schemas.microsoft.com/office/drawing/2014/main" id="{B57231AC-B88D-0D4F-A995-2C02E12BFCCA}"/>
              </a:ext>
            </a:extLst>
          </p:cNvPr>
          <p:cNvCxnSpPr/>
          <p:nvPr/>
        </p:nvCxnSpPr>
        <p:spPr>
          <a:xfrm flipV="1">
            <a:off x="10091578" y="3547019"/>
            <a:ext cx="113665" cy="1905"/>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464" name="直接连接符 323">
            <a:extLst>
              <a:ext uri="{FF2B5EF4-FFF2-40B4-BE49-F238E27FC236}">
                <a16:creationId xmlns:a16="http://schemas.microsoft.com/office/drawing/2014/main" id="{872BF078-2AD8-CF4E-8CEE-00D2F16608AF}"/>
              </a:ext>
            </a:extLst>
          </p:cNvPr>
          <p:cNvCxnSpPr/>
          <p:nvPr/>
        </p:nvCxnSpPr>
        <p:spPr>
          <a:xfrm flipV="1">
            <a:off x="10091578" y="3849914"/>
            <a:ext cx="115570" cy="254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465" name="直接连接符 324">
            <a:extLst>
              <a:ext uri="{FF2B5EF4-FFF2-40B4-BE49-F238E27FC236}">
                <a16:creationId xmlns:a16="http://schemas.microsoft.com/office/drawing/2014/main" id="{6B9D06DC-44D7-5F41-B6B2-F65816756C8C}"/>
              </a:ext>
            </a:extLst>
          </p:cNvPr>
          <p:cNvCxnSpPr>
            <a:cxnSpLocks/>
          </p:cNvCxnSpPr>
          <p:nvPr/>
        </p:nvCxnSpPr>
        <p:spPr>
          <a:xfrm>
            <a:off x="10834035" y="3223427"/>
            <a:ext cx="180000" cy="127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466" name="直接箭头连接符 328">
            <a:extLst>
              <a:ext uri="{FF2B5EF4-FFF2-40B4-BE49-F238E27FC236}">
                <a16:creationId xmlns:a16="http://schemas.microsoft.com/office/drawing/2014/main" id="{4F58C059-A194-8345-8633-820C93E4D45B}"/>
              </a:ext>
            </a:extLst>
          </p:cNvPr>
          <p:cNvCxnSpPr>
            <a:cxnSpLocks/>
          </p:cNvCxnSpPr>
          <p:nvPr/>
        </p:nvCxnSpPr>
        <p:spPr>
          <a:xfrm flipH="1">
            <a:off x="9438223" y="3237995"/>
            <a:ext cx="540000" cy="6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7" name="直接连接符 329">
            <a:extLst>
              <a:ext uri="{FF2B5EF4-FFF2-40B4-BE49-F238E27FC236}">
                <a16:creationId xmlns:a16="http://schemas.microsoft.com/office/drawing/2014/main" id="{6DEC405A-8BBF-A14C-9398-A0851B66DB91}"/>
              </a:ext>
            </a:extLst>
          </p:cNvPr>
          <p:cNvCxnSpPr/>
          <p:nvPr>
            <p:custDataLst>
              <p:tags r:id="rId49"/>
            </p:custDataLst>
          </p:nvPr>
        </p:nvCxnSpPr>
        <p:spPr>
          <a:xfrm flipH="1" flipV="1">
            <a:off x="9708973" y="3547824"/>
            <a:ext cx="260985" cy="127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8" name="直接连接符 330">
            <a:extLst>
              <a:ext uri="{FF2B5EF4-FFF2-40B4-BE49-F238E27FC236}">
                <a16:creationId xmlns:a16="http://schemas.microsoft.com/office/drawing/2014/main" id="{82ADF1A1-9B78-E143-97C6-B12C431BF42C}"/>
              </a:ext>
            </a:extLst>
          </p:cNvPr>
          <p:cNvCxnSpPr/>
          <p:nvPr>
            <p:custDataLst>
              <p:tags r:id="rId50"/>
            </p:custDataLst>
          </p:nvPr>
        </p:nvCxnSpPr>
        <p:spPr>
          <a:xfrm flipH="1" flipV="1">
            <a:off x="9557843" y="3838654"/>
            <a:ext cx="412115" cy="317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9" name="直接连接符 331">
            <a:extLst>
              <a:ext uri="{FF2B5EF4-FFF2-40B4-BE49-F238E27FC236}">
                <a16:creationId xmlns:a16="http://schemas.microsoft.com/office/drawing/2014/main" id="{BDDB087E-9314-3145-AB1E-0D984B4DDC34}"/>
              </a:ext>
            </a:extLst>
          </p:cNvPr>
          <p:cNvCxnSpPr/>
          <p:nvPr>
            <p:custDataLst>
              <p:tags r:id="rId51"/>
            </p:custDataLst>
          </p:nvPr>
        </p:nvCxnSpPr>
        <p:spPr>
          <a:xfrm flipV="1">
            <a:off x="9569908" y="3226514"/>
            <a:ext cx="635" cy="61658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0" name="直接连接符 332">
            <a:extLst>
              <a:ext uri="{FF2B5EF4-FFF2-40B4-BE49-F238E27FC236}">
                <a16:creationId xmlns:a16="http://schemas.microsoft.com/office/drawing/2014/main" id="{DD28DB8B-E6A9-8746-A9C6-C77132B1AD65}"/>
              </a:ext>
            </a:extLst>
          </p:cNvPr>
          <p:cNvCxnSpPr/>
          <p:nvPr>
            <p:custDataLst>
              <p:tags r:id="rId52"/>
            </p:custDataLst>
          </p:nvPr>
        </p:nvCxnSpPr>
        <p:spPr>
          <a:xfrm flipV="1">
            <a:off x="9722308" y="3227149"/>
            <a:ext cx="635" cy="32702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1" name="直接箭头连接符 335">
            <a:extLst>
              <a:ext uri="{FF2B5EF4-FFF2-40B4-BE49-F238E27FC236}">
                <a16:creationId xmlns:a16="http://schemas.microsoft.com/office/drawing/2014/main" id="{AD368559-00FB-6046-9271-8A8A87F900D5}"/>
              </a:ext>
            </a:extLst>
          </p:cNvPr>
          <p:cNvCxnSpPr/>
          <p:nvPr/>
        </p:nvCxnSpPr>
        <p:spPr>
          <a:xfrm flipH="1">
            <a:off x="9419808" y="4387345"/>
            <a:ext cx="490855" cy="127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2" name="矩形 471">
            <a:extLst>
              <a:ext uri="{FF2B5EF4-FFF2-40B4-BE49-F238E27FC236}">
                <a16:creationId xmlns:a16="http://schemas.microsoft.com/office/drawing/2014/main" id="{8355E9E5-8EB6-6744-89AF-E179EE6160D3}"/>
              </a:ext>
            </a:extLst>
          </p:cNvPr>
          <p:cNvSpPr/>
          <p:nvPr/>
        </p:nvSpPr>
        <p:spPr>
          <a:xfrm>
            <a:off x="10022363" y="4891949"/>
            <a:ext cx="1014730" cy="500380"/>
          </a:xfrm>
          <a:prstGeom prst="rect">
            <a:avLst/>
          </a:prstGeom>
          <a:solidFill>
            <a:srgbClr val="E5F3FF"/>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3" name="文本框 472">
            <a:extLst>
              <a:ext uri="{FF2B5EF4-FFF2-40B4-BE49-F238E27FC236}">
                <a16:creationId xmlns:a16="http://schemas.microsoft.com/office/drawing/2014/main" id="{30747E20-4830-2747-BF10-4A5C2501B2C7}"/>
              </a:ext>
            </a:extLst>
          </p:cNvPr>
          <p:cNvSpPr txBox="1"/>
          <p:nvPr/>
        </p:nvSpPr>
        <p:spPr>
          <a:xfrm>
            <a:off x="10183818" y="4978944"/>
            <a:ext cx="679038" cy="338554"/>
          </a:xfrm>
          <a:prstGeom prst="rect">
            <a:avLst/>
          </a:prstGeom>
          <a:noFill/>
        </p:spPr>
        <p:txBody>
          <a:bodyPr wrap="square" rtlCol="0">
            <a:spAutoFit/>
          </a:bodyPr>
          <a:lstStyle/>
          <a:p>
            <a:r>
              <a:rPr lang="en-US" altLang="zh-CN" sz="1600" dirty="0" err="1">
                <a:latin typeface="Consolas" panose="020B0609020204030204" pitchFamily="49" charset="0"/>
              </a:rPr>
              <a:t>succ</a:t>
            </a:r>
            <a:endParaRPr lang="en-US" altLang="zh-CN" sz="1600" dirty="0">
              <a:latin typeface="Consolas" panose="020B0609020204030204" pitchFamily="49" charset="0"/>
            </a:endParaRPr>
          </a:p>
        </p:txBody>
      </p:sp>
      <p:cxnSp>
        <p:nvCxnSpPr>
          <p:cNvPr id="474" name="直接箭头连接符 338">
            <a:extLst>
              <a:ext uri="{FF2B5EF4-FFF2-40B4-BE49-F238E27FC236}">
                <a16:creationId xmlns:a16="http://schemas.microsoft.com/office/drawing/2014/main" id="{52547AC6-CB0F-F24F-95A1-D14402B3BE27}"/>
              </a:ext>
            </a:extLst>
          </p:cNvPr>
          <p:cNvCxnSpPr/>
          <p:nvPr/>
        </p:nvCxnSpPr>
        <p:spPr>
          <a:xfrm flipH="1" flipV="1">
            <a:off x="9438223" y="5233800"/>
            <a:ext cx="476250" cy="698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5" name="矩形 474">
            <a:extLst>
              <a:ext uri="{FF2B5EF4-FFF2-40B4-BE49-F238E27FC236}">
                <a16:creationId xmlns:a16="http://schemas.microsoft.com/office/drawing/2014/main" id="{73F22F68-5123-E641-82F0-D65A9B672760}"/>
              </a:ext>
            </a:extLst>
          </p:cNvPr>
          <p:cNvSpPr/>
          <p:nvPr/>
        </p:nvSpPr>
        <p:spPr>
          <a:xfrm>
            <a:off x="4664233" y="4899569"/>
            <a:ext cx="3432175" cy="138430"/>
          </a:xfrm>
          <a:prstGeom prst="rect">
            <a:avLst/>
          </a:prstGeom>
          <a:solidFill>
            <a:srgbClr val="FF0000">
              <a:alpha val="58000"/>
            </a:srgbClr>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76" name="矩形 475">
            <a:extLst>
              <a:ext uri="{FF2B5EF4-FFF2-40B4-BE49-F238E27FC236}">
                <a16:creationId xmlns:a16="http://schemas.microsoft.com/office/drawing/2014/main" id="{216F5E86-FACD-4348-B388-DF8BDA8D6B6E}"/>
              </a:ext>
            </a:extLst>
          </p:cNvPr>
          <p:cNvSpPr/>
          <p:nvPr/>
        </p:nvSpPr>
        <p:spPr>
          <a:xfrm>
            <a:off x="4664233" y="2158274"/>
            <a:ext cx="3432175" cy="138430"/>
          </a:xfrm>
          <a:prstGeom prst="rect">
            <a:avLst/>
          </a:prstGeom>
          <a:solidFill>
            <a:srgbClr val="FF0000">
              <a:alpha val="58000"/>
            </a:srgbClr>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77" name="矩形 476">
            <a:extLst>
              <a:ext uri="{FF2B5EF4-FFF2-40B4-BE49-F238E27FC236}">
                <a16:creationId xmlns:a16="http://schemas.microsoft.com/office/drawing/2014/main" id="{EE2B9109-1354-4B43-8516-780E7C4CF1C2}"/>
              </a:ext>
            </a:extLst>
          </p:cNvPr>
          <p:cNvSpPr/>
          <p:nvPr/>
        </p:nvSpPr>
        <p:spPr>
          <a:xfrm>
            <a:off x="4672488" y="5982879"/>
            <a:ext cx="3432175" cy="138430"/>
          </a:xfrm>
          <a:prstGeom prst="rect">
            <a:avLst/>
          </a:prstGeom>
          <a:solidFill>
            <a:srgbClr val="FF0000">
              <a:alpha val="58000"/>
            </a:srgbClr>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78" name="矩形 477">
            <a:extLst>
              <a:ext uri="{FF2B5EF4-FFF2-40B4-BE49-F238E27FC236}">
                <a16:creationId xmlns:a16="http://schemas.microsoft.com/office/drawing/2014/main" id="{B547F0BE-7D8C-8541-80AF-3B16D3345433}"/>
              </a:ext>
            </a:extLst>
          </p:cNvPr>
          <p:cNvSpPr/>
          <p:nvPr>
            <p:custDataLst>
              <p:tags r:id="rId53"/>
            </p:custDataLst>
          </p:nvPr>
        </p:nvSpPr>
        <p:spPr>
          <a:xfrm>
            <a:off x="2659538" y="3792129"/>
            <a:ext cx="1763395" cy="860425"/>
          </a:xfrm>
          <a:prstGeom prst="rect">
            <a:avLst/>
          </a:prstGeom>
          <a:solidFill>
            <a:srgbClr val="FF0000">
              <a:alpha val="1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9" name="文本框 478">
            <a:extLst>
              <a:ext uri="{FF2B5EF4-FFF2-40B4-BE49-F238E27FC236}">
                <a16:creationId xmlns:a16="http://schemas.microsoft.com/office/drawing/2014/main" id="{C97FF39E-14E4-5946-90EE-166BD8CB0374}"/>
              </a:ext>
            </a:extLst>
          </p:cNvPr>
          <p:cNvSpPr txBox="1"/>
          <p:nvPr>
            <p:custDataLst>
              <p:tags r:id="rId54"/>
            </p:custDataLst>
          </p:nvPr>
        </p:nvSpPr>
        <p:spPr>
          <a:xfrm>
            <a:off x="2603023" y="3862614"/>
            <a:ext cx="1985645" cy="485140"/>
          </a:xfrm>
          <a:prstGeom prst="rect">
            <a:avLst/>
          </a:prstGeom>
          <a:noFill/>
        </p:spPr>
        <p:txBody>
          <a:bodyPr wrap="square" rtlCol="0">
            <a:spAutoFit/>
          </a:bodyPr>
          <a:lstStyle/>
          <a:p>
            <a:pPr>
              <a:lnSpc>
                <a:spcPct val="80000"/>
              </a:lnSpc>
            </a:pPr>
            <a:r>
              <a:rPr lang="en-US" altLang="zh-CN" sz="1600" dirty="0">
                <a:solidFill>
                  <a:srgbClr val="C00000"/>
                </a:solidFill>
                <a:latin typeface="Consolas" panose="020B0609020204030204" pitchFamily="49" charset="0"/>
              </a:rPr>
              <a:t>data forwarding</a:t>
            </a:r>
          </a:p>
          <a:p>
            <a:pPr>
              <a:lnSpc>
                <a:spcPct val="80000"/>
              </a:lnSpc>
            </a:pPr>
            <a:r>
              <a:rPr lang="en-US" altLang="zh-CN" sz="1600" dirty="0">
                <a:solidFill>
                  <a:srgbClr val="C00000"/>
                </a:solidFill>
                <a:latin typeface="Consolas" panose="020B0609020204030204" pitchFamily="49" charset="0"/>
              </a:rPr>
              <a:t>unit </a:t>
            </a:r>
            <a:endParaRPr lang="zh-CN" altLang="en-US" sz="1600" dirty="0">
              <a:solidFill>
                <a:srgbClr val="C00000"/>
              </a:solidFill>
              <a:latin typeface="Consolas" panose="020B0609020204030204" pitchFamily="49" charset="0"/>
            </a:endParaRPr>
          </a:p>
        </p:txBody>
      </p:sp>
      <p:pic>
        <p:nvPicPr>
          <p:cNvPr id="480" name="图片 345" descr="电路规则">
            <a:extLst>
              <a:ext uri="{FF2B5EF4-FFF2-40B4-BE49-F238E27FC236}">
                <a16:creationId xmlns:a16="http://schemas.microsoft.com/office/drawing/2014/main" id="{3818CFD5-9E52-2446-85DA-0F98F4453D6A}"/>
              </a:ext>
            </a:extLst>
          </p:cNvPr>
          <p:cNvPicPr>
            <a:picLocks noChangeAspect="1"/>
          </p:cNvPicPr>
          <p:nvPr/>
        </p:nvPicPr>
        <p:blipFill>
          <a:blip r:embed="rId128">
            <a:extLst>
              <a:ext uri="{96DAC541-7B7A-43D3-8B79-37D633B846F1}">
                <asvg:svgBlip xmlns:asvg="http://schemas.microsoft.com/office/drawing/2016/SVG/main" r:embed="rId129"/>
              </a:ext>
            </a:extLst>
          </a:blip>
          <a:stretch>
            <a:fillRect/>
          </a:stretch>
        </p:blipFill>
        <p:spPr>
          <a:xfrm>
            <a:off x="3466623" y="4103279"/>
            <a:ext cx="580390" cy="580390"/>
          </a:xfrm>
          <a:prstGeom prst="rect">
            <a:avLst/>
          </a:prstGeom>
        </p:spPr>
      </p:pic>
      <p:cxnSp>
        <p:nvCxnSpPr>
          <p:cNvPr id="481" name="直接连接符 346">
            <a:extLst>
              <a:ext uri="{FF2B5EF4-FFF2-40B4-BE49-F238E27FC236}">
                <a16:creationId xmlns:a16="http://schemas.microsoft.com/office/drawing/2014/main" id="{A1E3A0A8-C4D9-5F44-8BBF-51D5447121AB}"/>
              </a:ext>
            </a:extLst>
          </p:cNvPr>
          <p:cNvCxnSpPr/>
          <p:nvPr>
            <p:custDataLst>
              <p:tags r:id="rId55"/>
            </p:custDataLst>
          </p:nvPr>
        </p:nvCxnSpPr>
        <p:spPr>
          <a:xfrm flipV="1">
            <a:off x="3553077" y="4770093"/>
            <a:ext cx="2198370" cy="25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2" name="直接箭头连接符 347">
            <a:extLst>
              <a:ext uri="{FF2B5EF4-FFF2-40B4-BE49-F238E27FC236}">
                <a16:creationId xmlns:a16="http://schemas.microsoft.com/office/drawing/2014/main" id="{A11AD99C-F290-F446-B5B2-31FE28F5472B}"/>
              </a:ext>
            </a:extLst>
          </p:cNvPr>
          <p:cNvCxnSpPr/>
          <p:nvPr>
            <p:custDataLst>
              <p:tags r:id="rId56"/>
            </p:custDataLst>
          </p:nvPr>
        </p:nvCxnSpPr>
        <p:spPr>
          <a:xfrm flipV="1">
            <a:off x="3564095" y="4634989"/>
            <a:ext cx="3175" cy="13779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3" name="直接连接符 348">
            <a:extLst>
              <a:ext uri="{FF2B5EF4-FFF2-40B4-BE49-F238E27FC236}">
                <a16:creationId xmlns:a16="http://schemas.microsoft.com/office/drawing/2014/main" id="{BE6EF5BF-D455-0C46-8F6C-BFC1F911C548}"/>
              </a:ext>
            </a:extLst>
          </p:cNvPr>
          <p:cNvCxnSpPr/>
          <p:nvPr>
            <p:custDataLst>
              <p:tags r:id="rId57"/>
            </p:custDataLst>
          </p:nvPr>
        </p:nvCxnSpPr>
        <p:spPr>
          <a:xfrm>
            <a:off x="3534604" y="2370902"/>
            <a:ext cx="9525" cy="14097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4" name="直接箭头连接符 351">
            <a:extLst>
              <a:ext uri="{FF2B5EF4-FFF2-40B4-BE49-F238E27FC236}">
                <a16:creationId xmlns:a16="http://schemas.microsoft.com/office/drawing/2014/main" id="{3E850749-2398-9F43-AEB0-EDCC8E0A274E}"/>
              </a:ext>
            </a:extLst>
          </p:cNvPr>
          <p:cNvCxnSpPr/>
          <p:nvPr>
            <p:custDataLst>
              <p:tags r:id="rId58"/>
            </p:custDataLst>
          </p:nvPr>
        </p:nvCxnSpPr>
        <p:spPr>
          <a:xfrm>
            <a:off x="3522820" y="2362324"/>
            <a:ext cx="2183765" cy="825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直接箭头连接符 352">
            <a:extLst>
              <a:ext uri="{FF2B5EF4-FFF2-40B4-BE49-F238E27FC236}">
                <a16:creationId xmlns:a16="http://schemas.microsoft.com/office/drawing/2014/main" id="{8804F909-F6E3-0646-B546-A3DBFA77A296}"/>
              </a:ext>
            </a:extLst>
          </p:cNvPr>
          <p:cNvCxnSpPr/>
          <p:nvPr>
            <p:custDataLst>
              <p:tags r:id="rId59"/>
            </p:custDataLst>
          </p:nvPr>
        </p:nvCxnSpPr>
        <p:spPr>
          <a:xfrm>
            <a:off x="3552763" y="3692649"/>
            <a:ext cx="2164080" cy="1587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6" name="矩形 485">
            <a:extLst>
              <a:ext uri="{FF2B5EF4-FFF2-40B4-BE49-F238E27FC236}">
                <a16:creationId xmlns:a16="http://schemas.microsoft.com/office/drawing/2014/main" id="{C52BB7F4-F380-F74E-B1BF-03D0CB8D3F7C}"/>
              </a:ext>
            </a:extLst>
          </p:cNvPr>
          <p:cNvSpPr/>
          <p:nvPr/>
        </p:nvSpPr>
        <p:spPr>
          <a:xfrm>
            <a:off x="10987563" y="3116489"/>
            <a:ext cx="116205" cy="196215"/>
          </a:xfrm>
          <a:prstGeom prst="rect">
            <a:avLst/>
          </a:prstGeom>
          <a:solidFill>
            <a:schemeClr val="bg1"/>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487" name="直接连接符 319">
            <a:extLst>
              <a:ext uri="{FF2B5EF4-FFF2-40B4-BE49-F238E27FC236}">
                <a16:creationId xmlns:a16="http://schemas.microsoft.com/office/drawing/2014/main" id="{13A8B001-4521-644D-B90F-C4BFF5A1F61F}"/>
              </a:ext>
            </a:extLst>
          </p:cNvPr>
          <p:cNvCxnSpPr>
            <a:cxnSpLocks/>
          </p:cNvCxnSpPr>
          <p:nvPr/>
        </p:nvCxnSpPr>
        <p:spPr>
          <a:xfrm>
            <a:off x="10927508" y="3223427"/>
            <a:ext cx="0" cy="646807"/>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488" name="直接连接符 322">
            <a:extLst>
              <a:ext uri="{FF2B5EF4-FFF2-40B4-BE49-F238E27FC236}">
                <a16:creationId xmlns:a16="http://schemas.microsoft.com/office/drawing/2014/main" id="{A41BDF5B-0C31-8743-82DB-25A95FB19B5E}"/>
              </a:ext>
            </a:extLst>
          </p:cNvPr>
          <p:cNvCxnSpPr/>
          <p:nvPr/>
        </p:nvCxnSpPr>
        <p:spPr>
          <a:xfrm flipV="1">
            <a:off x="10815503" y="3540596"/>
            <a:ext cx="113665" cy="1905"/>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489" name="直接连接符 322">
            <a:extLst>
              <a:ext uri="{FF2B5EF4-FFF2-40B4-BE49-F238E27FC236}">
                <a16:creationId xmlns:a16="http://schemas.microsoft.com/office/drawing/2014/main" id="{72E44310-D2D9-024C-B96F-E65F7E1B9086}"/>
              </a:ext>
            </a:extLst>
          </p:cNvPr>
          <p:cNvCxnSpPr/>
          <p:nvPr/>
        </p:nvCxnSpPr>
        <p:spPr>
          <a:xfrm flipV="1">
            <a:off x="10821892" y="3864343"/>
            <a:ext cx="113665" cy="1905"/>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490" name="直接连接符 280">
            <a:extLst>
              <a:ext uri="{FF2B5EF4-FFF2-40B4-BE49-F238E27FC236}">
                <a16:creationId xmlns:a16="http://schemas.microsoft.com/office/drawing/2014/main" id="{5C2008F5-96C6-CE47-A975-8F8649657CEF}"/>
              </a:ext>
            </a:extLst>
          </p:cNvPr>
          <p:cNvCxnSpPr/>
          <p:nvPr/>
        </p:nvCxnSpPr>
        <p:spPr>
          <a:xfrm>
            <a:off x="11488497" y="1714085"/>
            <a:ext cx="10795" cy="465645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91" name="矩形 490">
            <a:extLst>
              <a:ext uri="{FF2B5EF4-FFF2-40B4-BE49-F238E27FC236}">
                <a16:creationId xmlns:a16="http://schemas.microsoft.com/office/drawing/2014/main" id="{2890A8DF-8638-774C-8FC3-A686DEEAE16F}"/>
              </a:ext>
            </a:extLst>
          </p:cNvPr>
          <p:cNvSpPr/>
          <p:nvPr/>
        </p:nvSpPr>
        <p:spPr>
          <a:xfrm>
            <a:off x="10155873" y="3080929"/>
            <a:ext cx="686435" cy="919480"/>
          </a:xfrm>
          <a:prstGeom prst="rect">
            <a:avLst/>
          </a:prstGeom>
          <a:solidFill>
            <a:schemeClr val="bg1"/>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492" name="直接连接符 70">
            <a:extLst>
              <a:ext uri="{FF2B5EF4-FFF2-40B4-BE49-F238E27FC236}">
                <a16:creationId xmlns:a16="http://schemas.microsoft.com/office/drawing/2014/main" id="{6ED00122-159C-F741-8C75-A52A24B737A1}"/>
              </a:ext>
            </a:extLst>
          </p:cNvPr>
          <p:cNvCxnSpPr/>
          <p:nvPr/>
        </p:nvCxnSpPr>
        <p:spPr>
          <a:xfrm flipV="1">
            <a:off x="10163269" y="3366824"/>
            <a:ext cx="668020" cy="3175"/>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493" name="直接连接符 319">
            <a:extLst>
              <a:ext uri="{FF2B5EF4-FFF2-40B4-BE49-F238E27FC236}">
                <a16:creationId xmlns:a16="http://schemas.microsoft.com/office/drawing/2014/main" id="{46AAA911-6963-DB46-A0B1-82D03746142C}"/>
              </a:ext>
            </a:extLst>
          </p:cNvPr>
          <p:cNvCxnSpPr/>
          <p:nvPr/>
        </p:nvCxnSpPr>
        <p:spPr>
          <a:xfrm>
            <a:off x="10159459" y="3720084"/>
            <a:ext cx="671830" cy="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sp>
        <p:nvSpPr>
          <p:cNvPr id="494" name="文本框 493">
            <a:extLst>
              <a:ext uri="{FF2B5EF4-FFF2-40B4-BE49-F238E27FC236}">
                <a16:creationId xmlns:a16="http://schemas.microsoft.com/office/drawing/2014/main" id="{CD443441-6135-0F46-A3CA-993765415D15}"/>
              </a:ext>
            </a:extLst>
          </p:cNvPr>
          <p:cNvSpPr txBox="1"/>
          <p:nvPr/>
        </p:nvSpPr>
        <p:spPr>
          <a:xfrm>
            <a:off x="10168239" y="3075215"/>
            <a:ext cx="689310" cy="249700"/>
          </a:xfrm>
          <a:prstGeom prst="rect">
            <a:avLst/>
          </a:prstGeom>
          <a:noFill/>
        </p:spPr>
        <p:txBody>
          <a:bodyPr wrap="square" rtlCol="0" anchor="ctr">
            <a:noAutofit/>
          </a:bodyPr>
          <a:lstStyle/>
          <a:p>
            <a:r>
              <a:rPr lang="en-US" altLang="zh-CN" sz="1400" dirty="0" err="1">
                <a:solidFill>
                  <a:srgbClr val="C00000"/>
                </a:solidFill>
                <a:latin typeface="Consolas" panose="020B0609020204030204" pitchFamily="49" charset="0"/>
              </a:rPr>
              <a:t>fact0</a:t>
            </a:r>
          </a:p>
        </p:txBody>
      </p:sp>
      <p:sp>
        <p:nvSpPr>
          <p:cNvPr id="495" name="文本框 494">
            <a:extLst>
              <a:ext uri="{FF2B5EF4-FFF2-40B4-BE49-F238E27FC236}">
                <a16:creationId xmlns:a16="http://schemas.microsoft.com/office/drawing/2014/main" id="{D9576DE1-7A0C-0144-9172-EF6DBD826642}"/>
              </a:ext>
            </a:extLst>
          </p:cNvPr>
          <p:cNvSpPr txBox="1"/>
          <p:nvPr/>
        </p:nvSpPr>
        <p:spPr>
          <a:xfrm>
            <a:off x="10168239" y="3397795"/>
            <a:ext cx="689310" cy="263526"/>
          </a:xfrm>
          <a:prstGeom prst="rect">
            <a:avLst/>
          </a:prstGeom>
          <a:noFill/>
        </p:spPr>
        <p:txBody>
          <a:bodyPr wrap="square" rtlCol="0" anchor="ctr">
            <a:noAutofit/>
          </a:bodyPr>
          <a:lstStyle/>
          <a:p>
            <a:r>
              <a:rPr lang="en-US" altLang="zh-CN" sz="1400" dirty="0" err="1">
                <a:solidFill>
                  <a:srgbClr val="C00000"/>
                </a:solidFill>
                <a:latin typeface="Consolas" panose="020B0609020204030204" pitchFamily="49" charset="0"/>
              </a:rPr>
              <a:t>fact1</a:t>
            </a:r>
          </a:p>
        </p:txBody>
      </p:sp>
      <p:sp>
        <p:nvSpPr>
          <p:cNvPr id="496" name="文本框 495">
            <a:extLst>
              <a:ext uri="{FF2B5EF4-FFF2-40B4-BE49-F238E27FC236}">
                <a16:creationId xmlns:a16="http://schemas.microsoft.com/office/drawing/2014/main" id="{CFF05C9B-33BA-5945-B048-53EE880073B7}"/>
              </a:ext>
            </a:extLst>
          </p:cNvPr>
          <p:cNvSpPr txBox="1"/>
          <p:nvPr/>
        </p:nvSpPr>
        <p:spPr>
          <a:xfrm>
            <a:off x="10168239" y="3731805"/>
            <a:ext cx="686436" cy="259716"/>
          </a:xfrm>
          <a:prstGeom prst="rect">
            <a:avLst/>
          </a:prstGeom>
          <a:noFill/>
        </p:spPr>
        <p:txBody>
          <a:bodyPr wrap="square" rtlCol="0" anchor="ctr">
            <a:noAutofit/>
          </a:bodyPr>
          <a:lstStyle/>
          <a:p>
            <a:r>
              <a:rPr lang="en-US" altLang="zh-CN" sz="1400" dirty="0" err="1">
                <a:solidFill>
                  <a:srgbClr val="C00000"/>
                </a:solidFill>
                <a:latin typeface="Consolas" panose="020B0609020204030204" pitchFamily="49" charset="0"/>
              </a:rPr>
              <a:t>fact2</a:t>
            </a:r>
          </a:p>
        </p:txBody>
      </p:sp>
      <p:cxnSp>
        <p:nvCxnSpPr>
          <p:cNvPr id="497" name="直接箭头连接符 51">
            <a:extLst>
              <a:ext uri="{FF2B5EF4-FFF2-40B4-BE49-F238E27FC236}">
                <a16:creationId xmlns:a16="http://schemas.microsoft.com/office/drawing/2014/main" id="{CBA8D941-33F1-124F-A160-1E1CED2C5976}"/>
              </a:ext>
            </a:extLst>
          </p:cNvPr>
          <p:cNvCxnSpPr>
            <a:cxnSpLocks/>
          </p:cNvCxnSpPr>
          <p:nvPr>
            <p:custDataLst>
              <p:tags r:id="rId60"/>
            </p:custDataLst>
          </p:nvPr>
        </p:nvCxnSpPr>
        <p:spPr>
          <a:xfrm flipH="1">
            <a:off x="5743415" y="4574529"/>
            <a:ext cx="6350" cy="32504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8" name="文本框 497">
            <a:extLst>
              <a:ext uri="{FF2B5EF4-FFF2-40B4-BE49-F238E27FC236}">
                <a16:creationId xmlns:a16="http://schemas.microsoft.com/office/drawing/2014/main" id="{66C7F562-484C-E146-A9AE-3652E2C3BF19}"/>
              </a:ext>
            </a:extLst>
          </p:cNvPr>
          <p:cNvSpPr txBox="1"/>
          <p:nvPr>
            <p:custDataLst>
              <p:tags r:id="rId61"/>
            </p:custDataLst>
          </p:nvPr>
        </p:nvSpPr>
        <p:spPr>
          <a:xfrm>
            <a:off x="573312" y="1684384"/>
            <a:ext cx="2160000" cy="535531"/>
          </a:xfrm>
          <a:prstGeom prst="rect">
            <a:avLst/>
          </a:prstGeom>
          <a:noFill/>
        </p:spPr>
        <p:txBody>
          <a:bodyPr wrap="square" rtlCol="0">
            <a:spAutoFit/>
          </a:bodyPr>
          <a:lstStyle/>
          <a:p>
            <a:pPr algn="ctr">
              <a:lnSpc>
                <a:spcPct val="80000"/>
              </a:lnSpc>
            </a:pPr>
            <a:r>
              <a:rPr lang="en-US" altLang="zh-CN" dirty="0">
                <a:latin typeface="Arial" panose="020B0604020202020204" pitchFamily="34" charset="0"/>
                <a:ea typeface="LINUX LIBERTINE T" panose="02000503000000000000" pitchFamily="2" charset="0"/>
                <a:cs typeface="Arial" panose="020B0604020202020204" pitchFamily="34" charset="0"/>
              </a:rPr>
              <a:t>Task Retrieval</a:t>
            </a:r>
          </a:p>
          <a:p>
            <a:pPr algn="ctr">
              <a:lnSpc>
                <a:spcPct val="80000"/>
              </a:lnSpc>
            </a:pPr>
            <a:r>
              <a:rPr lang="en-US" altLang="zh-CN" dirty="0">
                <a:latin typeface="Arial" panose="020B0604020202020204" pitchFamily="34" charset="0"/>
                <a:ea typeface="LINUX LIBERTINE T" panose="02000503000000000000" pitchFamily="2" charset="0"/>
                <a:cs typeface="Arial" panose="020B0604020202020204" pitchFamily="34" charset="0"/>
              </a:rPr>
              <a:t>Stage</a:t>
            </a:r>
            <a:endParaRPr lang="zh-CN" altLang="en-US" dirty="0">
              <a:latin typeface="Arial" panose="020B0604020202020204" pitchFamily="34" charset="0"/>
              <a:cs typeface="Arial" panose="020B0604020202020204" pitchFamily="34" charset="0"/>
            </a:endParaRPr>
          </a:p>
        </p:txBody>
      </p:sp>
      <p:cxnSp>
        <p:nvCxnSpPr>
          <p:cNvPr id="499" name="直接连接符 280">
            <a:extLst>
              <a:ext uri="{FF2B5EF4-FFF2-40B4-BE49-F238E27FC236}">
                <a16:creationId xmlns:a16="http://schemas.microsoft.com/office/drawing/2014/main" id="{48C20A03-46A2-6640-BFA1-8E58B6414984}"/>
              </a:ext>
            </a:extLst>
          </p:cNvPr>
          <p:cNvCxnSpPr>
            <a:cxnSpLocks/>
          </p:cNvCxnSpPr>
          <p:nvPr/>
        </p:nvCxnSpPr>
        <p:spPr>
          <a:xfrm flipH="1">
            <a:off x="2127049" y="2227489"/>
            <a:ext cx="2556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0" name="直接连接符 280">
            <a:extLst>
              <a:ext uri="{FF2B5EF4-FFF2-40B4-BE49-F238E27FC236}">
                <a16:creationId xmlns:a16="http://schemas.microsoft.com/office/drawing/2014/main" id="{AEF6D105-FC90-8747-9C85-5686D8D900F9}"/>
              </a:ext>
            </a:extLst>
          </p:cNvPr>
          <p:cNvCxnSpPr>
            <a:cxnSpLocks/>
          </p:cNvCxnSpPr>
          <p:nvPr/>
        </p:nvCxnSpPr>
        <p:spPr>
          <a:xfrm flipH="1">
            <a:off x="2101118" y="3600559"/>
            <a:ext cx="2556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1" name="直接连接符 280">
            <a:extLst>
              <a:ext uri="{FF2B5EF4-FFF2-40B4-BE49-F238E27FC236}">
                <a16:creationId xmlns:a16="http://schemas.microsoft.com/office/drawing/2014/main" id="{D36FA0C9-1152-B54D-921A-BACBFC3A1CE1}"/>
              </a:ext>
            </a:extLst>
          </p:cNvPr>
          <p:cNvCxnSpPr>
            <a:cxnSpLocks/>
          </p:cNvCxnSpPr>
          <p:nvPr/>
        </p:nvCxnSpPr>
        <p:spPr>
          <a:xfrm flipH="1">
            <a:off x="2121121" y="4994551"/>
            <a:ext cx="2556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2" name="直接连接符 280">
            <a:extLst>
              <a:ext uri="{FF2B5EF4-FFF2-40B4-BE49-F238E27FC236}">
                <a16:creationId xmlns:a16="http://schemas.microsoft.com/office/drawing/2014/main" id="{0647146B-ED6D-B94F-82EC-98E5DCB4AD24}"/>
              </a:ext>
            </a:extLst>
          </p:cNvPr>
          <p:cNvCxnSpPr>
            <a:cxnSpLocks/>
          </p:cNvCxnSpPr>
          <p:nvPr/>
        </p:nvCxnSpPr>
        <p:spPr>
          <a:xfrm flipH="1">
            <a:off x="2101118" y="6052094"/>
            <a:ext cx="2556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03" name="文本框 502">
            <a:extLst>
              <a:ext uri="{FF2B5EF4-FFF2-40B4-BE49-F238E27FC236}">
                <a16:creationId xmlns:a16="http://schemas.microsoft.com/office/drawing/2014/main" id="{F1C73648-3294-DA47-B5EB-6949E9F0C91D}"/>
              </a:ext>
            </a:extLst>
          </p:cNvPr>
          <p:cNvSpPr txBox="1"/>
          <p:nvPr>
            <p:custDataLst>
              <p:tags r:id="rId62"/>
            </p:custDataLst>
          </p:nvPr>
        </p:nvSpPr>
        <p:spPr>
          <a:xfrm>
            <a:off x="573312" y="3054002"/>
            <a:ext cx="2160000" cy="535531"/>
          </a:xfrm>
          <a:prstGeom prst="rect">
            <a:avLst/>
          </a:prstGeom>
          <a:noFill/>
        </p:spPr>
        <p:txBody>
          <a:bodyPr wrap="square" rtlCol="0">
            <a:spAutoFit/>
          </a:bodyPr>
          <a:lstStyle/>
          <a:p>
            <a:pPr algn="ctr">
              <a:lnSpc>
                <a:spcPct val="80000"/>
              </a:lnSpc>
            </a:pPr>
            <a:r>
              <a:rPr lang="en-US" altLang="zh-CN" dirty="0">
                <a:latin typeface="Arial" panose="020B0604020202020204" pitchFamily="34" charset="0"/>
                <a:ea typeface="LINUX LIBERTINE T" panose="02000503000000000000" pitchFamily="2" charset="0"/>
                <a:cs typeface="Arial" panose="020B0604020202020204" pitchFamily="34" charset="0"/>
              </a:rPr>
              <a:t>Data Merging</a:t>
            </a:r>
          </a:p>
          <a:p>
            <a:pPr algn="ctr">
              <a:lnSpc>
                <a:spcPct val="80000"/>
              </a:lnSpc>
            </a:pPr>
            <a:r>
              <a:rPr lang="en-US" altLang="zh-CN" dirty="0">
                <a:latin typeface="Arial" panose="020B0604020202020204" pitchFamily="34" charset="0"/>
                <a:ea typeface="LINUX LIBERTINE T" panose="02000503000000000000" pitchFamily="2" charset="0"/>
                <a:cs typeface="Arial" panose="020B0604020202020204" pitchFamily="34" charset="0"/>
              </a:rPr>
              <a:t>Stage</a:t>
            </a:r>
            <a:endParaRPr lang="zh-CN" altLang="en-US" dirty="0">
              <a:latin typeface="Arial" panose="020B0604020202020204" pitchFamily="34" charset="0"/>
              <a:cs typeface="Arial" panose="020B0604020202020204" pitchFamily="34" charset="0"/>
            </a:endParaRPr>
          </a:p>
        </p:txBody>
      </p:sp>
      <p:sp>
        <p:nvSpPr>
          <p:cNvPr id="504" name="文本框 503">
            <a:extLst>
              <a:ext uri="{FF2B5EF4-FFF2-40B4-BE49-F238E27FC236}">
                <a16:creationId xmlns:a16="http://schemas.microsoft.com/office/drawing/2014/main" id="{4015BA69-9033-834B-99E5-3FFFE8500463}"/>
              </a:ext>
            </a:extLst>
          </p:cNvPr>
          <p:cNvSpPr txBox="1"/>
          <p:nvPr>
            <p:custDataLst>
              <p:tags r:id="rId63"/>
            </p:custDataLst>
          </p:nvPr>
        </p:nvSpPr>
        <p:spPr>
          <a:xfrm>
            <a:off x="573312" y="4455068"/>
            <a:ext cx="2160000" cy="535531"/>
          </a:xfrm>
          <a:prstGeom prst="rect">
            <a:avLst/>
          </a:prstGeom>
          <a:noFill/>
        </p:spPr>
        <p:txBody>
          <a:bodyPr wrap="square" rtlCol="0">
            <a:spAutoFit/>
          </a:bodyPr>
          <a:lstStyle/>
          <a:p>
            <a:pPr algn="ctr">
              <a:lnSpc>
                <a:spcPct val="80000"/>
              </a:lnSpc>
            </a:pPr>
            <a:r>
              <a:rPr lang="en-US" altLang="zh-CN" dirty="0">
                <a:latin typeface="Arial" panose="020B0604020202020204" pitchFamily="34" charset="0"/>
                <a:ea typeface="LINUX LIBERTINE T" panose="02000503000000000000" pitchFamily="2" charset="0"/>
                <a:cs typeface="Arial" panose="020B0604020202020204" pitchFamily="34" charset="0"/>
              </a:rPr>
              <a:t>Fact Computation</a:t>
            </a:r>
          </a:p>
          <a:p>
            <a:pPr algn="ctr">
              <a:lnSpc>
                <a:spcPct val="80000"/>
              </a:lnSpc>
            </a:pPr>
            <a:r>
              <a:rPr lang="en-US" altLang="zh-CN" dirty="0">
                <a:latin typeface="Arial" panose="020B0604020202020204" pitchFamily="34" charset="0"/>
                <a:ea typeface="LINUX LIBERTINE T" panose="02000503000000000000" pitchFamily="2" charset="0"/>
                <a:cs typeface="Arial" panose="020B0604020202020204" pitchFamily="34" charset="0"/>
              </a:rPr>
              <a:t>Stage</a:t>
            </a:r>
            <a:endParaRPr lang="zh-CN" altLang="en-US" dirty="0">
              <a:latin typeface="Arial" panose="020B0604020202020204" pitchFamily="34" charset="0"/>
              <a:cs typeface="Arial" panose="020B0604020202020204" pitchFamily="34" charset="0"/>
            </a:endParaRPr>
          </a:p>
        </p:txBody>
      </p:sp>
      <p:sp>
        <p:nvSpPr>
          <p:cNvPr id="505" name="文本框 504">
            <a:extLst>
              <a:ext uri="{FF2B5EF4-FFF2-40B4-BE49-F238E27FC236}">
                <a16:creationId xmlns:a16="http://schemas.microsoft.com/office/drawing/2014/main" id="{5BD6D98C-38D8-5A48-93AF-0D73E37B24EC}"/>
              </a:ext>
            </a:extLst>
          </p:cNvPr>
          <p:cNvSpPr txBox="1"/>
          <p:nvPr>
            <p:custDataLst>
              <p:tags r:id="rId64"/>
            </p:custDataLst>
          </p:nvPr>
        </p:nvSpPr>
        <p:spPr>
          <a:xfrm>
            <a:off x="573312" y="5501062"/>
            <a:ext cx="2160000" cy="535531"/>
          </a:xfrm>
          <a:prstGeom prst="rect">
            <a:avLst/>
          </a:prstGeom>
          <a:noFill/>
        </p:spPr>
        <p:txBody>
          <a:bodyPr wrap="square" rtlCol="0">
            <a:spAutoFit/>
          </a:bodyPr>
          <a:lstStyle/>
          <a:p>
            <a:pPr algn="ctr">
              <a:lnSpc>
                <a:spcPct val="80000"/>
              </a:lnSpc>
            </a:pPr>
            <a:r>
              <a:rPr lang="en-US" altLang="zh-CN" dirty="0">
                <a:latin typeface="Arial" panose="020B0604020202020204" pitchFamily="34" charset="0"/>
                <a:ea typeface="LINUX LIBERTINE T" panose="02000503000000000000" pitchFamily="2" charset="0"/>
                <a:cs typeface="Arial" panose="020B0604020202020204" pitchFamily="34" charset="0"/>
              </a:rPr>
              <a:t>State Update</a:t>
            </a:r>
          </a:p>
          <a:p>
            <a:pPr algn="ctr">
              <a:lnSpc>
                <a:spcPct val="80000"/>
              </a:lnSpc>
            </a:pPr>
            <a:r>
              <a:rPr lang="en-US" altLang="zh-CN" dirty="0">
                <a:latin typeface="Arial" panose="020B0604020202020204" pitchFamily="34" charset="0"/>
                <a:ea typeface="LINUX LIBERTINE T" panose="02000503000000000000" pitchFamily="2" charset="0"/>
                <a:cs typeface="Arial" panose="020B0604020202020204" pitchFamily="34" charset="0"/>
              </a:rPr>
              <a:t>Stage</a:t>
            </a:r>
            <a:endParaRPr lang="zh-CN" altLang="en-US" dirty="0">
              <a:latin typeface="Arial" panose="020B0604020202020204" pitchFamily="34" charset="0"/>
              <a:cs typeface="Arial" panose="020B0604020202020204" pitchFamily="34" charset="0"/>
            </a:endParaRPr>
          </a:p>
        </p:txBody>
      </p:sp>
      <p:sp>
        <p:nvSpPr>
          <p:cNvPr id="506" name="文本框 505">
            <a:extLst>
              <a:ext uri="{FF2B5EF4-FFF2-40B4-BE49-F238E27FC236}">
                <a16:creationId xmlns:a16="http://schemas.microsoft.com/office/drawing/2014/main" id="{23AAD30E-AD72-2446-BEA8-104203F95366}"/>
              </a:ext>
            </a:extLst>
          </p:cNvPr>
          <p:cNvSpPr txBox="1"/>
          <p:nvPr/>
        </p:nvSpPr>
        <p:spPr>
          <a:xfrm>
            <a:off x="10195278" y="1898263"/>
            <a:ext cx="741488" cy="369332"/>
          </a:xfrm>
          <a:prstGeom prst="rect">
            <a:avLst/>
          </a:prstGeom>
          <a:noFill/>
        </p:spPr>
        <p:txBody>
          <a:bodyPr wrap="square" rtlCol="0">
            <a:spAutoFit/>
          </a:bodyPr>
          <a:lstStyle/>
          <a:p>
            <a:r>
              <a:rPr lang="en-US" altLang="zh-CN" dirty="0" err="1">
                <a:latin typeface="Consolas" panose="020B0609020204030204" pitchFamily="49" charset="0"/>
              </a:rPr>
              <a:t>bram</a:t>
            </a:r>
            <a:endParaRPr lang="zh-CN" altLang="en-US" dirty="0">
              <a:latin typeface="Consolas" panose="020B0609020204030204" pitchFamily="49" charset="0"/>
            </a:endParaRPr>
          </a:p>
        </p:txBody>
      </p:sp>
      <p:sp>
        <p:nvSpPr>
          <p:cNvPr id="5" name="矩形 4">
            <a:extLst>
              <a:ext uri="{FF2B5EF4-FFF2-40B4-BE49-F238E27FC236}">
                <a16:creationId xmlns:a16="http://schemas.microsoft.com/office/drawing/2014/main" id="{CF7F993B-D255-4C41-9743-43F913689AA7}"/>
              </a:ext>
            </a:extLst>
          </p:cNvPr>
          <p:cNvSpPr/>
          <p:nvPr/>
        </p:nvSpPr>
        <p:spPr>
          <a:xfrm>
            <a:off x="740591" y="1178693"/>
            <a:ext cx="7376137" cy="2549302"/>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矩形 2">
            <a:extLst>
              <a:ext uri="{FF2B5EF4-FFF2-40B4-BE49-F238E27FC236}">
                <a16:creationId xmlns:a16="http://schemas.microsoft.com/office/drawing/2014/main" id="{ECEF2048-3091-FF45-809D-EEA42954621F}"/>
              </a:ext>
            </a:extLst>
          </p:cNvPr>
          <p:cNvSpPr/>
          <p:nvPr/>
        </p:nvSpPr>
        <p:spPr>
          <a:xfrm>
            <a:off x="1396776" y="2293793"/>
            <a:ext cx="1973590" cy="626255"/>
          </a:xfrm>
          <a:prstGeom prst="rect">
            <a:avLst/>
          </a:prstGeom>
          <a:ln w="38100">
            <a:solidFill>
              <a:schemeClr val="tx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zh-CN" sz="2800" dirty="0">
                <a:solidFill>
                  <a:schemeClr val="accent5">
                    <a:lumMod val="50000"/>
                  </a:schemeClr>
                </a:solidFill>
                <a:latin typeface="Arial" panose="020B0604020202020204" pitchFamily="34" charset="0"/>
                <a:cs typeface="Arial" panose="020B0604020202020204" pitchFamily="34" charset="0"/>
              </a:rPr>
              <a:t>Pipelining</a:t>
            </a:r>
            <a:endParaRPr kumimoji="1" lang="zh-CN" altLang="en-US" sz="2800" dirty="0">
              <a:solidFill>
                <a:schemeClr val="accent5">
                  <a:lumMod val="50000"/>
                </a:schemeClr>
              </a:solidFill>
              <a:latin typeface="Arial" panose="020B0604020202020204" pitchFamily="34" charset="0"/>
              <a:cs typeface="Arial" panose="020B0604020202020204" pitchFamily="34" charset="0"/>
            </a:endParaRPr>
          </a:p>
        </p:txBody>
      </p:sp>
      <p:sp>
        <p:nvSpPr>
          <p:cNvPr id="193" name="矩形 192">
            <a:extLst>
              <a:ext uri="{FF2B5EF4-FFF2-40B4-BE49-F238E27FC236}">
                <a16:creationId xmlns:a16="http://schemas.microsoft.com/office/drawing/2014/main" id="{C9D54F95-882B-6240-B521-A0A22EE41851}"/>
              </a:ext>
            </a:extLst>
          </p:cNvPr>
          <p:cNvSpPr/>
          <p:nvPr/>
        </p:nvSpPr>
        <p:spPr>
          <a:xfrm>
            <a:off x="8108158" y="1262002"/>
            <a:ext cx="3497194" cy="513607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5" name="矩形 194">
            <a:extLst>
              <a:ext uri="{FF2B5EF4-FFF2-40B4-BE49-F238E27FC236}">
                <a16:creationId xmlns:a16="http://schemas.microsoft.com/office/drawing/2014/main" id="{3C81EE16-29E9-824E-85F2-ACE884A2E1E2}"/>
              </a:ext>
            </a:extLst>
          </p:cNvPr>
          <p:cNvSpPr/>
          <p:nvPr/>
        </p:nvSpPr>
        <p:spPr>
          <a:xfrm>
            <a:off x="737643" y="3731788"/>
            <a:ext cx="7376137" cy="2859017"/>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4" name="矩形 193">
            <a:extLst>
              <a:ext uri="{FF2B5EF4-FFF2-40B4-BE49-F238E27FC236}">
                <a16:creationId xmlns:a16="http://schemas.microsoft.com/office/drawing/2014/main" id="{9D445868-4D95-9441-B1D4-C0C13EB240FB}"/>
              </a:ext>
            </a:extLst>
          </p:cNvPr>
          <p:cNvSpPr/>
          <p:nvPr/>
        </p:nvSpPr>
        <p:spPr>
          <a:xfrm>
            <a:off x="7439408" y="4297646"/>
            <a:ext cx="4186107" cy="1046746"/>
          </a:xfrm>
          <a:prstGeom prst="rect">
            <a:avLst/>
          </a:prstGeom>
          <a:ln w="38100">
            <a:solidFill>
              <a:schemeClr val="tx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zh-CN" sz="2800" dirty="0">
                <a:solidFill>
                  <a:schemeClr val="accent5">
                    <a:lumMod val="50000"/>
                  </a:schemeClr>
                </a:solidFill>
                <a:latin typeface="Arial" panose="020B0604020202020204" pitchFamily="34" charset="0"/>
                <a:cs typeface="Arial" panose="020B0604020202020204" pitchFamily="34" charset="0"/>
              </a:rPr>
              <a:t>BRAM</a:t>
            </a:r>
          </a:p>
          <a:p>
            <a:pPr algn="ctr"/>
            <a:r>
              <a:rPr kumimoji="1" lang="en-US" altLang="zh-CN" sz="2800" dirty="0">
                <a:solidFill>
                  <a:schemeClr val="accent5">
                    <a:lumMod val="50000"/>
                  </a:schemeClr>
                </a:solidFill>
                <a:latin typeface="Arial" panose="020B0604020202020204" pitchFamily="34" charset="0"/>
                <a:cs typeface="Arial" panose="020B0604020202020204" pitchFamily="34" charset="0"/>
              </a:rPr>
              <a:t>Partitioning &amp; Replication</a:t>
            </a:r>
            <a:endParaRPr kumimoji="1" lang="zh-CN" altLang="en-US" sz="2800" dirty="0">
              <a:solidFill>
                <a:schemeClr val="accent5">
                  <a:lumMod val="50000"/>
                </a:schemeClr>
              </a:solidFill>
              <a:latin typeface="Arial" panose="020B0604020202020204" pitchFamily="34" charset="0"/>
              <a:cs typeface="Arial" panose="020B0604020202020204" pitchFamily="34" charset="0"/>
            </a:endParaRPr>
          </a:p>
        </p:txBody>
      </p:sp>
      <p:sp>
        <p:nvSpPr>
          <p:cNvPr id="192" name="矩形 191">
            <a:extLst>
              <a:ext uri="{FF2B5EF4-FFF2-40B4-BE49-F238E27FC236}">
                <a16:creationId xmlns:a16="http://schemas.microsoft.com/office/drawing/2014/main" id="{FD99552F-F9AC-AF43-9313-46CC40D9D021}"/>
              </a:ext>
            </a:extLst>
          </p:cNvPr>
          <p:cNvSpPr/>
          <p:nvPr/>
        </p:nvSpPr>
        <p:spPr>
          <a:xfrm>
            <a:off x="1896302" y="4823587"/>
            <a:ext cx="3055128" cy="626255"/>
          </a:xfrm>
          <a:prstGeom prst="rect">
            <a:avLst/>
          </a:prstGeom>
          <a:ln w="38100">
            <a:solidFill>
              <a:schemeClr val="tx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zh-CN" sz="2800" dirty="0">
                <a:solidFill>
                  <a:schemeClr val="accent5">
                    <a:lumMod val="50000"/>
                  </a:schemeClr>
                </a:solidFill>
                <a:latin typeface="Arial" panose="020B0604020202020204" pitchFamily="34" charset="0"/>
                <a:cs typeface="Arial" panose="020B0604020202020204" pitchFamily="34" charset="0"/>
              </a:rPr>
              <a:t>Data Forwarding</a:t>
            </a:r>
            <a:endParaRPr kumimoji="1" lang="zh-CN" altLang="en-US" sz="2800" dirty="0">
              <a:solidFill>
                <a:schemeClr val="accent5">
                  <a:lumMod val="50000"/>
                </a:schemeClr>
              </a:solidFill>
              <a:latin typeface="Arial" panose="020B0604020202020204" pitchFamily="34" charset="0"/>
              <a:cs typeface="Arial" panose="020B0604020202020204" pitchFamily="34" charset="0"/>
            </a:endParaRPr>
          </a:p>
        </p:txBody>
      </p:sp>
      <p:grpSp>
        <p:nvGrpSpPr>
          <p:cNvPr id="8" name="组合 7">
            <a:extLst>
              <a:ext uri="{FF2B5EF4-FFF2-40B4-BE49-F238E27FC236}">
                <a16:creationId xmlns:a16="http://schemas.microsoft.com/office/drawing/2014/main" id="{392CDA2A-8F7B-C846-BAE1-87953D738FC6}"/>
              </a:ext>
            </a:extLst>
          </p:cNvPr>
          <p:cNvGrpSpPr/>
          <p:nvPr/>
        </p:nvGrpSpPr>
        <p:grpSpPr>
          <a:xfrm>
            <a:off x="6255673" y="1046487"/>
            <a:ext cx="5153434" cy="2045189"/>
            <a:chOff x="7135738" y="1045292"/>
            <a:chExt cx="3701264" cy="1270625"/>
          </a:xfrm>
        </p:grpSpPr>
        <p:sp>
          <p:nvSpPr>
            <p:cNvPr id="196" name="矩形 195">
              <a:extLst>
                <a:ext uri="{FF2B5EF4-FFF2-40B4-BE49-F238E27FC236}">
                  <a16:creationId xmlns:a16="http://schemas.microsoft.com/office/drawing/2014/main" id="{D39A8BFC-7B36-EE43-B15A-EF2F8CF77AED}"/>
                </a:ext>
              </a:extLst>
            </p:cNvPr>
            <p:cNvSpPr/>
            <p:nvPr/>
          </p:nvSpPr>
          <p:spPr>
            <a:xfrm>
              <a:off x="7135738" y="1666731"/>
              <a:ext cx="3701264" cy="649186"/>
            </a:xfrm>
            <a:prstGeom prst="rect">
              <a:avLst/>
            </a:prstGeom>
            <a:ln w="38100">
              <a:noFill/>
            </a:ln>
            <a:effectLst>
              <a:outerShdw blurRad="243669" dist="38100" dir="2700000" sx="103000" sy="103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sz="2800" dirty="0">
                <a:solidFill>
                  <a:srgbClr val="C00000"/>
                </a:solidFill>
                <a:latin typeface="Arial" panose="020B0604020202020204" pitchFamily="34" charset="0"/>
                <a:cs typeface="Arial" panose="020B0604020202020204" pitchFamily="34" charset="0"/>
              </a:endParaRPr>
            </a:p>
          </p:txBody>
        </p:sp>
        <p:sp>
          <p:nvSpPr>
            <p:cNvPr id="197" name="下箭头 196">
              <a:extLst>
                <a:ext uri="{FF2B5EF4-FFF2-40B4-BE49-F238E27FC236}">
                  <a16:creationId xmlns:a16="http://schemas.microsoft.com/office/drawing/2014/main" id="{3F53FE96-8D0C-724C-B92C-170B8F4D6DFB}"/>
                </a:ext>
              </a:extLst>
            </p:cNvPr>
            <p:cNvSpPr/>
            <p:nvPr/>
          </p:nvSpPr>
          <p:spPr>
            <a:xfrm rot="16200000">
              <a:off x="8764108" y="1460165"/>
              <a:ext cx="481428" cy="1063831"/>
            </a:xfrm>
            <a:prstGeom prst="downArrow">
              <a:avLst/>
            </a:prstGeom>
            <a:gradFill>
              <a:gsLst>
                <a:gs pos="0">
                  <a:schemeClr val="accent1">
                    <a:lumMod val="60000"/>
                    <a:lumOff val="40000"/>
                  </a:schemeClr>
                </a:gs>
                <a:gs pos="62000">
                  <a:schemeClr val="accent6">
                    <a:lumMod val="20000"/>
                    <a:lumOff val="80000"/>
                  </a:schemeClr>
                </a:gs>
                <a:gs pos="38000">
                  <a:schemeClr val="accent5">
                    <a:lumMod val="20000"/>
                    <a:lumOff val="80000"/>
                  </a:schemeClr>
                </a:gs>
                <a:gs pos="99000">
                  <a:schemeClr val="accent6">
                    <a:lumMod val="60000"/>
                    <a:lumOff val="40000"/>
                  </a:schemeClr>
                </a:gs>
              </a:gsLst>
              <a:lin ang="5400000" scaled="1"/>
            </a:gradFill>
            <a:ln>
              <a:noFill/>
            </a:ln>
            <a:effectLst/>
          </p:spPr>
          <p:style>
            <a:lnRef idx="3">
              <a:schemeClr val="lt1"/>
            </a:lnRef>
            <a:fillRef idx="1">
              <a:schemeClr val="accent2"/>
            </a:fillRef>
            <a:effectRef idx="1">
              <a:schemeClr val="accent2"/>
            </a:effectRef>
            <a:fontRef idx="minor">
              <a:schemeClr val="lt1"/>
            </a:fontRef>
          </p:style>
          <p:txBody>
            <a:bodyPr rtlCol="0" anchor="ctr"/>
            <a:lstStyle/>
            <a:p>
              <a:pPr algn="ctr"/>
              <a:endParaRPr kumimoji="1" lang="zh-CN" altLang="en-US" sz="1600"/>
            </a:p>
          </p:txBody>
        </p:sp>
        <p:sp>
          <p:nvSpPr>
            <p:cNvPr id="198" name="文本框 197">
              <a:extLst>
                <a:ext uri="{FF2B5EF4-FFF2-40B4-BE49-F238E27FC236}">
                  <a16:creationId xmlns:a16="http://schemas.microsoft.com/office/drawing/2014/main" id="{2EDCD9EC-9340-E640-BB18-D0F590C261C4}"/>
                </a:ext>
              </a:extLst>
            </p:cNvPr>
            <p:cNvSpPr txBox="1"/>
            <p:nvPr/>
          </p:nvSpPr>
          <p:spPr>
            <a:xfrm>
              <a:off x="9599313" y="1829549"/>
              <a:ext cx="1174143" cy="325064"/>
            </a:xfrm>
            <a:prstGeom prst="rect">
              <a:avLst/>
            </a:prstGeom>
            <a:noFill/>
          </p:spPr>
          <p:txBody>
            <a:bodyPr wrap="square" anchor="ctr">
              <a:spAutoFit/>
            </a:bodyPr>
            <a:lstStyle/>
            <a:p>
              <a:pPr algn="ctr"/>
              <a:r>
                <a:rPr kumimoji="0" lang="en-US" altLang="zh-CN" sz="2800" b="0" i="0" u="none" strike="noStrike" kern="1200" cap="none" spc="0" normalizeH="0" baseline="0" noProof="0" dirty="0">
                  <a:ln>
                    <a:noFill/>
                  </a:ln>
                  <a:solidFill>
                    <a:srgbClr val="70AD47">
                      <a:lumMod val="75000"/>
                    </a:srgbClr>
                  </a:solidFill>
                  <a:effectLst/>
                  <a:uLnTx/>
                  <a:uFillTx/>
                  <a:latin typeface="Candara" panose="020E0502030303020204"/>
                  <a:ea typeface="华文楷体" panose="02010600040101010101" pitchFamily="2" charset="-122"/>
                  <a:cs typeface="+mj-cs"/>
                </a:rPr>
                <a:t>Software</a:t>
              </a:r>
              <a:endParaRPr lang="zh-CN" altLang="en-US" sz="1100" dirty="0"/>
            </a:p>
          </p:txBody>
        </p:sp>
        <p:sp>
          <p:nvSpPr>
            <p:cNvPr id="199" name="文本框 198">
              <a:extLst>
                <a:ext uri="{FF2B5EF4-FFF2-40B4-BE49-F238E27FC236}">
                  <a16:creationId xmlns:a16="http://schemas.microsoft.com/office/drawing/2014/main" id="{86E7A7D6-251B-7643-9C38-2974FC6D4DE3}"/>
                </a:ext>
              </a:extLst>
            </p:cNvPr>
            <p:cNvSpPr txBox="1"/>
            <p:nvPr/>
          </p:nvSpPr>
          <p:spPr>
            <a:xfrm>
              <a:off x="7175915" y="1829549"/>
              <a:ext cx="1292080" cy="325064"/>
            </a:xfrm>
            <a:prstGeom prst="rect">
              <a:avLst/>
            </a:prstGeom>
            <a:noFill/>
          </p:spPr>
          <p:txBody>
            <a:bodyPr wrap="square" anchor="ctr">
              <a:spAutoFit/>
            </a:bodyPr>
            <a:lstStyle/>
            <a:p>
              <a:pPr algn="ctr"/>
              <a:r>
                <a:rPr kumimoji="0" lang="en-US" altLang="zh-CN" sz="2800" b="0" i="0" u="none" strike="noStrike" kern="1200" cap="none" spc="0" normalizeH="0" baseline="0" noProof="0" dirty="0">
                  <a:ln>
                    <a:noFill/>
                  </a:ln>
                  <a:solidFill>
                    <a:schemeClr val="accent1">
                      <a:lumMod val="75000"/>
                    </a:schemeClr>
                  </a:solidFill>
                  <a:effectLst/>
                  <a:uLnTx/>
                  <a:uFillTx/>
                  <a:latin typeface="Candara" panose="020E0502030303020204"/>
                  <a:ea typeface="华文楷体" panose="02010600040101010101" pitchFamily="2" charset="-122"/>
                  <a:cs typeface="+mj-cs"/>
                </a:rPr>
                <a:t>Hardware</a:t>
              </a:r>
              <a:endParaRPr lang="zh-CN" altLang="en-US" sz="1100" dirty="0">
                <a:solidFill>
                  <a:schemeClr val="accent1">
                    <a:lumMod val="75000"/>
                  </a:schemeClr>
                </a:solidFill>
              </a:endParaRPr>
            </a:p>
          </p:txBody>
        </p:sp>
        <p:sp>
          <p:nvSpPr>
            <p:cNvPr id="200" name="右箭头 199">
              <a:extLst>
                <a:ext uri="{FF2B5EF4-FFF2-40B4-BE49-F238E27FC236}">
                  <a16:creationId xmlns:a16="http://schemas.microsoft.com/office/drawing/2014/main" id="{33130F72-A93B-1140-A337-D73FBEEF86D4}"/>
                </a:ext>
              </a:extLst>
            </p:cNvPr>
            <p:cNvSpPr/>
            <p:nvPr/>
          </p:nvSpPr>
          <p:spPr>
            <a:xfrm rot="16200000">
              <a:off x="8753381" y="196233"/>
              <a:ext cx="478155" cy="2176274"/>
            </a:xfrm>
            <a:prstGeom prst="rightArrow">
              <a:avLst>
                <a:gd name="adj1" fmla="val 67825"/>
                <a:gd name="adj2" fmla="val 61590"/>
              </a:avLst>
            </a:prstGeom>
            <a:solidFill>
              <a:schemeClr val="accent3">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文本框 5">
              <a:extLst>
                <a:ext uri="{FF2B5EF4-FFF2-40B4-BE49-F238E27FC236}">
                  <a16:creationId xmlns:a16="http://schemas.microsoft.com/office/drawing/2014/main" id="{0E98B563-3331-6844-B9FB-71E1D8E085E9}"/>
                </a:ext>
              </a:extLst>
            </p:cNvPr>
            <p:cNvSpPr txBox="1"/>
            <p:nvPr/>
          </p:nvSpPr>
          <p:spPr>
            <a:xfrm>
              <a:off x="8418894" y="1159087"/>
              <a:ext cx="1130805" cy="363306"/>
            </a:xfrm>
            <a:prstGeom prst="rect">
              <a:avLst/>
            </a:prstGeom>
            <a:noFill/>
          </p:spPr>
          <p:txBody>
            <a:bodyPr wrap="none" rtlCol="0" anchor="ctr">
              <a:spAutoFit/>
            </a:bodyPr>
            <a:lstStyle/>
            <a:p>
              <a:pPr algn="ctr"/>
              <a:r>
                <a:rPr kumimoji="1" lang="en-US" altLang="zh-CN" sz="3200" dirty="0">
                  <a:solidFill>
                    <a:srgbClr val="C00000"/>
                  </a:solidFill>
                  <a:latin typeface="Arial" panose="020B0604020202020204" pitchFamily="34" charset="0"/>
                  <a:cs typeface="Arial" panose="020B0604020202020204" pitchFamily="34" charset="0"/>
                </a:rPr>
                <a:t>unlocks</a:t>
              </a:r>
              <a:endParaRPr kumimoji="1" lang="zh-CN" altLang="en-US" sz="3200" dirty="0">
                <a:solidFill>
                  <a:srgbClr val="C0000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52564938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0" animBg="1"/>
      <p:bldP spid="195" grpId="0" animBg="1"/>
      <p:bldP spid="194" grpId="0" animBg="1"/>
      <p:bldP spid="19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A237DF3-9826-F149-BCE5-7FFE40CA4D9A}"/>
              </a:ext>
            </a:extLst>
          </p:cNvPr>
          <p:cNvSpPr>
            <a:spLocks noGrp="1"/>
          </p:cNvSpPr>
          <p:nvPr>
            <p:ph type="sldNum" sz="quarter" idx="12"/>
          </p:nvPr>
        </p:nvSpPr>
        <p:spPr/>
        <p:txBody>
          <a:bodyPr/>
          <a:lstStyle/>
          <a:p>
            <a:fld id="{978860AA-0FA6-EE41-AD3E-89DCDAAFC63F}" type="slidenum">
              <a:rPr kumimoji="1" lang="zh-CN" altLang="en-US" smtClean="0"/>
              <a:t>20</a:t>
            </a:fld>
            <a:endParaRPr kumimoji="1" lang="zh-CN" altLang="en-US"/>
          </a:p>
        </p:txBody>
      </p:sp>
      <p:pic>
        <p:nvPicPr>
          <p:cNvPr id="7" name="图片 6">
            <a:extLst>
              <a:ext uri="{FF2B5EF4-FFF2-40B4-BE49-F238E27FC236}">
                <a16:creationId xmlns:a16="http://schemas.microsoft.com/office/drawing/2014/main" id="{3F8D0E4C-BC00-324A-9DB5-B71C60C89CD5}"/>
              </a:ext>
            </a:extLst>
          </p:cNvPr>
          <p:cNvPicPr>
            <a:picLocks noChangeAspect="1"/>
          </p:cNvPicPr>
          <p:nvPr/>
        </p:nvPicPr>
        <p:blipFill>
          <a:blip r:embed="rId3"/>
          <a:stretch>
            <a:fillRect/>
          </a:stretch>
        </p:blipFill>
        <p:spPr>
          <a:xfrm>
            <a:off x="3968728" y="295068"/>
            <a:ext cx="4254543" cy="319090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文本框 9">
            <a:extLst>
              <a:ext uri="{FF2B5EF4-FFF2-40B4-BE49-F238E27FC236}">
                <a16:creationId xmlns:a16="http://schemas.microsoft.com/office/drawing/2014/main" id="{07AD95ED-D9FE-7148-A0E7-2699F0139FD9}"/>
              </a:ext>
            </a:extLst>
          </p:cNvPr>
          <p:cNvSpPr txBox="1"/>
          <p:nvPr/>
        </p:nvSpPr>
        <p:spPr>
          <a:xfrm>
            <a:off x="3276958" y="4426296"/>
            <a:ext cx="5638082" cy="1200329"/>
          </a:xfrm>
          <a:prstGeom prst="rect">
            <a:avLst/>
          </a:prstGeom>
          <a:noFill/>
        </p:spPr>
        <p:txBody>
          <a:bodyPr wrap="none" rtlCol="0">
            <a:spAutoFit/>
          </a:bodyPr>
          <a:lstStyle/>
          <a:p>
            <a:pPr algn="ctr"/>
            <a:r>
              <a:rPr kumimoji="1" lang="en-US" altLang="zh-CN" sz="4000" b="1" dirty="0" err="1">
                <a:solidFill>
                  <a:schemeClr val="accent1">
                    <a:lumMod val="75000"/>
                  </a:schemeClr>
                </a:solidFill>
              </a:rPr>
              <a:t>FPGAFlow</a:t>
            </a:r>
            <a:endParaRPr kumimoji="1" lang="en-US" altLang="zh-CN" sz="4000" b="1" dirty="0">
              <a:solidFill>
                <a:schemeClr val="accent1">
                  <a:lumMod val="75000"/>
                </a:schemeClr>
              </a:solidFill>
            </a:endParaRPr>
          </a:p>
          <a:p>
            <a:pPr algn="ctr"/>
            <a:r>
              <a:rPr kumimoji="1" lang="en-US" altLang="zh-CN" sz="3200" dirty="0"/>
              <a:t>(Implementation of our design)</a:t>
            </a:r>
            <a:endParaRPr kumimoji="1" lang="zh-CN" altLang="en-US" sz="3200" dirty="0"/>
          </a:p>
        </p:txBody>
      </p:sp>
      <p:sp>
        <p:nvSpPr>
          <p:cNvPr id="5" name="文本框 4">
            <a:extLst>
              <a:ext uri="{FF2B5EF4-FFF2-40B4-BE49-F238E27FC236}">
                <a16:creationId xmlns:a16="http://schemas.microsoft.com/office/drawing/2014/main" id="{41E414E2-DBEE-2142-9D5E-F43E87617538}"/>
              </a:ext>
            </a:extLst>
          </p:cNvPr>
          <p:cNvSpPr txBox="1"/>
          <p:nvPr/>
        </p:nvSpPr>
        <p:spPr>
          <a:xfrm>
            <a:off x="3296483" y="6015692"/>
            <a:ext cx="5599033" cy="523220"/>
          </a:xfrm>
          <a:prstGeom prst="rect">
            <a:avLst/>
          </a:prstGeom>
          <a:solidFill>
            <a:srgbClr val="E6F4FF"/>
          </a:solidFill>
        </p:spPr>
        <p:txBody>
          <a:bodyPr wrap="none" rtlCol="0">
            <a:spAutoFit/>
          </a:bodyPr>
          <a:lstStyle/>
          <a:p>
            <a:r>
              <a:rPr kumimoji="1" lang="en-US" altLang="zh-CN" sz="2800" dirty="0">
                <a:latin typeface="Arial" panose="020B0604020202020204" pitchFamily="34" charset="0"/>
                <a:cs typeface="Arial" panose="020B0604020202020204" pitchFamily="34" charset="0"/>
              </a:rPr>
              <a:t>Xilinx Zynq-7020 FPGA (55 MHz) </a:t>
            </a:r>
            <a:endParaRPr kumimoji="1" lang="zh-CN"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029761"/>
      </p:ext>
    </p:extLst>
  </p:cSld>
  <p:clrMapOvr>
    <a:masterClrMapping/>
  </p:clrMapOvr>
  <p:transition spd="med">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BA6203-17D7-3D4F-AB99-C6B8CFBBC4F2}"/>
              </a:ext>
            </a:extLst>
          </p:cNvPr>
          <p:cNvSpPr>
            <a:spLocks noGrp="1"/>
          </p:cNvSpPr>
          <p:nvPr>
            <p:ph type="title"/>
          </p:nvPr>
        </p:nvSpPr>
        <p:spPr/>
        <p:txBody>
          <a:bodyPr/>
          <a:lstStyle/>
          <a:p>
            <a:r>
              <a:rPr kumimoji="1" lang="en-US" altLang="zh-CN" dirty="0"/>
              <a:t>Evaluation</a:t>
            </a:r>
            <a:r>
              <a:rPr kumimoji="1" lang="zh-CN" altLang="en-US" dirty="0"/>
              <a:t> </a:t>
            </a:r>
            <a:r>
              <a:rPr kumimoji="1" lang="en-US" altLang="zh-CN" dirty="0"/>
              <a:t>-</a:t>
            </a:r>
            <a:r>
              <a:rPr kumimoji="1" lang="zh-CN" altLang="en-US" dirty="0"/>
              <a:t> </a:t>
            </a:r>
            <a:r>
              <a:rPr kumimoji="1" lang="en-US" altLang="zh-CN" dirty="0"/>
              <a:t>Setup</a:t>
            </a:r>
            <a:endParaRPr kumimoji="1" lang="zh-CN" altLang="en-US" dirty="0"/>
          </a:p>
        </p:txBody>
      </p:sp>
      <p:sp>
        <p:nvSpPr>
          <p:cNvPr id="4" name="灯片编号占位符 3">
            <a:extLst>
              <a:ext uri="{FF2B5EF4-FFF2-40B4-BE49-F238E27FC236}">
                <a16:creationId xmlns:a16="http://schemas.microsoft.com/office/drawing/2014/main" id="{BBD75DBA-9109-2440-AE48-DFC89A7DB8A1}"/>
              </a:ext>
            </a:extLst>
          </p:cNvPr>
          <p:cNvSpPr>
            <a:spLocks noGrp="1"/>
          </p:cNvSpPr>
          <p:nvPr>
            <p:ph type="sldNum" sz="quarter" idx="12"/>
          </p:nvPr>
        </p:nvSpPr>
        <p:spPr/>
        <p:txBody>
          <a:bodyPr/>
          <a:lstStyle/>
          <a:p>
            <a:fld id="{978860AA-0FA6-EE41-AD3E-89DCDAAFC63F}" type="slidenum">
              <a:rPr kumimoji="1" lang="zh-CN" altLang="en-US" smtClean="0"/>
              <a:t>21</a:t>
            </a:fld>
            <a:endParaRPr kumimoji="1" lang="zh-CN" altLang="en-US"/>
          </a:p>
        </p:txBody>
      </p:sp>
      <p:pic>
        <p:nvPicPr>
          <p:cNvPr id="5" name="图片 4">
            <a:extLst>
              <a:ext uri="{FF2B5EF4-FFF2-40B4-BE49-F238E27FC236}">
                <a16:creationId xmlns:a16="http://schemas.microsoft.com/office/drawing/2014/main" id="{10DFD338-3C17-A647-A87B-B71A30F1AF58}"/>
              </a:ext>
            </a:extLst>
          </p:cNvPr>
          <p:cNvPicPr>
            <a:picLocks noChangeAspect="1"/>
          </p:cNvPicPr>
          <p:nvPr/>
        </p:nvPicPr>
        <p:blipFill>
          <a:blip r:embed="rId3"/>
          <a:stretch>
            <a:fillRect/>
          </a:stretch>
        </p:blipFill>
        <p:spPr>
          <a:xfrm>
            <a:off x="1415996" y="1472700"/>
            <a:ext cx="3069089" cy="230181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26" name="Picture 2" descr="Tai-e Research">
            <a:extLst>
              <a:ext uri="{FF2B5EF4-FFF2-40B4-BE49-F238E27FC236}">
                <a16:creationId xmlns:a16="http://schemas.microsoft.com/office/drawing/2014/main" id="{67A6A183-0381-8542-B994-01D01D744F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44047" y="1472700"/>
            <a:ext cx="2095529" cy="2928724"/>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815EF1C2-EF64-3B40-9EA3-263BB0614172}"/>
              </a:ext>
            </a:extLst>
          </p:cNvPr>
          <p:cNvSpPr txBox="1"/>
          <p:nvPr/>
        </p:nvSpPr>
        <p:spPr>
          <a:xfrm>
            <a:off x="812776" y="4631998"/>
            <a:ext cx="4275529" cy="954107"/>
          </a:xfrm>
          <a:prstGeom prst="rect">
            <a:avLst/>
          </a:prstGeom>
          <a:noFill/>
        </p:spPr>
        <p:txBody>
          <a:bodyPr wrap="none" rtlCol="0">
            <a:spAutoFit/>
          </a:bodyPr>
          <a:lstStyle/>
          <a:p>
            <a:pPr algn="ctr"/>
            <a:r>
              <a:rPr kumimoji="1" lang="en-US" altLang="zh-CN" sz="3200" b="1" dirty="0" err="1">
                <a:solidFill>
                  <a:schemeClr val="accent1">
                    <a:lumMod val="75000"/>
                  </a:schemeClr>
                </a:solidFill>
              </a:rPr>
              <a:t>FPGAFlow</a:t>
            </a:r>
            <a:endParaRPr kumimoji="1" lang="en-US" altLang="zh-CN" sz="3200" b="1" dirty="0">
              <a:solidFill>
                <a:schemeClr val="accent1">
                  <a:lumMod val="75000"/>
                </a:schemeClr>
              </a:solidFill>
            </a:endParaRPr>
          </a:p>
          <a:p>
            <a:pPr algn="ctr"/>
            <a:r>
              <a:rPr kumimoji="1" lang="en-US" altLang="zh-CN" sz="2400" dirty="0"/>
              <a:t>(Implementation of our design)</a:t>
            </a:r>
            <a:endParaRPr kumimoji="1" lang="zh-CN" altLang="en-US" sz="2400" dirty="0"/>
          </a:p>
        </p:txBody>
      </p:sp>
      <p:sp>
        <p:nvSpPr>
          <p:cNvPr id="14" name="文本框 13">
            <a:extLst>
              <a:ext uri="{FF2B5EF4-FFF2-40B4-BE49-F238E27FC236}">
                <a16:creationId xmlns:a16="http://schemas.microsoft.com/office/drawing/2014/main" id="{6FF2BC71-4D41-7744-90D4-17F04E33274E}"/>
              </a:ext>
            </a:extLst>
          </p:cNvPr>
          <p:cNvSpPr txBox="1"/>
          <p:nvPr/>
        </p:nvSpPr>
        <p:spPr>
          <a:xfrm>
            <a:off x="6089176" y="4631998"/>
            <a:ext cx="5205271" cy="954107"/>
          </a:xfrm>
          <a:prstGeom prst="rect">
            <a:avLst/>
          </a:prstGeom>
          <a:noFill/>
        </p:spPr>
        <p:txBody>
          <a:bodyPr wrap="none" rtlCol="0">
            <a:spAutoFit/>
          </a:bodyPr>
          <a:lstStyle/>
          <a:p>
            <a:pPr algn="ctr"/>
            <a:r>
              <a:rPr kumimoji="1" lang="en-US" altLang="zh-CN" sz="3200" b="1" dirty="0">
                <a:solidFill>
                  <a:schemeClr val="accent6">
                    <a:lumMod val="75000"/>
                  </a:schemeClr>
                </a:solidFill>
              </a:rPr>
              <a:t>Tai-e</a:t>
            </a:r>
          </a:p>
          <a:p>
            <a:pPr algn="ctr"/>
            <a:r>
              <a:rPr kumimoji="1" lang="en-US" altLang="zh-CN" sz="2400" dirty="0"/>
              <a:t>(A state-of-the-art Java static analyzer)</a:t>
            </a:r>
            <a:endParaRPr kumimoji="1" lang="zh-CN" altLang="en-US" sz="2400" dirty="0"/>
          </a:p>
        </p:txBody>
      </p:sp>
      <p:sp>
        <p:nvSpPr>
          <p:cNvPr id="13" name="文本框 12">
            <a:extLst>
              <a:ext uri="{FF2B5EF4-FFF2-40B4-BE49-F238E27FC236}">
                <a16:creationId xmlns:a16="http://schemas.microsoft.com/office/drawing/2014/main" id="{DDD277A1-8D25-4B4F-8EBB-ED655C1DD931}"/>
              </a:ext>
            </a:extLst>
          </p:cNvPr>
          <p:cNvSpPr txBox="1"/>
          <p:nvPr/>
        </p:nvSpPr>
        <p:spPr>
          <a:xfrm>
            <a:off x="5230909" y="2623608"/>
            <a:ext cx="716863" cy="646331"/>
          </a:xfrm>
          <a:prstGeom prst="rect">
            <a:avLst/>
          </a:prstGeom>
          <a:noFill/>
        </p:spPr>
        <p:txBody>
          <a:bodyPr wrap="none" rtlCol="0">
            <a:spAutoFit/>
          </a:bodyPr>
          <a:lstStyle/>
          <a:p>
            <a:r>
              <a:rPr kumimoji="1" lang="en-US" altLang="zh-CN" sz="3600" b="1" dirty="0">
                <a:solidFill>
                  <a:schemeClr val="accent2">
                    <a:lumMod val="75000"/>
                  </a:schemeClr>
                </a:solidFill>
              </a:rPr>
              <a:t>vs.</a:t>
            </a:r>
            <a:endParaRPr kumimoji="1" lang="zh-CN" altLang="en-US" sz="3600" b="1" dirty="0">
              <a:solidFill>
                <a:schemeClr val="accent2">
                  <a:lumMod val="75000"/>
                </a:schemeClr>
              </a:solidFill>
            </a:endParaRPr>
          </a:p>
        </p:txBody>
      </p:sp>
      <p:sp>
        <p:nvSpPr>
          <p:cNvPr id="15" name="文本框 14">
            <a:extLst>
              <a:ext uri="{FF2B5EF4-FFF2-40B4-BE49-F238E27FC236}">
                <a16:creationId xmlns:a16="http://schemas.microsoft.com/office/drawing/2014/main" id="{8FF62902-2087-514D-9A23-890BE356A6D0}"/>
              </a:ext>
            </a:extLst>
          </p:cNvPr>
          <p:cNvSpPr txBox="1"/>
          <p:nvPr/>
        </p:nvSpPr>
        <p:spPr>
          <a:xfrm>
            <a:off x="927262" y="5901609"/>
            <a:ext cx="4046557" cy="400110"/>
          </a:xfrm>
          <a:prstGeom prst="rect">
            <a:avLst/>
          </a:prstGeom>
          <a:solidFill>
            <a:srgbClr val="E6F4FF"/>
          </a:solidFill>
        </p:spPr>
        <p:txBody>
          <a:bodyPr wrap="none" rtlCol="0" anchor="ctr">
            <a:spAutoFit/>
          </a:bodyPr>
          <a:lstStyle/>
          <a:p>
            <a:pPr algn="ctr"/>
            <a:r>
              <a:rPr kumimoji="1" lang="en-US" altLang="zh-CN" sz="2000" dirty="0">
                <a:latin typeface="Arial" panose="020B0604020202020204" pitchFamily="34" charset="0"/>
                <a:cs typeface="Arial" panose="020B0604020202020204" pitchFamily="34" charset="0"/>
              </a:rPr>
              <a:t>Xilinx Zynq-7020 FPGA (</a:t>
            </a:r>
            <a:r>
              <a:rPr kumimoji="1" lang="en-US" altLang="zh-CN" sz="2000" b="1" dirty="0">
                <a:solidFill>
                  <a:srgbClr val="C00000"/>
                </a:solidFill>
                <a:latin typeface="Arial" panose="020B0604020202020204" pitchFamily="34" charset="0"/>
                <a:cs typeface="Arial" panose="020B0604020202020204" pitchFamily="34" charset="0"/>
              </a:rPr>
              <a:t>55 MHz</a:t>
            </a:r>
            <a:r>
              <a:rPr kumimoji="1" lang="en-US" altLang="zh-CN" sz="2000" dirty="0">
                <a:latin typeface="Arial" panose="020B0604020202020204" pitchFamily="34" charset="0"/>
                <a:cs typeface="Arial" panose="020B0604020202020204" pitchFamily="34" charset="0"/>
              </a:rPr>
              <a:t>) </a:t>
            </a:r>
            <a:endParaRPr kumimoji="1" lang="zh-CN" altLang="en-US" sz="2000" dirty="0">
              <a:latin typeface="Arial" panose="020B0604020202020204" pitchFamily="34" charset="0"/>
              <a:cs typeface="Arial" panose="020B0604020202020204" pitchFamily="34" charset="0"/>
            </a:endParaRPr>
          </a:p>
        </p:txBody>
      </p:sp>
      <p:sp>
        <p:nvSpPr>
          <p:cNvPr id="17" name="文本框 16">
            <a:extLst>
              <a:ext uri="{FF2B5EF4-FFF2-40B4-BE49-F238E27FC236}">
                <a16:creationId xmlns:a16="http://schemas.microsoft.com/office/drawing/2014/main" id="{AE1E0F8C-4F71-EA4A-90EE-38860AA77042}"/>
              </a:ext>
            </a:extLst>
          </p:cNvPr>
          <p:cNvSpPr txBox="1"/>
          <p:nvPr/>
        </p:nvSpPr>
        <p:spPr>
          <a:xfrm>
            <a:off x="6001716" y="5901609"/>
            <a:ext cx="5380191" cy="400110"/>
          </a:xfrm>
          <a:prstGeom prst="rect">
            <a:avLst/>
          </a:prstGeom>
          <a:solidFill>
            <a:schemeClr val="accent6">
              <a:lumMod val="20000"/>
              <a:lumOff val="80000"/>
              <a:alpha val="50000"/>
            </a:schemeClr>
          </a:solidFill>
        </p:spPr>
        <p:txBody>
          <a:bodyPr wrap="none" rtlCol="0" anchor="ctr">
            <a:spAutoFit/>
          </a:bodyPr>
          <a:lstStyle/>
          <a:p>
            <a:pPr algn="ctr"/>
            <a:r>
              <a:rPr kumimoji="1" lang="en-US" altLang="zh-CN" sz="2000" dirty="0">
                <a:latin typeface="Arial" panose="020B0604020202020204" pitchFamily="34" charset="0"/>
                <a:cs typeface="Arial" panose="020B0604020202020204" pitchFamily="34" charset="0"/>
              </a:rPr>
              <a:t>Intel Xeon Silver 4114 CPU (</a:t>
            </a:r>
            <a:r>
              <a:rPr kumimoji="1" lang="en-US" altLang="zh-CN" sz="2000" b="1" dirty="0">
                <a:solidFill>
                  <a:srgbClr val="C00000"/>
                </a:solidFill>
                <a:latin typeface="Arial" panose="020B0604020202020204" pitchFamily="34" charset="0"/>
                <a:cs typeface="Arial" panose="020B0604020202020204" pitchFamily="34" charset="0"/>
              </a:rPr>
              <a:t>2.20–3.00 GHz</a:t>
            </a:r>
            <a:r>
              <a:rPr kumimoji="1" lang="en-US" altLang="zh-CN" sz="2000" dirty="0">
                <a:latin typeface="Arial" panose="020B0604020202020204" pitchFamily="34" charset="0"/>
                <a:cs typeface="Arial" panose="020B0604020202020204" pitchFamily="34" charset="0"/>
              </a:rPr>
              <a:t>)</a:t>
            </a:r>
            <a:endParaRPr kumimoji="1"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535762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5098B6-E398-2F4E-B890-C4ACA2E81A3B}"/>
              </a:ext>
            </a:extLst>
          </p:cNvPr>
          <p:cNvSpPr>
            <a:spLocks noGrp="1"/>
          </p:cNvSpPr>
          <p:nvPr>
            <p:ph type="title"/>
          </p:nvPr>
        </p:nvSpPr>
        <p:spPr/>
        <p:txBody>
          <a:bodyPr/>
          <a:lstStyle/>
          <a:p>
            <a:r>
              <a:rPr kumimoji="1" lang="en-US" altLang="zh-CN" dirty="0"/>
              <a:t>Evaluation - Programs Under Analysis</a:t>
            </a:r>
            <a:endParaRPr kumimoji="1" lang="zh-CN" altLang="en-US" dirty="0"/>
          </a:p>
        </p:txBody>
      </p:sp>
      <p:sp>
        <p:nvSpPr>
          <p:cNvPr id="4" name="灯片编号占位符 3">
            <a:extLst>
              <a:ext uri="{FF2B5EF4-FFF2-40B4-BE49-F238E27FC236}">
                <a16:creationId xmlns:a16="http://schemas.microsoft.com/office/drawing/2014/main" id="{1AEFF136-C21B-E640-B961-63DC32E22BF4}"/>
              </a:ext>
            </a:extLst>
          </p:cNvPr>
          <p:cNvSpPr>
            <a:spLocks noGrp="1"/>
          </p:cNvSpPr>
          <p:nvPr>
            <p:ph type="sldNum" sz="quarter" idx="12"/>
          </p:nvPr>
        </p:nvSpPr>
        <p:spPr/>
        <p:txBody>
          <a:bodyPr/>
          <a:lstStyle/>
          <a:p>
            <a:fld id="{978860AA-0FA6-EE41-AD3E-89DCDAAFC63F}" type="slidenum">
              <a:rPr kumimoji="1" lang="zh-CN" altLang="en-US" smtClean="0"/>
              <a:t>22</a:t>
            </a:fld>
            <a:endParaRPr kumimoji="1" lang="zh-CN" altLang="en-US"/>
          </a:p>
        </p:txBody>
      </p:sp>
      <p:pic>
        <p:nvPicPr>
          <p:cNvPr id="2056" name="Picture 8" descr="The JDK Ecosystem | belief driven design">
            <a:extLst>
              <a:ext uri="{FF2B5EF4-FFF2-40B4-BE49-F238E27FC236}">
                <a16:creationId xmlns:a16="http://schemas.microsoft.com/office/drawing/2014/main" id="{1D6AD80B-F381-444E-AE3C-61100170CD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8259" y="2078416"/>
            <a:ext cx="2098104" cy="1063556"/>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Android (operating system) | Ultraverse Wiki | Fandom">
            <a:extLst>
              <a:ext uri="{FF2B5EF4-FFF2-40B4-BE49-F238E27FC236}">
                <a16:creationId xmlns:a16="http://schemas.microsoft.com/office/drawing/2014/main" id="{6D79737E-34FE-044C-A16A-A763A63FBF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4805" y="3902371"/>
            <a:ext cx="1664568" cy="1664568"/>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id="{0914D5D7-86E4-C749-BE91-6F0EF83FE3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875" y="3682973"/>
            <a:ext cx="2098107" cy="467703"/>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Elasticsearch and Cohere (Integration Guide) | Cohere">
            <a:extLst>
              <a:ext uri="{FF2B5EF4-FFF2-40B4-BE49-F238E27FC236}">
                <a16:creationId xmlns:a16="http://schemas.microsoft.com/office/drawing/2014/main" id="{DBBDED58-3828-204B-89CB-D4ACBF17855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1666" y="2572372"/>
            <a:ext cx="2804239" cy="934746"/>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Apache Flink for Data Science - Locus IT Services Nordic | Your Trusted  Partner for Data Science &amp; Analytics Solutions">
            <a:extLst>
              <a:ext uri="{FF2B5EF4-FFF2-40B4-BE49-F238E27FC236}">
                <a16:creationId xmlns:a16="http://schemas.microsoft.com/office/drawing/2014/main" id="{63A8FB6F-1DD6-A941-97B0-90CADE48A2C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6727" t="11098" r="6727" b="7934"/>
          <a:stretch/>
        </p:blipFill>
        <p:spPr bwMode="auto">
          <a:xfrm>
            <a:off x="3304874" y="1645312"/>
            <a:ext cx="2023541" cy="139776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Understanding the Difference Between IntelliJ Community and Ultimate  Editions">
            <a:extLst>
              <a:ext uri="{FF2B5EF4-FFF2-40B4-BE49-F238E27FC236}">
                <a16:creationId xmlns:a16="http://schemas.microsoft.com/office/drawing/2014/main" id="{851430FB-AB2B-8642-B608-082163DC12C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26363" y="3146900"/>
            <a:ext cx="2877272" cy="1177066"/>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GitHub - gradle/gradle: Adaptable, fast automation for all · GitHub">
            <a:extLst>
              <a:ext uri="{FF2B5EF4-FFF2-40B4-BE49-F238E27FC236}">
                <a16:creationId xmlns:a16="http://schemas.microsoft.com/office/drawing/2014/main" id="{9A418080-BCF8-4044-A655-2CB28467E1D7}"/>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5662" t="33659" r="15846" b="32574"/>
          <a:stretch/>
        </p:blipFill>
        <p:spPr bwMode="auto">
          <a:xfrm>
            <a:off x="1128259" y="4562532"/>
            <a:ext cx="2822514" cy="695765"/>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descr="Metabase in 2026: the complete guide to the open-source BI tool">
            <a:extLst>
              <a:ext uri="{FF2B5EF4-FFF2-40B4-BE49-F238E27FC236}">
                <a16:creationId xmlns:a16="http://schemas.microsoft.com/office/drawing/2014/main" id="{E9E0173C-FD78-ED4C-9341-1047205C51DA}"/>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28571" b="27984"/>
          <a:stretch/>
        </p:blipFill>
        <p:spPr bwMode="auto">
          <a:xfrm>
            <a:off x="5582074" y="1711946"/>
            <a:ext cx="3324362" cy="758241"/>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a:extLst>
              <a:ext uri="{FF2B5EF4-FFF2-40B4-BE49-F238E27FC236}">
                <a16:creationId xmlns:a16="http://schemas.microsoft.com/office/drawing/2014/main" id="{8AC39251-B091-7840-A4AF-B1B75AC37939}"/>
              </a:ext>
            </a:extLst>
          </p:cNvPr>
          <p:cNvPicPr>
            <a:picLocks noChangeAspect="1"/>
          </p:cNvPicPr>
          <p:nvPr/>
        </p:nvPicPr>
        <p:blipFill rotWithShape="1">
          <a:blip r:embed="rId11"/>
          <a:srcRect r="17066" b="25768"/>
          <a:stretch/>
        </p:blipFill>
        <p:spPr>
          <a:xfrm>
            <a:off x="9729465" y="3365147"/>
            <a:ext cx="1837534" cy="833330"/>
          </a:xfrm>
          <a:prstGeom prst="rect">
            <a:avLst/>
          </a:prstGeom>
        </p:spPr>
      </p:pic>
      <p:pic>
        <p:nvPicPr>
          <p:cNvPr id="2074" name="Picture 26" descr="RuoYi Vue - 若依框架的Vue 版本，免费开源、生态强大、专业的admin 后台管理系统，基于Vue + Element｜那些免费的砖">
            <a:extLst>
              <a:ext uri="{FF2B5EF4-FFF2-40B4-BE49-F238E27FC236}">
                <a16:creationId xmlns:a16="http://schemas.microsoft.com/office/drawing/2014/main" id="{6D253DEE-5CAC-264D-9A2F-98B791277BF3}"/>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29164" r="29528" b="70855"/>
          <a:stretch/>
        </p:blipFill>
        <p:spPr bwMode="auto">
          <a:xfrm>
            <a:off x="7362900" y="3713160"/>
            <a:ext cx="1608631" cy="638421"/>
          </a:xfrm>
          <a:prstGeom prst="rect">
            <a:avLst/>
          </a:prstGeom>
          <a:noFill/>
          <a:extLst>
            <a:ext uri="{909E8E84-426E-40DD-AFC4-6F175D3DCCD1}">
              <a14:hiddenFill xmlns:a14="http://schemas.microsoft.com/office/drawing/2010/main">
                <a:solidFill>
                  <a:srgbClr val="FFFFFF"/>
                </a:solidFill>
              </a14:hiddenFill>
            </a:ext>
          </a:extLst>
        </p:spPr>
      </p:pic>
      <p:pic>
        <p:nvPicPr>
          <p:cNvPr id="2076" name="Picture 28" descr="ELADMIN - 免费开源admin 后台管理系统，基于Spring Boot 和Vue ，包含前端和后端源码｜那些免费的砖">
            <a:extLst>
              <a:ext uri="{FF2B5EF4-FFF2-40B4-BE49-F238E27FC236}">
                <a16:creationId xmlns:a16="http://schemas.microsoft.com/office/drawing/2014/main" id="{1676A022-1103-0C47-B473-EB503FB7D14E}"/>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33989" t="18743" r="33982" b="28824"/>
          <a:stretch/>
        </p:blipFill>
        <p:spPr bwMode="auto">
          <a:xfrm>
            <a:off x="9359156" y="1917386"/>
            <a:ext cx="1289076" cy="1187058"/>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组合 10">
            <a:extLst>
              <a:ext uri="{FF2B5EF4-FFF2-40B4-BE49-F238E27FC236}">
                <a16:creationId xmlns:a16="http://schemas.microsoft.com/office/drawing/2014/main" id="{C7F48444-F4C2-AC49-9B04-CFDDF3A7E27B}"/>
              </a:ext>
            </a:extLst>
          </p:cNvPr>
          <p:cNvGrpSpPr>
            <a:grpSpLocks noChangeAspect="1"/>
          </p:cNvGrpSpPr>
          <p:nvPr/>
        </p:nvGrpSpPr>
        <p:grpSpPr>
          <a:xfrm>
            <a:off x="7980440" y="4289958"/>
            <a:ext cx="2304782" cy="1397763"/>
            <a:chOff x="2698090" y="5007601"/>
            <a:chExt cx="2953930" cy="1791447"/>
          </a:xfrm>
        </p:grpSpPr>
        <p:pic>
          <p:nvPicPr>
            <p:cNvPr id="10" name="图片 9">
              <a:extLst>
                <a:ext uri="{FF2B5EF4-FFF2-40B4-BE49-F238E27FC236}">
                  <a16:creationId xmlns:a16="http://schemas.microsoft.com/office/drawing/2014/main" id="{85CD884F-C70D-2041-B4F2-84E779E02309}"/>
                </a:ext>
              </a:extLst>
            </p:cNvPr>
            <p:cNvPicPr>
              <a:picLocks noChangeAspect="1"/>
            </p:cNvPicPr>
            <p:nvPr/>
          </p:nvPicPr>
          <p:blipFill rotWithShape="1">
            <a:blip r:embed="rId14">
              <a:clrChange>
                <a:clrFrom>
                  <a:srgbClr val="FFFFFF"/>
                </a:clrFrom>
                <a:clrTo>
                  <a:srgbClr val="FFFFFF">
                    <a:alpha val="0"/>
                  </a:srgbClr>
                </a:clrTo>
              </a:clrChange>
            </a:blip>
            <a:srcRect l="30617" t="12540" r="52028" b="57859"/>
            <a:stretch/>
          </p:blipFill>
          <p:spPr>
            <a:xfrm>
              <a:off x="3442781" y="5007601"/>
              <a:ext cx="1464548" cy="1249029"/>
            </a:xfrm>
            <a:prstGeom prst="rect">
              <a:avLst/>
            </a:prstGeom>
          </p:spPr>
        </p:pic>
        <p:pic>
          <p:nvPicPr>
            <p:cNvPr id="24" name="图片 23">
              <a:extLst>
                <a:ext uri="{FF2B5EF4-FFF2-40B4-BE49-F238E27FC236}">
                  <a16:creationId xmlns:a16="http://schemas.microsoft.com/office/drawing/2014/main" id="{6147A42D-EA0E-C04E-9A17-32EA5BF392D0}"/>
                </a:ext>
              </a:extLst>
            </p:cNvPr>
            <p:cNvPicPr>
              <a:picLocks noChangeAspect="1"/>
            </p:cNvPicPr>
            <p:nvPr/>
          </p:nvPicPr>
          <p:blipFill rotWithShape="1">
            <a:blip r:embed="rId14">
              <a:clrChange>
                <a:clrFrom>
                  <a:srgbClr val="FFFFFF"/>
                </a:clrFrom>
                <a:clrTo>
                  <a:srgbClr val="FFFFFF">
                    <a:alpha val="0"/>
                  </a:srgbClr>
                </a:clrTo>
              </a:clrChange>
            </a:blip>
            <a:srcRect l="51693" t="51002" r="13303" b="37029"/>
            <a:stretch/>
          </p:blipFill>
          <p:spPr>
            <a:xfrm>
              <a:off x="2698090" y="6294011"/>
              <a:ext cx="2953930" cy="505037"/>
            </a:xfrm>
            <a:prstGeom prst="rect">
              <a:avLst/>
            </a:prstGeom>
          </p:spPr>
        </p:pic>
      </p:grpSp>
      <p:pic>
        <p:nvPicPr>
          <p:cNvPr id="2080" name="Picture 32" descr="ZFile">
            <a:extLst>
              <a:ext uri="{FF2B5EF4-FFF2-40B4-BE49-F238E27FC236}">
                <a16:creationId xmlns:a16="http://schemas.microsoft.com/office/drawing/2014/main" id="{6A83ED81-4012-A544-BAE0-A0D4AFD9E4A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66897" y="4483866"/>
            <a:ext cx="1215177" cy="1215177"/>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a:extLst>
              <a:ext uri="{FF2B5EF4-FFF2-40B4-BE49-F238E27FC236}">
                <a16:creationId xmlns:a16="http://schemas.microsoft.com/office/drawing/2014/main" id="{A274635D-191B-B244-B69A-89B0B0FD73DE}"/>
              </a:ext>
            </a:extLst>
          </p:cNvPr>
          <p:cNvGrpSpPr/>
          <p:nvPr/>
        </p:nvGrpSpPr>
        <p:grpSpPr>
          <a:xfrm>
            <a:off x="492164" y="1326905"/>
            <a:ext cx="11250835" cy="5341542"/>
            <a:chOff x="492164" y="1326905"/>
            <a:chExt cx="11250835" cy="5341542"/>
          </a:xfrm>
        </p:grpSpPr>
        <p:sp>
          <p:nvSpPr>
            <p:cNvPr id="14" name="任意形状 13">
              <a:extLst>
                <a:ext uri="{FF2B5EF4-FFF2-40B4-BE49-F238E27FC236}">
                  <a16:creationId xmlns:a16="http://schemas.microsoft.com/office/drawing/2014/main" id="{670CEAA7-3704-0F4B-8263-DDC584417D44}"/>
                </a:ext>
              </a:extLst>
            </p:cNvPr>
            <p:cNvSpPr/>
            <p:nvPr/>
          </p:nvSpPr>
          <p:spPr>
            <a:xfrm>
              <a:off x="492164" y="1326905"/>
              <a:ext cx="11250835" cy="4793310"/>
            </a:xfrm>
            <a:custGeom>
              <a:avLst/>
              <a:gdLst>
                <a:gd name="connsiteX0" fmla="*/ 2748577 w 11250835"/>
                <a:gd name="connsiteY0" fmla="*/ 219507 h 4793310"/>
                <a:gd name="connsiteX1" fmla="*/ 6782695 w 11250835"/>
                <a:gd name="connsiteY1" fmla="*/ 4354 h 4793310"/>
                <a:gd name="connsiteX2" fmla="*/ 10494083 w 11250835"/>
                <a:gd name="connsiteY2" fmla="*/ 394319 h 4793310"/>
                <a:gd name="connsiteX3" fmla="*/ 11193330 w 11250835"/>
                <a:gd name="connsiteY3" fmla="*/ 3070283 h 4793310"/>
                <a:gd name="connsiteX4" fmla="*/ 9593130 w 11250835"/>
                <a:gd name="connsiteY4" fmla="*/ 4616695 h 4793310"/>
                <a:gd name="connsiteX5" fmla="*/ 4214307 w 11250835"/>
                <a:gd name="connsiteY5" fmla="*/ 4683930 h 4793310"/>
                <a:gd name="connsiteX6" fmla="*/ 368448 w 11250835"/>
                <a:gd name="connsiteY6" fmla="*/ 3944342 h 4793310"/>
                <a:gd name="connsiteX7" fmla="*/ 341554 w 11250835"/>
                <a:gd name="connsiteY7" fmla="*/ 1281824 h 4793310"/>
                <a:gd name="connsiteX8" fmla="*/ 2022436 w 11250835"/>
                <a:gd name="connsiteY8" fmla="*/ 273295 h 4793310"/>
                <a:gd name="connsiteX9" fmla="*/ 5411095 w 11250835"/>
                <a:gd name="connsiteY9" fmla="*/ 85036 h 479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50835" h="4793310">
                  <a:moveTo>
                    <a:pt x="2748577" y="219507"/>
                  </a:moveTo>
                  <a:cubicBezTo>
                    <a:pt x="4120177" y="97363"/>
                    <a:pt x="5491777" y="-24781"/>
                    <a:pt x="6782695" y="4354"/>
                  </a:cubicBezTo>
                  <a:cubicBezTo>
                    <a:pt x="8073613" y="33489"/>
                    <a:pt x="9758977" y="-116669"/>
                    <a:pt x="10494083" y="394319"/>
                  </a:cubicBezTo>
                  <a:cubicBezTo>
                    <a:pt x="11229189" y="905307"/>
                    <a:pt x="11343489" y="2366554"/>
                    <a:pt x="11193330" y="3070283"/>
                  </a:cubicBezTo>
                  <a:cubicBezTo>
                    <a:pt x="11043171" y="3774012"/>
                    <a:pt x="10756301" y="4347754"/>
                    <a:pt x="9593130" y="4616695"/>
                  </a:cubicBezTo>
                  <a:cubicBezTo>
                    <a:pt x="8429960" y="4885636"/>
                    <a:pt x="5751754" y="4795989"/>
                    <a:pt x="4214307" y="4683930"/>
                  </a:cubicBezTo>
                  <a:cubicBezTo>
                    <a:pt x="2676860" y="4571871"/>
                    <a:pt x="1013907" y="4511360"/>
                    <a:pt x="368448" y="3944342"/>
                  </a:cubicBezTo>
                  <a:cubicBezTo>
                    <a:pt x="-277011" y="3377324"/>
                    <a:pt x="65889" y="1893665"/>
                    <a:pt x="341554" y="1281824"/>
                  </a:cubicBezTo>
                  <a:cubicBezTo>
                    <a:pt x="617219" y="669983"/>
                    <a:pt x="1177513" y="472760"/>
                    <a:pt x="2022436" y="273295"/>
                  </a:cubicBezTo>
                  <a:cubicBezTo>
                    <a:pt x="2867359" y="73830"/>
                    <a:pt x="4139227" y="79433"/>
                    <a:pt x="5411095" y="85036"/>
                  </a:cubicBezTo>
                </a:path>
              </a:pathLst>
            </a:custGeom>
            <a:noFill/>
            <a:ln w="28575">
              <a:solidFill>
                <a:schemeClr val="accent3"/>
              </a:solidFill>
              <a:extLst>
                <a:ext uri="{C807C97D-BFC1-408E-A445-0C87EB9F89A2}">
                  <ask:lineSketchStyleProps xmlns:ask="http://schemas.microsoft.com/office/drawing/2018/sketchyshapes">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9281D73F-A995-4443-8691-EE3D6F11A1EC}"/>
                </a:ext>
              </a:extLst>
            </p:cNvPr>
            <p:cNvSpPr txBox="1"/>
            <p:nvPr/>
          </p:nvSpPr>
          <p:spPr>
            <a:xfrm>
              <a:off x="2177311" y="6206782"/>
              <a:ext cx="7881517" cy="461665"/>
            </a:xfrm>
            <a:prstGeom prst="rect">
              <a:avLst/>
            </a:prstGeom>
            <a:noFill/>
          </p:spPr>
          <p:txBody>
            <a:bodyPr wrap="none" rtlCol="0">
              <a:spAutoFit/>
            </a:bodyPr>
            <a:lstStyle/>
            <a:p>
              <a:r>
                <a:rPr kumimoji="1" lang="en-US" altLang="zh-CN" sz="2400" i="1" dirty="0">
                  <a:solidFill>
                    <a:schemeClr val="accent6">
                      <a:lumMod val="75000"/>
                    </a:schemeClr>
                  </a:solidFill>
                  <a:latin typeface="Arial" panose="020B0604020202020204" pitchFamily="34" charset="0"/>
                  <a:cs typeface="Arial" panose="020B0604020202020204" pitchFamily="34" charset="0"/>
                </a:rPr>
                <a:t>Real-world </a:t>
              </a:r>
              <a:r>
                <a:rPr kumimoji="1" lang="en-US" altLang="zh-CN" sz="2400" i="1" dirty="0">
                  <a:solidFill>
                    <a:schemeClr val="bg2">
                      <a:lumMod val="25000"/>
                    </a:schemeClr>
                  </a:solidFill>
                  <a:latin typeface="Arial" panose="020B0604020202020204" pitchFamily="34" charset="0"/>
                  <a:cs typeface="Arial" panose="020B0604020202020204" pitchFamily="34" charset="0"/>
                </a:rPr>
                <a:t>Java Projects (Averaged </a:t>
              </a:r>
              <a:r>
                <a:rPr kumimoji="1" lang="en-US" altLang="zh-CN" sz="2400" i="1" dirty="0">
                  <a:solidFill>
                    <a:schemeClr val="accent6">
                      <a:lumMod val="75000"/>
                    </a:schemeClr>
                  </a:solidFill>
                  <a:latin typeface="Arial" panose="020B0604020202020204" pitchFamily="34" charset="0"/>
                  <a:cs typeface="Arial" panose="020B0604020202020204" pitchFamily="34" charset="0"/>
                </a:rPr>
                <a:t>32.5K </a:t>
              </a:r>
              <a:r>
                <a:rPr kumimoji="1" lang="en-US" altLang="zh-CN" sz="2400" i="1" dirty="0" err="1">
                  <a:solidFill>
                    <a:schemeClr val="accent6">
                      <a:lumMod val="75000"/>
                    </a:schemeClr>
                  </a:solidFill>
                  <a:latin typeface="Arial" panose="020B0604020202020204" pitchFamily="34" charset="0"/>
                  <a:cs typeface="Arial" panose="020B0604020202020204" pitchFamily="34" charset="0"/>
                </a:rPr>
                <a:t>Github</a:t>
              </a:r>
              <a:r>
                <a:rPr kumimoji="1" lang="en-US" altLang="zh-CN" sz="2400" i="1" dirty="0">
                  <a:solidFill>
                    <a:schemeClr val="accent6">
                      <a:lumMod val="75000"/>
                    </a:schemeClr>
                  </a:solidFill>
                  <a:latin typeface="Arial" panose="020B0604020202020204" pitchFamily="34" charset="0"/>
                  <a:cs typeface="Arial" panose="020B0604020202020204" pitchFamily="34" charset="0"/>
                </a:rPr>
                <a:t> Stars</a:t>
              </a:r>
              <a:r>
                <a:rPr kumimoji="1" lang="en-US" altLang="zh-CN" sz="2400" i="1" dirty="0">
                  <a:solidFill>
                    <a:schemeClr val="bg2">
                      <a:lumMod val="25000"/>
                    </a:schemeClr>
                  </a:solidFill>
                  <a:latin typeface="Arial" panose="020B0604020202020204" pitchFamily="34" charset="0"/>
                  <a:cs typeface="Arial" panose="020B0604020202020204" pitchFamily="34" charset="0"/>
                </a:rPr>
                <a:t>)</a:t>
              </a:r>
              <a:endParaRPr kumimoji="1" lang="zh-CN" altLang="en-US" sz="2400" i="1" dirty="0">
                <a:solidFill>
                  <a:schemeClr val="bg2">
                    <a:lumMod val="25000"/>
                  </a:scheme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1824133"/>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9C91182D-38CD-0241-A35A-F34545A1DF9D}"/>
              </a:ext>
            </a:extLst>
          </p:cNvPr>
          <p:cNvSpPr/>
          <p:nvPr/>
        </p:nvSpPr>
        <p:spPr>
          <a:xfrm>
            <a:off x="445168" y="1427906"/>
            <a:ext cx="11297653" cy="776031"/>
          </a:xfrm>
          <a:prstGeom prst="rect">
            <a:avLst/>
          </a:prstGeom>
          <a:noFill/>
          <a:ln>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a:extLst>
              <a:ext uri="{FF2B5EF4-FFF2-40B4-BE49-F238E27FC236}">
                <a16:creationId xmlns:a16="http://schemas.microsoft.com/office/drawing/2014/main" id="{717F9368-4390-4B42-8BDD-AD693E29F2FF}"/>
              </a:ext>
            </a:extLst>
          </p:cNvPr>
          <p:cNvSpPr>
            <a:spLocks noGrp="1"/>
          </p:cNvSpPr>
          <p:nvPr>
            <p:ph type="title"/>
          </p:nvPr>
        </p:nvSpPr>
        <p:spPr/>
        <p:txBody>
          <a:bodyPr/>
          <a:lstStyle/>
          <a:p>
            <a:r>
              <a:rPr kumimoji="1" lang="en-US" altLang="zh-CN" dirty="0"/>
              <a:t>Evaluation - Results</a:t>
            </a:r>
            <a:endParaRPr kumimoji="1" lang="zh-CN" altLang="en-US" dirty="0"/>
          </a:p>
        </p:txBody>
      </p:sp>
      <p:sp>
        <p:nvSpPr>
          <p:cNvPr id="3" name="内容占位符 2">
            <a:extLst>
              <a:ext uri="{FF2B5EF4-FFF2-40B4-BE49-F238E27FC236}">
                <a16:creationId xmlns:a16="http://schemas.microsoft.com/office/drawing/2014/main" id="{579A6514-9703-634F-8FFD-57819230C17B}"/>
              </a:ext>
            </a:extLst>
          </p:cNvPr>
          <p:cNvSpPr>
            <a:spLocks noGrp="1"/>
          </p:cNvSpPr>
          <p:nvPr>
            <p:ph idx="1"/>
          </p:nvPr>
        </p:nvSpPr>
        <p:spPr>
          <a:xfrm>
            <a:off x="445168" y="2485291"/>
            <a:ext cx="11297653" cy="3691671"/>
          </a:xfrm>
        </p:spPr>
        <p:txBody>
          <a:bodyPr/>
          <a:lstStyle/>
          <a:p>
            <a:pPr>
              <a:lnSpc>
                <a:spcPct val="125000"/>
              </a:lnSpc>
            </a:pPr>
            <a:r>
              <a:rPr kumimoji="1" lang="en-US" altLang="zh-CN" dirty="0"/>
              <a:t>Dataflow Analyses: </a:t>
            </a:r>
            <a:r>
              <a:rPr kumimoji="1" lang="en-US" altLang="zh-CN" dirty="0">
                <a:solidFill>
                  <a:schemeClr val="accent6">
                    <a:lumMod val="75000"/>
                  </a:schemeClr>
                </a:solidFill>
              </a:rPr>
              <a:t>Live Variables </a:t>
            </a:r>
            <a:r>
              <a:rPr kumimoji="1" lang="en-US" altLang="zh-CN" dirty="0"/>
              <a:t>&amp; </a:t>
            </a:r>
            <a:r>
              <a:rPr kumimoji="1" lang="en-US" altLang="zh-CN" dirty="0">
                <a:solidFill>
                  <a:schemeClr val="accent6">
                    <a:lumMod val="75000"/>
                  </a:schemeClr>
                </a:solidFill>
              </a:rPr>
              <a:t>Reaching Definitions</a:t>
            </a:r>
          </a:p>
          <a:p>
            <a:pPr>
              <a:lnSpc>
                <a:spcPct val="125000"/>
              </a:lnSpc>
            </a:pPr>
            <a:r>
              <a:rPr kumimoji="1" lang="en-US" altLang="zh-CN" dirty="0">
                <a:solidFill>
                  <a:schemeClr val="accent1">
                    <a:lumMod val="75000"/>
                  </a:schemeClr>
                </a:solidFill>
              </a:rPr>
              <a:t>Correctness</a:t>
            </a:r>
          </a:p>
          <a:p>
            <a:pPr marL="457200" lvl="1" indent="0">
              <a:lnSpc>
                <a:spcPct val="125000"/>
              </a:lnSpc>
              <a:buNone/>
            </a:pPr>
            <a:r>
              <a:rPr kumimoji="1" lang="en-US" altLang="zh-CN" dirty="0">
                <a:latin typeface="Arial" panose="020B0604020202020204" pitchFamily="34" charset="0"/>
                <a:cs typeface="Arial" panose="020B0604020202020204" pitchFamily="34" charset="0"/>
              </a:rPr>
              <a:t>Produces </a:t>
            </a:r>
            <a:r>
              <a:rPr kumimoji="1" lang="en-US" altLang="zh-CN" i="1" dirty="0">
                <a:solidFill>
                  <a:srgbClr val="C00000"/>
                </a:solidFill>
                <a:latin typeface="Arial" panose="020B0604020202020204" pitchFamily="34" charset="0"/>
                <a:cs typeface="Arial" panose="020B0604020202020204" pitchFamily="34" charset="0"/>
              </a:rPr>
              <a:t>exactly the same analysis results</a:t>
            </a:r>
            <a:r>
              <a:rPr kumimoji="1" lang="en-US" altLang="zh-CN" dirty="0">
                <a:latin typeface="Arial" panose="020B0604020202020204" pitchFamily="34" charset="0"/>
                <a:cs typeface="Arial" panose="020B0604020202020204" pitchFamily="34" charset="0"/>
              </a:rPr>
              <a:t>, amounting to </a:t>
            </a:r>
            <a:r>
              <a:rPr kumimoji="1" lang="en-US" altLang="zh-CN" i="1" dirty="0">
                <a:solidFill>
                  <a:srgbClr val="C00000"/>
                </a:solidFill>
                <a:latin typeface="Arial" panose="020B0604020202020204" pitchFamily="34" charset="0"/>
                <a:cs typeface="Arial" panose="020B0604020202020204" pitchFamily="34" charset="0"/>
              </a:rPr>
              <a:t>75 billion bits</a:t>
            </a:r>
            <a:r>
              <a:rPr kumimoji="1" lang="en-US" altLang="zh-CN" dirty="0">
                <a:latin typeface="Arial" panose="020B0604020202020204" pitchFamily="34" charset="0"/>
                <a:cs typeface="Arial" panose="020B0604020202020204" pitchFamily="34" charset="0"/>
              </a:rPr>
              <a:t>.</a:t>
            </a:r>
          </a:p>
          <a:p>
            <a:pPr>
              <a:lnSpc>
                <a:spcPct val="125000"/>
              </a:lnSpc>
            </a:pPr>
            <a:r>
              <a:rPr kumimoji="1" lang="en-US" altLang="zh-CN" dirty="0">
                <a:solidFill>
                  <a:schemeClr val="accent1">
                    <a:lumMod val="75000"/>
                  </a:schemeClr>
                </a:solidFill>
              </a:rPr>
              <a:t>Performance</a:t>
            </a:r>
          </a:p>
          <a:p>
            <a:pPr marL="457200" lvl="1" indent="0">
              <a:lnSpc>
                <a:spcPct val="125000"/>
              </a:lnSpc>
              <a:buNone/>
            </a:pPr>
            <a:r>
              <a:rPr kumimoji="1" lang="en-US" altLang="zh-CN" dirty="0">
                <a:latin typeface="Arial" panose="020B0604020202020204" pitchFamily="34" charset="0"/>
                <a:cs typeface="Arial" panose="020B0604020202020204" pitchFamily="34" charset="0"/>
              </a:rPr>
              <a:t>A </a:t>
            </a:r>
            <a:r>
              <a:rPr kumimoji="1" lang="en-US" altLang="zh-CN" i="1" dirty="0">
                <a:latin typeface="Arial" panose="020B0604020202020204" pitchFamily="34" charset="0"/>
                <a:cs typeface="Arial" panose="020B0604020202020204" pitchFamily="34" charset="0"/>
              </a:rPr>
              <a:t>modest FPGA</a:t>
            </a:r>
            <a:r>
              <a:rPr kumimoji="1" lang="en-US" altLang="zh-CN" dirty="0">
                <a:latin typeface="Arial" panose="020B0604020202020204" pitchFamily="34" charset="0"/>
                <a:cs typeface="Arial" panose="020B0604020202020204" pitchFamily="34" charset="0"/>
              </a:rPr>
              <a:t> outperforms a </a:t>
            </a:r>
            <a:r>
              <a:rPr kumimoji="1" lang="en-US" altLang="zh-CN" i="1" dirty="0">
                <a:latin typeface="Arial" panose="020B0604020202020204" pitchFamily="34" charset="0"/>
                <a:cs typeface="Arial" panose="020B0604020202020204" pitchFamily="34" charset="0"/>
              </a:rPr>
              <a:t>server-grade CPU </a:t>
            </a:r>
            <a:r>
              <a:rPr kumimoji="1" lang="en-US" altLang="zh-CN" dirty="0">
                <a:latin typeface="Arial" panose="020B0604020202020204" pitchFamily="34" charset="0"/>
                <a:cs typeface="Arial" panose="020B0604020202020204" pitchFamily="34" charset="0"/>
              </a:rPr>
              <a:t>with an averaged</a:t>
            </a:r>
          </a:p>
          <a:p>
            <a:pPr marL="457200" lvl="1" indent="0">
              <a:lnSpc>
                <a:spcPct val="125000"/>
              </a:lnSpc>
              <a:buNone/>
            </a:pPr>
            <a:r>
              <a:rPr kumimoji="1" lang="en-US" altLang="zh-CN" i="1" dirty="0">
                <a:solidFill>
                  <a:srgbClr val="C00000"/>
                </a:solidFill>
                <a:latin typeface="Arial" panose="020B0604020202020204" pitchFamily="34" charset="0"/>
                <a:cs typeface="Arial" panose="020B0604020202020204" pitchFamily="34" charset="0"/>
              </a:rPr>
              <a:t>15.45x speedup for live variables </a:t>
            </a:r>
            <a:r>
              <a:rPr kumimoji="1" lang="en-US" altLang="zh-CN" dirty="0">
                <a:latin typeface="Arial" panose="020B0604020202020204" pitchFamily="34" charset="0"/>
                <a:cs typeface="Arial" panose="020B0604020202020204" pitchFamily="34" charset="0"/>
              </a:rPr>
              <a:t>and </a:t>
            </a:r>
            <a:r>
              <a:rPr kumimoji="1" lang="en-US" altLang="zh-CN" i="1" dirty="0">
                <a:solidFill>
                  <a:srgbClr val="C00000"/>
                </a:solidFill>
                <a:latin typeface="Arial" panose="020B0604020202020204" pitchFamily="34" charset="0"/>
                <a:cs typeface="Arial" panose="020B0604020202020204" pitchFamily="34" charset="0"/>
              </a:rPr>
              <a:t>12.32x speedup for reaching definitions</a:t>
            </a:r>
            <a:r>
              <a:rPr kumimoji="1" lang="en-US" altLang="zh-CN" dirty="0">
                <a:latin typeface="Arial" panose="020B0604020202020204" pitchFamily="34" charset="0"/>
                <a:cs typeface="Arial" panose="020B0604020202020204" pitchFamily="34" charset="0"/>
              </a:rPr>
              <a:t>.</a:t>
            </a:r>
            <a:endParaRPr kumimoji="1" lang="zh-CN" altLang="en-US" i="1" dirty="0">
              <a:solidFill>
                <a:srgbClr val="C00000"/>
              </a:solidFill>
              <a:latin typeface="Arial" panose="020B0604020202020204" pitchFamily="34" charset="0"/>
              <a:cs typeface="Arial" panose="020B0604020202020204" pitchFamily="34" charset="0"/>
            </a:endParaRPr>
          </a:p>
        </p:txBody>
      </p:sp>
      <p:sp>
        <p:nvSpPr>
          <p:cNvPr id="4" name="灯片编号占位符 3">
            <a:extLst>
              <a:ext uri="{FF2B5EF4-FFF2-40B4-BE49-F238E27FC236}">
                <a16:creationId xmlns:a16="http://schemas.microsoft.com/office/drawing/2014/main" id="{F83809AA-473E-814A-BF14-E51A4C505C70}"/>
              </a:ext>
            </a:extLst>
          </p:cNvPr>
          <p:cNvSpPr>
            <a:spLocks noGrp="1"/>
          </p:cNvSpPr>
          <p:nvPr>
            <p:ph type="sldNum" sz="quarter" idx="12"/>
          </p:nvPr>
        </p:nvSpPr>
        <p:spPr/>
        <p:txBody>
          <a:bodyPr/>
          <a:lstStyle/>
          <a:p>
            <a:fld id="{978860AA-0FA6-EE41-AD3E-89DCDAAFC63F}" type="slidenum">
              <a:rPr kumimoji="1" lang="zh-CN" altLang="en-US" smtClean="0"/>
              <a:t>23</a:t>
            </a:fld>
            <a:endParaRPr kumimoji="1" lang="zh-CN" altLang="en-US"/>
          </a:p>
        </p:txBody>
      </p:sp>
      <p:sp>
        <p:nvSpPr>
          <p:cNvPr id="5" name="文本框 4">
            <a:extLst>
              <a:ext uri="{FF2B5EF4-FFF2-40B4-BE49-F238E27FC236}">
                <a16:creationId xmlns:a16="http://schemas.microsoft.com/office/drawing/2014/main" id="{42A07BDE-7E0F-1547-9F19-C82B27C2A9DD}"/>
              </a:ext>
            </a:extLst>
          </p:cNvPr>
          <p:cNvSpPr txBox="1"/>
          <p:nvPr/>
        </p:nvSpPr>
        <p:spPr>
          <a:xfrm>
            <a:off x="644461" y="1641915"/>
            <a:ext cx="4852610" cy="369332"/>
          </a:xfrm>
          <a:prstGeom prst="rect">
            <a:avLst/>
          </a:prstGeom>
          <a:solidFill>
            <a:srgbClr val="E6F4FF"/>
          </a:solidFill>
        </p:spPr>
        <p:txBody>
          <a:bodyPr wrap="none" rtlCol="0" anchor="ctr">
            <a:spAutoFit/>
          </a:bodyPr>
          <a:lstStyle/>
          <a:p>
            <a:pPr algn="ctr"/>
            <a:r>
              <a:rPr kumimoji="1" lang="en-US" altLang="zh-CN" b="1" dirty="0" err="1">
                <a:cs typeface="Arial" panose="020B0604020202020204" pitchFamily="34" charset="0"/>
              </a:rPr>
              <a:t>FPGAFlow</a:t>
            </a:r>
            <a:r>
              <a:rPr kumimoji="1" lang="en-US" altLang="zh-CN" dirty="0">
                <a:cs typeface="Arial" panose="020B0604020202020204" pitchFamily="34" charset="0"/>
              </a:rPr>
              <a:t> on a Xilinx Zynq-7020 FPGA (</a:t>
            </a:r>
            <a:r>
              <a:rPr kumimoji="1" lang="en-US" altLang="zh-CN" b="1" dirty="0">
                <a:solidFill>
                  <a:srgbClr val="C00000"/>
                </a:solidFill>
                <a:cs typeface="Arial" panose="020B0604020202020204" pitchFamily="34" charset="0"/>
              </a:rPr>
              <a:t>55 MHz</a:t>
            </a:r>
            <a:r>
              <a:rPr kumimoji="1" lang="en-US" altLang="zh-CN" dirty="0">
                <a:cs typeface="Arial" panose="020B0604020202020204" pitchFamily="34" charset="0"/>
              </a:rPr>
              <a:t>) </a:t>
            </a:r>
            <a:endParaRPr kumimoji="1" lang="zh-CN" altLang="en-US" dirty="0">
              <a:cs typeface="Arial" panose="020B0604020202020204" pitchFamily="34" charset="0"/>
            </a:endParaRPr>
          </a:p>
        </p:txBody>
      </p:sp>
      <p:sp>
        <p:nvSpPr>
          <p:cNvPr id="6" name="文本框 5">
            <a:extLst>
              <a:ext uri="{FF2B5EF4-FFF2-40B4-BE49-F238E27FC236}">
                <a16:creationId xmlns:a16="http://schemas.microsoft.com/office/drawing/2014/main" id="{BBC68B59-A878-2A42-9A44-F22D6F0E075F}"/>
              </a:ext>
            </a:extLst>
          </p:cNvPr>
          <p:cNvSpPr txBox="1"/>
          <p:nvPr/>
        </p:nvSpPr>
        <p:spPr>
          <a:xfrm>
            <a:off x="6244247" y="1631254"/>
            <a:ext cx="5321265" cy="369332"/>
          </a:xfrm>
          <a:prstGeom prst="rect">
            <a:avLst/>
          </a:prstGeom>
          <a:solidFill>
            <a:schemeClr val="accent6">
              <a:lumMod val="20000"/>
              <a:lumOff val="80000"/>
              <a:alpha val="50000"/>
            </a:schemeClr>
          </a:solidFill>
        </p:spPr>
        <p:txBody>
          <a:bodyPr wrap="none" rtlCol="0" anchor="ctr">
            <a:spAutoFit/>
          </a:bodyPr>
          <a:lstStyle/>
          <a:p>
            <a:pPr algn="ctr"/>
            <a:r>
              <a:rPr kumimoji="1" lang="en-US" altLang="zh-CN" b="1" dirty="0">
                <a:cs typeface="Arial" panose="020B0604020202020204" pitchFamily="34" charset="0"/>
              </a:rPr>
              <a:t>Tai-e</a:t>
            </a:r>
            <a:r>
              <a:rPr kumimoji="1" lang="en-US" altLang="zh-CN" dirty="0">
                <a:cs typeface="Arial" panose="020B0604020202020204" pitchFamily="34" charset="0"/>
              </a:rPr>
              <a:t> on an Intel Xeon Silver 4114 CPU (</a:t>
            </a:r>
            <a:r>
              <a:rPr kumimoji="1" lang="en-US" altLang="zh-CN" b="1" dirty="0">
                <a:solidFill>
                  <a:srgbClr val="C00000"/>
                </a:solidFill>
                <a:cs typeface="Arial" panose="020B0604020202020204" pitchFamily="34" charset="0"/>
              </a:rPr>
              <a:t>2.20–3.00 GHz</a:t>
            </a:r>
            <a:r>
              <a:rPr kumimoji="1" lang="en-US" altLang="zh-CN" dirty="0">
                <a:cs typeface="Arial" panose="020B0604020202020204" pitchFamily="34" charset="0"/>
              </a:rPr>
              <a:t>)</a:t>
            </a:r>
            <a:endParaRPr kumimoji="1" lang="zh-CN" altLang="en-US" dirty="0">
              <a:cs typeface="Arial" panose="020B0604020202020204" pitchFamily="34" charset="0"/>
            </a:endParaRPr>
          </a:p>
        </p:txBody>
      </p:sp>
      <p:sp>
        <p:nvSpPr>
          <p:cNvPr id="7" name="文本框 6">
            <a:extLst>
              <a:ext uri="{FF2B5EF4-FFF2-40B4-BE49-F238E27FC236}">
                <a16:creationId xmlns:a16="http://schemas.microsoft.com/office/drawing/2014/main" id="{398B7879-A874-C44A-B8AF-5C6C90DC79F9}"/>
              </a:ext>
            </a:extLst>
          </p:cNvPr>
          <p:cNvSpPr txBox="1"/>
          <p:nvPr/>
        </p:nvSpPr>
        <p:spPr>
          <a:xfrm>
            <a:off x="5567600" y="1595748"/>
            <a:ext cx="567307" cy="461665"/>
          </a:xfrm>
          <a:prstGeom prst="rect">
            <a:avLst/>
          </a:prstGeom>
          <a:noFill/>
        </p:spPr>
        <p:txBody>
          <a:bodyPr wrap="square" rtlCol="0" anchor="ctr">
            <a:spAutoFit/>
          </a:bodyPr>
          <a:lstStyle/>
          <a:p>
            <a:pPr algn="ctr"/>
            <a:r>
              <a:rPr kumimoji="1" lang="en-US" altLang="zh-CN" sz="2400" b="1" dirty="0">
                <a:solidFill>
                  <a:srgbClr val="C00000"/>
                </a:solidFill>
              </a:rPr>
              <a:t>vs.</a:t>
            </a:r>
            <a:endParaRPr kumimoji="1" lang="zh-CN" altLang="en-US" sz="2400" b="1" dirty="0">
              <a:solidFill>
                <a:srgbClr val="C00000"/>
              </a:solidFill>
            </a:endParaRPr>
          </a:p>
        </p:txBody>
      </p:sp>
    </p:spTree>
    <p:extLst>
      <p:ext uri="{BB962C8B-B14F-4D97-AF65-F5344CB8AC3E}">
        <p14:creationId xmlns:p14="http://schemas.microsoft.com/office/powerpoint/2010/main" val="832502977"/>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4D2B94-1262-9240-8EB9-1829913C31EE}"/>
              </a:ext>
            </a:extLst>
          </p:cNvPr>
          <p:cNvSpPr>
            <a:spLocks noGrp="1"/>
          </p:cNvSpPr>
          <p:nvPr>
            <p:ph type="title"/>
          </p:nvPr>
        </p:nvSpPr>
        <p:spPr/>
        <p:txBody>
          <a:bodyPr/>
          <a:lstStyle/>
          <a:p>
            <a:r>
              <a:rPr kumimoji="1" lang="en-US" altLang="zh-CN" dirty="0"/>
              <a:t>Conclusion</a:t>
            </a:r>
            <a:endParaRPr kumimoji="1" lang="zh-CN" altLang="en-US" dirty="0"/>
          </a:p>
        </p:txBody>
      </p:sp>
      <p:sp>
        <p:nvSpPr>
          <p:cNvPr id="3" name="内容占位符 2">
            <a:extLst>
              <a:ext uri="{FF2B5EF4-FFF2-40B4-BE49-F238E27FC236}">
                <a16:creationId xmlns:a16="http://schemas.microsoft.com/office/drawing/2014/main" id="{45187B60-0D49-194C-B2FE-0C56B61C7442}"/>
              </a:ext>
            </a:extLst>
          </p:cNvPr>
          <p:cNvSpPr>
            <a:spLocks noGrp="1"/>
          </p:cNvSpPr>
          <p:nvPr>
            <p:ph idx="1"/>
          </p:nvPr>
        </p:nvSpPr>
        <p:spPr>
          <a:xfrm>
            <a:off x="445168" y="1419726"/>
            <a:ext cx="11297653" cy="5073149"/>
          </a:xfrm>
        </p:spPr>
        <p:txBody>
          <a:bodyPr>
            <a:normAutofit/>
          </a:bodyPr>
          <a:lstStyle/>
          <a:p>
            <a:pPr>
              <a:lnSpc>
                <a:spcPct val="150000"/>
              </a:lnSpc>
            </a:pPr>
            <a:r>
              <a:rPr kumimoji="1" lang="en-US" altLang="zh-CN" b="1" dirty="0">
                <a:solidFill>
                  <a:schemeClr val="accent1">
                    <a:lumMod val="75000"/>
                  </a:schemeClr>
                </a:solidFill>
              </a:rPr>
              <a:t>Exploration</a:t>
            </a:r>
          </a:p>
          <a:p>
            <a:pPr marL="457200" lvl="1" indent="0">
              <a:lnSpc>
                <a:spcPct val="150000"/>
              </a:lnSpc>
              <a:buNone/>
            </a:pPr>
            <a:r>
              <a:rPr kumimoji="1" lang="en-US" altLang="zh-CN" dirty="0">
                <a:cs typeface="Arial" panose="020B0604020202020204" pitchFamily="34" charset="0"/>
              </a:rPr>
              <a:t>Design </a:t>
            </a:r>
            <a:r>
              <a:rPr kumimoji="1" lang="en-US" altLang="zh-CN" dirty="0">
                <a:solidFill>
                  <a:srgbClr val="C00000"/>
                </a:solidFill>
                <a:cs typeface="Arial" panose="020B0604020202020204" pitchFamily="34" charset="0"/>
              </a:rPr>
              <a:t>the first specialized hardware for static analysis</a:t>
            </a:r>
            <a:r>
              <a:rPr kumimoji="1" lang="en-US" altLang="zh-CN" dirty="0">
                <a:cs typeface="Arial" panose="020B0604020202020204" pitchFamily="34" charset="0"/>
              </a:rPr>
              <a:t>.</a:t>
            </a:r>
          </a:p>
          <a:p>
            <a:pPr marL="914400" lvl="2" indent="0">
              <a:lnSpc>
                <a:spcPct val="150000"/>
              </a:lnSpc>
              <a:buNone/>
            </a:pPr>
            <a:r>
              <a:rPr kumimoji="1" lang="en-US" altLang="zh-CN" i="1" dirty="0">
                <a:solidFill>
                  <a:schemeClr val="bg2">
                    <a:lumMod val="25000"/>
                  </a:schemeClr>
                </a:solidFill>
                <a:latin typeface="Arial" panose="020B0604020202020204" pitchFamily="34" charset="0"/>
                <a:cs typeface="Arial" panose="020B0604020202020204" pitchFamily="34" charset="0"/>
              </a:rPr>
              <a:t>We start with </a:t>
            </a:r>
            <a:r>
              <a:rPr kumimoji="1" lang="en-US" altLang="zh-CN" i="1" dirty="0">
                <a:solidFill>
                  <a:schemeClr val="accent1">
                    <a:lumMod val="75000"/>
                  </a:schemeClr>
                </a:solidFill>
                <a:latin typeface="Arial" panose="020B0604020202020204" pitchFamily="34" charset="0"/>
                <a:cs typeface="Arial" panose="020B0604020202020204" pitchFamily="34" charset="0"/>
              </a:rPr>
              <a:t>FPGA</a:t>
            </a:r>
            <a:r>
              <a:rPr kumimoji="1" lang="en-US" altLang="zh-CN" i="1" dirty="0">
                <a:solidFill>
                  <a:schemeClr val="bg2">
                    <a:lumMod val="50000"/>
                  </a:schemeClr>
                </a:solidFill>
                <a:latin typeface="Arial" panose="020B0604020202020204" pitchFamily="34" charset="0"/>
                <a:cs typeface="Arial" panose="020B0604020202020204" pitchFamily="34" charset="0"/>
              </a:rPr>
              <a:t> </a:t>
            </a:r>
            <a:r>
              <a:rPr kumimoji="1" lang="en-US" altLang="zh-CN" i="1" dirty="0">
                <a:solidFill>
                  <a:schemeClr val="bg2">
                    <a:lumMod val="25000"/>
                  </a:schemeClr>
                </a:solidFill>
                <a:latin typeface="Arial" panose="020B0604020202020204" pitchFamily="34" charset="0"/>
                <a:cs typeface="Arial" panose="020B0604020202020204" pitchFamily="34" charset="0"/>
              </a:rPr>
              <a:t>and</a:t>
            </a:r>
            <a:r>
              <a:rPr kumimoji="1" lang="en-US" altLang="zh-CN" i="1" dirty="0">
                <a:solidFill>
                  <a:schemeClr val="bg2">
                    <a:lumMod val="50000"/>
                  </a:schemeClr>
                </a:solidFill>
                <a:latin typeface="Arial" panose="020B0604020202020204" pitchFamily="34" charset="0"/>
                <a:cs typeface="Arial" panose="020B0604020202020204" pitchFamily="34" charset="0"/>
              </a:rPr>
              <a:t> </a:t>
            </a:r>
            <a:r>
              <a:rPr kumimoji="1" lang="en-US" altLang="zh-CN" i="1" dirty="0">
                <a:solidFill>
                  <a:schemeClr val="accent6">
                    <a:lumMod val="75000"/>
                  </a:schemeClr>
                </a:solidFill>
                <a:latin typeface="Arial" panose="020B0604020202020204" pitchFamily="34" charset="0"/>
                <a:cs typeface="Arial" panose="020B0604020202020204" pitchFamily="34" charset="0"/>
              </a:rPr>
              <a:t>dataflow analysis</a:t>
            </a:r>
            <a:r>
              <a:rPr kumimoji="1" lang="en-US" altLang="zh-CN" i="1" dirty="0">
                <a:solidFill>
                  <a:schemeClr val="bg2">
                    <a:lumMod val="25000"/>
                  </a:schemeClr>
                </a:solidFill>
                <a:latin typeface="Arial" panose="020B0604020202020204" pitchFamily="34" charset="0"/>
                <a:cs typeface="Arial" panose="020B0604020202020204" pitchFamily="34" charset="0"/>
              </a:rPr>
              <a:t>.</a:t>
            </a:r>
          </a:p>
          <a:p>
            <a:pPr marL="914400" lvl="2" indent="0">
              <a:lnSpc>
                <a:spcPct val="150000"/>
              </a:lnSpc>
              <a:buNone/>
            </a:pPr>
            <a:endParaRPr kumimoji="1" lang="en-US" altLang="zh-CN" i="1" dirty="0">
              <a:solidFill>
                <a:schemeClr val="bg2">
                  <a:lumMod val="25000"/>
                </a:schemeClr>
              </a:solidFill>
              <a:latin typeface="Arial" panose="020B0604020202020204" pitchFamily="34" charset="0"/>
              <a:cs typeface="Arial" panose="020B0604020202020204" pitchFamily="34" charset="0"/>
            </a:endParaRPr>
          </a:p>
          <a:p>
            <a:pPr>
              <a:lnSpc>
                <a:spcPct val="150000"/>
              </a:lnSpc>
            </a:pPr>
            <a:r>
              <a:rPr kumimoji="1" lang="en-US" altLang="zh-CN" b="1" dirty="0">
                <a:solidFill>
                  <a:schemeClr val="accent2">
                    <a:lumMod val="75000"/>
                  </a:schemeClr>
                </a:solidFill>
              </a:rPr>
              <a:t>Vision</a:t>
            </a:r>
          </a:p>
          <a:p>
            <a:pPr marL="457200" lvl="1" indent="0">
              <a:lnSpc>
                <a:spcPct val="150000"/>
              </a:lnSpc>
              <a:buNone/>
            </a:pPr>
            <a:r>
              <a:rPr kumimoji="1" lang="en-US" altLang="zh-CN" dirty="0">
                <a:solidFill>
                  <a:schemeClr val="accent1">
                    <a:lumMod val="75000"/>
                  </a:schemeClr>
                </a:solidFill>
              </a:rPr>
              <a:t>Accelerate static analyses by plugging an accelerator card into the host machine.</a:t>
            </a:r>
          </a:p>
          <a:p>
            <a:pPr marL="914400" lvl="2" indent="0">
              <a:lnSpc>
                <a:spcPct val="150000"/>
              </a:lnSpc>
              <a:buNone/>
            </a:pPr>
            <a:r>
              <a:rPr kumimoji="1" lang="en-US" altLang="zh-CN" i="1" dirty="0">
                <a:latin typeface="Arial" panose="020B0604020202020204" pitchFamily="34" charset="0"/>
                <a:cs typeface="Arial" panose="020B0604020202020204" pitchFamily="34" charset="0"/>
              </a:rPr>
              <a:t>Success of such a paradigm has already been demonstrated in many other fields,</a:t>
            </a:r>
          </a:p>
          <a:p>
            <a:pPr marL="914400" lvl="2" indent="0">
              <a:lnSpc>
                <a:spcPct val="150000"/>
              </a:lnSpc>
              <a:buNone/>
            </a:pPr>
            <a:r>
              <a:rPr kumimoji="1" lang="en-US" altLang="zh-CN" i="1" dirty="0">
                <a:latin typeface="Arial" panose="020B0604020202020204" pitchFamily="34" charset="0"/>
                <a:cs typeface="Arial" panose="020B0604020202020204" pitchFamily="34" charset="0"/>
              </a:rPr>
              <a:t>e.g., graphics, deep learning, simulation, bioinformatics, image processing, etc.</a:t>
            </a:r>
          </a:p>
        </p:txBody>
      </p:sp>
      <p:sp>
        <p:nvSpPr>
          <p:cNvPr id="4" name="灯片编号占位符 3">
            <a:extLst>
              <a:ext uri="{FF2B5EF4-FFF2-40B4-BE49-F238E27FC236}">
                <a16:creationId xmlns:a16="http://schemas.microsoft.com/office/drawing/2014/main" id="{6D759A50-442F-884D-B6B6-EAF939614755}"/>
              </a:ext>
            </a:extLst>
          </p:cNvPr>
          <p:cNvSpPr>
            <a:spLocks noGrp="1"/>
          </p:cNvSpPr>
          <p:nvPr>
            <p:ph type="sldNum" sz="quarter" idx="12"/>
          </p:nvPr>
        </p:nvSpPr>
        <p:spPr/>
        <p:txBody>
          <a:bodyPr/>
          <a:lstStyle/>
          <a:p>
            <a:fld id="{978860AA-0FA6-EE41-AD3E-89DCDAAFC63F}" type="slidenum">
              <a:rPr kumimoji="1" lang="zh-CN" altLang="en-US" smtClean="0"/>
              <a:t>24</a:t>
            </a:fld>
            <a:endParaRPr kumimoji="1" lang="zh-CN" altLang="en-US"/>
          </a:p>
        </p:txBody>
      </p:sp>
      <p:pic>
        <p:nvPicPr>
          <p:cNvPr id="5" name="图片 4">
            <a:extLst>
              <a:ext uri="{FF2B5EF4-FFF2-40B4-BE49-F238E27FC236}">
                <a16:creationId xmlns:a16="http://schemas.microsoft.com/office/drawing/2014/main" id="{5336D675-9556-0D49-A970-EBEC489AE388}"/>
              </a:ext>
            </a:extLst>
          </p:cNvPr>
          <p:cNvPicPr>
            <a:picLocks noChangeAspect="1"/>
          </p:cNvPicPr>
          <p:nvPr/>
        </p:nvPicPr>
        <p:blipFill>
          <a:blip r:embed="rId3"/>
          <a:stretch>
            <a:fillRect/>
          </a:stretch>
        </p:blipFill>
        <p:spPr>
          <a:xfrm>
            <a:off x="8360920" y="1419726"/>
            <a:ext cx="3075235" cy="23064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7939039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F4AC4C-0B24-8F44-844B-5AF09679E6E5}"/>
              </a:ext>
            </a:extLst>
          </p:cNvPr>
          <p:cNvSpPr>
            <a:spLocks noGrp="1"/>
          </p:cNvSpPr>
          <p:nvPr>
            <p:ph type="title"/>
          </p:nvPr>
        </p:nvSpPr>
        <p:spPr/>
        <p:txBody>
          <a:bodyPr/>
          <a:lstStyle/>
          <a:p>
            <a:r>
              <a:rPr kumimoji="1" lang="en-US" altLang="zh-CN" dirty="0"/>
              <a:t>Backup</a:t>
            </a:r>
            <a:endParaRPr kumimoji="1" lang="zh-CN" altLang="en-US" dirty="0"/>
          </a:p>
        </p:txBody>
      </p:sp>
      <p:pic>
        <p:nvPicPr>
          <p:cNvPr id="5" name="内容占位符 4">
            <a:extLst>
              <a:ext uri="{FF2B5EF4-FFF2-40B4-BE49-F238E27FC236}">
                <a16:creationId xmlns:a16="http://schemas.microsoft.com/office/drawing/2014/main" id="{2523C642-6CF7-1547-B0EB-8786E60B0F78}"/>
              </a:ext>
            </a:extLst>
          </p:cNvPr>
          <p:cNvPicPr>
            <a:picLocks noGrp="1" noChangeAspect="1"/>
          </p:cNvPicPr>
          <p:nvPr>
            <p:ph idx="1"/>
          </p:nvPr>
        </p:nvPicPr>
        <p:blipFill>
          <a:blip r:embed="rId2"/>
          <a:stretch>
            <a:fillRect/>
          </a:stretch>
        </p:blipFill>
        <p:spPr>
          <a:xfrm>
            <a:off x="3169952" y="228600"/>
            <a:ext cx="7292490" cy="6492875"/>
          </a:xfrm>
          <a:prstGeom prst="rect">
            <a:avLst/>
          </a:prstGeom>
        </p:spPr>
      </p:pic>
      <p:sp>
        <p:nvSpPr>
          <p:cNvPr id="4" name="灯片编号占位符 3">
            <a:extLst>
              <a:ext uri="{FF2B5EF4-FFF2-40B4-BE49-F238E27FC236}">
                <a16:creationId xmlns:a16="http://schemas.microsoft.com/office/drawing/2014/main" id="{2D5F0C61-3837-9649-894E-B907D924A3BF}"/>
              </a:ext>
            </a:extLst>
          </p:cNvPr>
          <p:cNvSpPr>
            <a:spLocks noGrp="1"/>
          </p:cNvSpPr>
          <p:nvPr>
            <p:ph type="sldNum" sz="quarter" idx="12"/>
          </p:nvPr>
        </p:nvSpPr>
        <p:spPr/>
        <p:txBody>
          <a:bodyPr/>
          <a:lstStyle/>
          <a:p>
            <a:fld id="{978860AA-0FA6-EE41-AD3E-89DCDAAFC63F}" type="slidenum">
              <a:rPr kumimoji="1" lang="zh-CN" altLang="en-US" smtClean="0"/>
              <a:t>25</a:t>
            </a:fld>
            <a:endParaRPr kumimoji="1" lang="zh-CN" altLang="en-US"/>
          </a:p>
        </p:txBody>
      </p:sp>
    </p:spTree>
    <p:extLst>
      <p:ext uri="{BB962C8B-B14F-4D97-AF65-F5344CB8AC3E}">
        <p14:creationId xmlns:p14="http://schemas.microsoft.com/office/powerpoint/2010/main" val="35301717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FCEC9D-B1AB-1A48-BB86-3E598F749F61}"/>
              </a:ext>
            </a:extLst>
          </p:cNvPr>
          <p:cNvSpPr>
            <a:spLocks noGrp="1"/>
          </p:cNvSpPr>
          <p:nvPr>
            <p:ph type="title"/>
          </p:nvPr>
        </p:nvSpPr>
        <p:spPr/>
        <p:txBody>
          <a:bodyPr/>
          <a:lstStyle/>
          <a:p>
            <a:r>
              <a:rPr kumimoji="1" lang="en-US" altLang="zh-CN" dirty="0"/>
              <a:t>Backup</a:t>
            </a:r>
            <a:endParaRPr kumimoji="1" lang="zh-CN" altLang="en-US" dirty="0"/>
          </a:p>
        </p:txBody>
      </p:sp>
      <p:pic>
        <p:nvPicPr>
          <p:cNvPr id="5" name="内容占位符 4">
            <a:extLst>
              <a:ext uri="{FF2B5EF4-FFF2-40B4-BE49-F238E27FC236}">
                <a16:creationId xmlns:a16="http://schemas.microsoft.com/office/drawing/2014/main" id="{9F8E3499-A37D-3342-9A4B-64751535FF44}"/>
              </a:ext>
            </a:extLst>
          </p:cNvPr>
          <p:cNvPicPr>
            <a:picLocks noGrp="1" noChangeAspect="1"/>
          </p:cNvPicPr>
          <p:nvPr>
            <p:ph idx="1"/>
          </p:nvPr>
        </p:nvPicPr>
        <p:blipFill>
          <a:blip r:embed="rId2"/>
          <a:stretch>
            <a:fillRect/>
          </a:stretch>
        </p:blipFill>
        <p:spPr>
          <a:xfrm>
            <a:off x="2932724" y="411162"/>
            <a:ext cx="7963736" cy="6127750"/>
          </a:xfrm>
          <a:prstGeom prst="rect">
            <a:avLst/>
          </a:prstGeom>
        </p:spPr>
      </p:pic>
      <p:sp>
        <p:nvSpPr>
          <p:cNvPr id="4" name="灯片编号占位符 3">
            <a:extLst>
              <a:ext uri="{FF2B5EF4-FFF2-40B4-BE49-F238E27FC236}">
                <a16:creationId xmlns:a16="http://schemas.microsoft.com/office/drawing/2014/main" id="{35751EFA-20A4-7347-AA16-A0623EA05D1D}"/>
              </a:ext>
            </a:extLst>
          </p:cNvPr>
          <p:cNvSpPr>
            <a:spLocks noGrp="1"/>
          </p:cNvSpPr>
          <p:nvPr>
            <p:ph type="sldNum" sz="quarter" idx="12"/>
          </p:nvPr>
        </p:nvSpPr>
        <p:spPr/>
        <p:txBody>
          <a:bodyPr/>
          <a:lstStyle/>
          <a:p>
            <a:fld id="{978860AA-0FA6-EE41-AD3E-89DCDAAFC63F}" type="slidenum">
              <a:rPr kumimoji="1" lang="zh-CN" altLang="en-US" smtClean="0"/>
              <a:t>26</a:t>
            </a:fld>
            <a:endParaRPr kumimoji="1" lang="zh-CN" altLang="en-US"/>
          </a:p>
        </p:txBody>
      </p:sp>
    </p:spTree>
    <p:extLst>
      <p:ext uri="{BB962C8B-B14F-4D97-AF65-F5344CB8AC3E}">
        <p14:creationId xmlns:p14="http://schemas.microsoft.com/office/powerpoint/2010/main" val="219823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36723F-219D-2B4D-8168-34BE929590AC}"/>
              </a:ext>
            </a:extLst>
          </p:cNvPr>
          <p:cNvSpPr>
            <a:spLocks noGrp="1"/>
          </p:cNvSpPr>
          <p:nvPr>
            <p:ph type="title"/>
          </p:nvPr>
        </p:nvSpPr>
        <p:spPr/>
        <p:txBody>
          <a:bodyPr/>
          <a:lstStyle/>
          <a:p>
            <a:r>
              <a:rPr kumimoji="1" lang="en-US" altLang="zh-CN" dirty="0"/>
              <a:t>Backup</a:t>
            </a:r>
            <a:endParaRPr kumimoji="1" lang="zh-CN" altLang="en-US" dirty="0"/>
          </a:p>
        </p:txBody>
      </p:sp>
      <p:sp>
        <p:nvSpPr>
          <p:cNvPr id="4" name="灯片编号占位符 3">
            <a:extLst>
              <a:ext uri="{FF2B5EF4-FFF2-40B4-BE49-F238E27FC236}">
                <a16:creationId xmlns:a16="http://schemas.microsoft.com/office/drawing/2014/main" id="{399FCAB3-F69A-0042-98D8-A95486834635}"/>
              </a:ext>
            </a:extLst>
          </p:cNvPr>
          <p:cNvSpPr>
            <a:spLocks noGrp="1"/>
          </p:cNvSpPr>
          <p:nvPr>
            <p:ph type="sldNum" sz="quarter" idx="12"/>
          </p:nvPr>
        </p:nvSpPr>
        <p:spPr/>
        <p:txBody>
          <a:bodyPr/>
          <a:lstStyle/>
          <a:p>
            <a:fld id="{978860AA-0FA6-EE41-AD3E-89DCDAAFC63F}" type="slidenum">
              <a:rPr kumimoji="1" lang="zh-CN" altLang="en-US" smtClean="0"/>
              <a:t>27</a:t>
            </a:fld>
            <a:endParaRPr kumimoji="1" lang="zh-CN" altLang="en-US"/>
          </a:p>
        </p:txBody>
      </p:sp>
      <p:pic>
        <p:nvPicPr>
          <p:cNvPr id="5" name="图片 4">
            <a:extLst>
              <a:ext uri="{FF2B5EF4-FFF2-40B4-BE49-F238E27FC236}">
                <a16:creationId xmlns:a16="http://schemas.microsoft.com/office/drawing/2014/main" id="{9BD4036D-2D43-3049-81DE-84368F1D5F94}"/>
              </a:ext>
            </a:extLst>
          </p:cNvPr>
          <p:cNvPicPr>
            <a:picLocks noChangeAspect="1"/>
          </p:cNvPicPr>
          <p:nvPr/>
        </p:nvPicPr>
        <p:blipFill>
          <a:blip r:embed="rId2"/>
          <a:stretch>
            <a:fillRect/>
          </a:stretch>
        </p:blipFill>
        <p:spPr>
          <a:xfrm>
            <a:off x="2867891" y="365125"/>
            <a:ext cx="8046682" cy="6188845"/>
          </a:xfrm>
          <a:prstGeom prst="rect">
            <a:avLst/>
          </a:prstGeom>
        </p:spPr>
      </p:pic>
    </p:spTree>
    <p:extLst>
      <p:ext uri="{BB962C8B-B14F-4D97-AF65-F5344CB8AC3E}">
        <p14:creationId xmlns:p14="http://schemas.microsoft.com/office/powerpoint/2010/main" val="2677568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1133C5-FFC8-9941-8E66-D6B9660C8C04}"/>
              </a:ext>
            </a:extLst>
          </p:cNvPr>
          <p:cNvSpPr>
            <a:spLocks noGrp="1"/>
          </p:cNvSpPr>
          <p:nvPr>
            <p:ph type="title"/>
          </p:nvPr>
        </p:nvSpPr>
        <p:spPr/>
        <p:txBody>
          <a:bodyPr/>
          <a:lstStyle/>
          <a:p>
            <a:endParaRPr kumimoji="1" lang="zh-CN" altLang="en-US"/>
          </a:p>
        </p:txBody>
      </p:sp>
      <p:pic>
        <p:nvPicPr>
          <p:cNvPr id="6" name="内容占位符 5">
            <a:extLst>
              <a:ext uri="{FF2B5EF4-FFF2-40B4-BE49-F238E27FC236}">
                <a16:creationId xmlns:a16="http://schemas.microsoft.com/office/drawing/2014/main" id="{177709DF-8CEC-D046-B3F2-E7D17CFF0DFC}"/>
              </a:ext>
            </a:extLst>
          </p:cNvPr>
          <p:cNvPicPr>
            <a:picLocks noGrp="1" noChangeAspect="1"/>
          </p:cNvPicPr>
          <p:nvPr>
            <p:ph idx="1"/>
          </p:nvPr>
        </p:nvPicPr>
        <p:blipFill>
          <a:blip r:embed="rId2"/>
          <a:stretch>
            <a:fillRect/>
          </a:stretch>
        </p:blipFill>
        <p:spPr>
          <a:xfrm>
            <a:off x="256902" y="500784"/>
            <a:ext cx="11485919" cy="5855566"/>
          </a:xfrm>
        </p:spPr>
      </p:pic>
      <p:sp>
        <p:nvSpPr>
          <p:cNvPr id="4" name="灯片编号占位符 3">
            <a:extLst>
              <a:ext uri="{FF2B5EF4-FFF2-40B4-BE49-F238E27FC236}">
                <a16:creationId xmlns:a16="http://schemas.microsoft.com/office/drawing/2014/main" id="{81939FB9-EC70-1C4D-8F1F-36D1F43FCE61}"/>
              </a:ext>
            </a:extLst>
          </p:cNvPr>
          <p:cNvSpPr>
            <a:spLocks noGrp="1"/>
          </p:cNvSpPr>
          <p:nvPr>
            <p:ph type="sldNum" sz="quarter" idx="12"/>
          </p:nvPr>
        </p:nvSpPr>
        <p:spPr/>
        <p:txBody>
          <a:bodyPr/>
          <a:lstStyle/>
          <a:p>
            <a:fld id="{978860AA-0FA6-EE41-AD3E-89DCDAAFC63F}" type="slidenum">
              <a:rPr kumimoji="1" lang="zh-CN" altLang="en-US" smtClean="0"/>
              <a:t>28</a:t>
            </a:fld>
            <a:endParaRPr kumimoji="1" lang="zh-CN" altLang="en-US"/>
          </a:p>
        </p:txBody>
      </p:sp>
    </p:spTree>
    <p:extLst>
      <p:ext uri="{BB962C8B-B14F-4D97-AF65-F5344CB8AC3E}">
        <p14:creationId xmlns:p14="http://schemas.microsoft.com/office/powerpoint/2010/main" val="29933881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5007874015745,&quot;top&quot;:115.91692913385828,&quot;width&quot;:281.0630708661418}"/>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2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2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2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3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32.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33.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39.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ags/tag240.xml><?xml version="1.0" encoding="utf-8"?>
<p:tagLst xmlns:a="http://schemas.openxmlformats.org/drawingml/2006/main" xmlns:r="http://schemas.openxmlformats.org/officeDocument/2006/relationships" xmlns:p="http://schemas.openxmlformats.org/presentationml/2006/main">
  <p:tag name="KSO_WM_DIAGRAM_VIRTUALLY_FRAME" val="{&quot;height&quot;:253.39732283464568,&quot;left&quot;:242.60007874015747,&quot;top&quot;:115.91692913385828,&quot;width&quot;:281.713070866141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6605</TotalTime>
  <Words>2885</Words>
  <Application>Microsoft Macintosh PowerPoint</Application>
  <PresentationFormat>宽屏</PresentationFormat>
  <Paragraphs>709</Paragraphs>
  <Slides>28</Slides>
  <Notes>24</Notes>
  <HiddenSlides>4</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28</vt:i4>
      </vt:variant>
    </vt:vector>
  </HeadingPairs>
  <TitlesOfParts>
    <vt:vector size="35" baseType="lpstr">
      <vt:lpstr>Times New Roman</vt:lpstr>
      <vt:lpstr>Candara</vt:lpstr>
      <vt:lpstr>Cambria Math</vt:lpstr>
      <vt:lpstr>等线</vt:lpstr>
      <vt:lpstr>Arial</vt:lpstr>
      <vt:lpstr>Consolas</vt:lpstr>
      <vt:lpstr>Office 主题​​</vt:lpstr>
      <vt:lpstr>When FPGA Meets Dataflow Analysis (An Explorative Step)</vt:lpstr>
      <vt:lpstr>Dataflow Analysis</vt:lpstr>
      <vt:lpstr>Analysis-Acceleration</vt:lpstr>
      <vt:lpstr>Research Question</vt:lpstr>
      <vt:lpstr>Research Question: An Explorative Step</vt:lpstr>
      <vt:lpstr>An Explorative Step</vt:lpstr>
      <vt:lpstr>An Explorative Step</vt:lpstr>
      <vt:lpstr>Initial Try: A Straightforward Accelerator</vt:lpstr>
      <vt:lpstr>An Explorative Step</vt:lpstr>
      <vt:lpstr>Challenges Revealed by the Straightforward Design</vt:lpstr>
      <vt:lpstr>An Explorative Step</vt:lpstr>
      <vt:lpstr>Overcome Spatial Infeasibility via Distributivity</vt:lpstr>
      <vt:lpstr>Overcome Spatial Infeasibility via Distributivity</vt:lpstr>
      <vt:lpstr>Overcome Spatial Infeasibility via Distributivity</vt:lpstr>
      <vt:lpstr>Overcome Spatial Infeasibility via Distributivity</vt:lpstr>
      <vt:lpstr>Overcome Spatial Infeasibility via Distributivity</vt:lpstr>
      <vt:lpstr>Improve Temporal Efficiency via Hardware Parallelism</vt:lpstr>
      <vt:lpstr>Improve Temporal Efficiency via Hardware Parallelism</vt:lpstr>
      <vt:lpstr>Improve Temporal Efficiency via Hardware Parallelism</vt:lpstr>
      <vt:lpstr>PowerPoint 演示文稿</vt:lpstr>
      <vt:lpstr>Evaluation - Setup</vt:lpstr>
      <vt:lpstr>Evaluation - Programs Under Analysis</vt:lpstr>
      <vt:lpstr>Evaluation - Results</vt:lpstr>
      <vt:lpstr>Conclusion</vt:lpstr>
      <vt:lpstr>Backup</vt:lpstr>
      <vt:lpstr>Backup</vt:lpstr>
      <vt:lpstr>Backup</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FPGA Meets Dataflow Analysis An Explorative Step</dc:title>
  <dc:creator>家才 崔</dc:creator>
  <cp:lastModifiedBy>家才 崔</cp:lastModifiedBy>
  <cp:revision>261</cp:revision>
  <dcterms:created xsi:type="dcterms:W3CDTF">2026-08-07T09:40:05Z</dcterms:created>
  <dcterms:modified xsi:type="dcterms:W3CDTF">2026-10-07T02:33:58Z</dcterms:modified>
</cp:coreProperties>
</file>