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31"/>
  </p:notesMasterIdLst>
  <p:sldIdLst>
    <p:sldId id="292" r:id="rId2"/>
    <p:sldId id="306" r:id="rId3"/>
    <p:sldId id="367" r:id="rId4"/>
    <p:sldId id="295" r:id="rId5"/>
    <p:sldId id="353" r:id="rId6"/>
    <p:sldId id="368" r:id="rId7"/>
    <p:sldId id="369" r:id="rId8"/>
    <p:sldId id="370" r:id="rId9"/>
    <p:sldId id="361" r:id="rId10"/>
    <p:sldId id="336" r:id="rId11"/>
    <p:sldId id="337" r:id="rId12"/>
    <p:sldId id="344" r:id="rId13"/>
    <p:sldId id="343" r:id="rId14"/>
    <p:sldId id="346" r:id="rId15"/>
    <p:sldId id="348" r:id="rId16"/>
    <p:sldId id="338" r:id="rId17"/>
    <p:sldId id="339" r:id="rId18"/>
    <p:sldId id="340" r:id="rId19"/>
    <p:sldId id="342" r:id="rId20"/>
    <p:sldId id="349" r:id="rId21"/>
    <p:sldId id="350" r:id="rId22"/>
    <p:sldId id="351" r:id="rId23"/>
    <p:sldId id="352" r:id="rId24"/>
    <p:sldId id="309" r:id="rId25"/>
    <p:sldId id="310" r:id="rId26"/>
    <p:sldId id="313" r:id="rId27"/>
    <p:sldId id="371" r:id="rId28"/>
    <p:sldId id="347" r:id="rId29"/>
    <p:sldId id="32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" id="{7A84ABFD-95FF-4C8F-A5F6-76D736419016}">
          <p14:sldIdLst>
            <p14:sldId id="292"/>
            <p14:sldId id="306"/>
          </p14:sldIdLst>
        </p14:section>
        <p14:section name="Motivation" id="{27B855D7-A165-4355-A6FE-9005F4786577}">
          <p14:sldIdLst>
            <p14:sldId id="367"/>
            <p14:sldId id="295"/>
          </p14:sldIdLst>
        </p14:section>
        <p14:section name="Overview" id="{5DF3D0D7-5BFB-4BB0-8501-93B1C59D89BD}">
          <p14:sldIdLst>
            <p14:sldId id="353"/>
            <p14:sldId id="368"/>
            <p14:sldId id="369"/>
            <p14:sldId id="370"/>
            <p14:sldId id="361"/>
          </p14:sldIdLst>
        </p14:section>
        <p14:section name="Motivating Example" id="{B73D9A36-CABA-4B88-B449-75CBA89A5248}">
          <p14:sldIdLst>
            <p14:sldId id="336"/>
            <p14:sldId id="337"/>
            <p14:sldId id="344"/>
            <p14:sldId id="343"/>
            <p14:sldId id="346"/>
            <p14:sldId id="348"/>
            <p14:sldId id="338"/>
            <p14:sldId id="339"/>
            <p14:sldId id="340"/>
            <p14:sldId id="342"/>
            <p14:sldId id="349"/>
            <p14:sldId id="350"/>
            <p14:sldId id="351"/>
            <p14:sldId id="352"/>
            <p14:sldId id="309"/>
          </p14:sldIdLst>
        </p14:section>
        <p14:section name="Evaluation" id="{691380B1-C064-452D-97ED-489614C49FF7}">
          <p14:sldIdLst>
            <p14:sldId id="310"/>
            <p14:sldId id="313"/>
            <p14:sldId id="371"/>
            <p14:sldId id="347"/>
          </p14:sldIdLst>
        </p14:section>
        <p14:section name="Epilog" id="{793EC9D3-B4AB-4A69-84C5-CB2C5D71C00A}">
          <p14:sldIdLst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1737"/>
    <a:srgbClr val="FFF5D9"/>
    <a:srgbClr val="F8CECC"/>
    <a:srgbClr val="DAE8FC"/>
    <a:srgbClr val="FFFFFF"/>
    <a:srgbClr val="FFF2CC"/>
    <a:srgbClr val="F6ECC7"/>
    <a:srgbClr val="DBBD64"/>
    <a:srgbClr val="82B366"/>
    <a:srgbClr val="D5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375E90-28E0-4777-8B68-6DBD10AA8817}" v="1376" dt="2025-04-22T08:07:42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74" autoAdjust="0"/>
    <p:restoredTop sz="73713" autoAdjust="0"/>
  </p:normalViewPr>
  <p:slideViewPr>
    <p:cSldViewPr snapToGrid="0">
      <p:cViewPr>
        <p:scale>
          <a:sx n="85" d="100"/>
          <a:sy n="85" d="100"/>
        </p:scale>
        <p:origin x="912" y="344"/>
      </p:cViewPr>
      <p:guideLst/>
    </p:cSldViewPr>
  </p:slideViewPr>
  <p:outlineViewPr>
    <p:cViewPr>
      <p:scale>
        <a:sx n="33" d="100"/>
        <a:sy n="33" d="100"/>
      </p:scale>
      <p:origin x="0" y="-313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陈钦霖" userId="80b7fee4-4a28-466f-b344-51c8f8303b30" providerId="ADAL" clId="{7C375E90-28E0-4777-8B68-6DBD10AA8817}"/>
    <pc:docChg chg="undo redo custSel addSld delSld modSld sldOrd modMainMaster modSection modNotesMaster">
      <pc:chgData name="陈钦霖" userId="80b7fee4-4a28-466f-b344-51c8f8303b30" providerId="ADAL" clId="{7C375E90-28E0-4777-8B68-6DBD10AA8817}" dt="2025-04-22T08:12:18.406" v="12652" actId="20577"/>
      <pc:docMkLst>
        <pc:docMk/>
      </pc:docMkLst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2185762995" sldId="271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3295235111" sldId="272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3188651068" sldId="274"/>
        </pc:sldMkLst>
      </pc:sldChg>
      <pc:sldChg chg="add del">
        <pc:chgData name="陈钦霖" userId="80b7fee4-4a28-466f-b344-51c8f8303b30" providerId="ADAL" clId="{7C375E90-28E0-4777-8B68-6DBD10AA8817}" dt="2025-03-31T02:14:20.929" v="3" actId="47"/>
        <pc:sldMkLst>
          <pc:docMk/>
          <pc:sldMk cId="2737148529" sldId="281"/>
        </pc:sldMkLst>
      </pc:sldChg>
      <pc:sldChg chg="addSp modSp add del mod">
        <pc:chgData name="陈钦霖" userId="80b7fee4-4a28-466f-b344-51c8f8303b30" providerId="ADAL" clId="{7C375E90-28E0-4777-8B68-6DBD10AA8817}" dt="2025-04-01T03:16:01.795" v="3737" actId="1076"/>
        <pc:sldMkLst>
          <pc:docMk/>
          <pc:sldMk cId="4017577159" sldId="285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164938253" sldId="291"/>
        </pc:sldMkLst>
      </pc:sldChg>
      <pc:sldChg chg="addSp delSp modSp mod modClrScheme chgLayout">
        <pc:chgData name="陈钦霖" userId="80b7fee4-4a28-466f-b344-51c8f8303b30" providerId="ADAL" clId="{7C375E90-28E0-4777-8B68-6DBD10AA8817}" dt="2025-03-31T05:29:11.433" v="918" actId="1035"/>
        <pc:sldMkLst>
          <pc:docMk/>
          <pc:sldMk cId="3982110820" sldId="292"/>
        </pc:sldMkLst>
        <pc:spChg chg="mod ord">
          <ac:chgData name="陈钦霖" userId="80b7fee4-4a28-466f-b344-51c8f8303b30" providerId="ADAL" clId="{7C375E90-28E0-4777-8B68-6DBD10AA8817}" dt="2025-03-31T05:29:11.433" v="918" actId="1035"/>
          <ac:spMkLst>
            <pc:docMk/>
            <pc:sldMk cId="3982110820" sldId="292"/>
            <ac:spMk id="2" creationId="{A33E30FB-4DA5-447B-B6A9-48E0DFDC80E0}"/>
          </ac:spMkLst>
        </pc:spChg>
        <pc:spChg chg="mod ord">
          <ac:chgData name="陈钦霖" userId="80b7fee4-4a28-466f-b344-51c8f8303b30" providerId="ADAL" clId="{7C375E90-28E0-4777-8B68-6DBD10AA8817}" dt="2025-03-31T05:29:11.433" v="918" actId="1035"/>
          <ac:spMkLst>
            <pc:docMk/>
            <pc:sldMk cId="3982110820" sldId="292"/>
            <ac:spMk id="3" creationId="{550E87DB-EF23-4B51-B3E8-6EC704430CF6}"/>
          </ac:spMkLst>
        </pc:spChg>
        <pc:spChg chg="mod ord">
          <ac:chgData name="陈钦霖" userId="80b7fee4-4a28-466f-b344-51c8f8303b30" providerId="ADAL" clId="{7C375E90-28E0-4777-8B68-6DBD10AA8817}" dt="2025-03-31T05:29:11.433" v="918" actId="1035"/>
          <ac:spMkLst>
            <pc:docMk/>
            <pc:sldMk cId="3982110820" sldId="292"/>
            <ac:spMk id="4" creationId="{CFFC4598-8A6B-4591-9AA6-23268B06A682}"/>
          </ac:spMkLst>
        </pc:spChg>
        <pc:spChg chg="add mod ord">
          <ac:chgData name="陈钦霖" userId="80b7fee4-4a28-466f-b344-51c8f8303b30" providerId="ADAL" clId="{7C375E90-28E0-4777-8B68-6DBD10AA8817}" dt="2025-03-31T05:29:11.433" v="918" actId="1035"/>
          <ac:spMkLst>
            <pc:docMk/>
            <pc:sldMk cId="3982110820" sldId="292"/>
            <ac:spMk id="5" creationId="{4D83D295-1841-2F9B-4AE1-7F7073DDC3BB}"/>
          </ac:spMkLst>
        </pc:spChg>
        <pc:picChg chg="mod">
          <ac:chgData name="陈钦霖" userId="80b7fee4-4a28-466f-b344-51c8f8303b30" providerId="ADAL" clId="{7C375E90-28E0-4777-8B68-6DBD10AA8817}" dt="2025-03-31T05:29:11.433" v="918" actId="1035"/>
          <ac:picMkLst>
            <pc:docMk/>
            <pc:sldMk cId="3982110820" sldId="292"/>
            <ac:picMk id="7" creationId="{AA388C67-AE48-F420-5A06-9B5F05770B5F}"/>
          </ac:picMkLst>
        </pc:picChg>
        <pc:picChg chg="mod">
          <ac:chgData name="陈钦霖" userId="80b7fee4-4a28-466f-b344-51c8f8303b30" providerId="ADAL" clId="{7C375E90-28E0-4777-8B68-6DBD10AA8817}" dt="2025-03-31T05:29:11.433" v="918" actId="1035"/>
          <ac:picMkLst>
            <pc:docMk/>
            <pc:sldMk cId="3982110820" sldId="292"/>
            <ac:picMk id="8" creationId="{CF5B4025-12B5-A03E-8EDE-F6BA1261328D}"/>
          </ac:picMkLst>
        </pc:picChg>
        <pc:picChg chg="mod">
          <ac:chgData name="陈钦霖" userId="80b7fee4-4a28-466f-b344-51c8f8303b30" providerId="ADAL" clId="{7C375E90-28E0-4777-8B68-6DBD10AA8817}" dt="2025-03-31T05:29:11.433" v="918" actId="1035"/>
          <ac:picMkLst>
            <pc:docMk/>
            <pc:sldMk cId="3982110820" sldId="292"/>
            <ac:picMk id="1026" creationId="{8D75C805-DDE6-E544-E94B-24CE950748D6}"/>
          </ac:picMkLst>
        </pc:picChg>
        <pc:cxnChg chg="add mod">
          <ac:chgData name="陈钦霖" userId="80b7fee4-4a28-466f-b344-51c8f8303b30" providerId="ADAL" clId="{7C375E90-28E0-4777-8B68-6DBD10AA8817}" dt="2025-03-31T05:29:11.433" v="918" actId="1035"/>
          <ac:cxnSpMkLst>
            <pc:docMk/>
            <pc:sldMk cId="3982110820" sldId="292"/>
            <ac:cxnSpMk id="12" creationId="{23CBF93E-72E4-7450-5C63-921EE6E12F04}"/>
          </ac:cxnSpMkLst>
        </pc:cxnChg>
      </pc:sldChg>
      <pc:sldChg chg="addSp modSp del mod">
        <pc:chgData name="陈钦霖" userId="80b7fee4-4a28-466f-b344-51c8f8303b30" providerId="ADAL" clId="{7C375E90-28E0-4777-8B68-6DBD10AA8817}" dt="2025-03-31T05:19:43.087" v="804" actId="47"/>
        <pc:sldMkLst>
          <pc:docMk/>
          <pc:sldMk cId="3632266975" sldId="293"/>
        </pc:sldMkLst>
      </pc:sldChg>
      <pc:sldChg chg="modSp del modNotes modNotesTx">
        <pc:chgData name="陈钦霖" userId="80b7fee4-4a28-466f-b344-51c8f8303b30" providerId="ADAL" clId="{7C375E90-28E0-4777-8B68-6DBD10AA8817}" dt="2025-03-31T05:38:10.977" v="921" actId="47"/>
        <pc:sldMkLst>
          <pc:docMk/>
          <pc:sldMk cId="3793976297" sldId="294"/>
        </pc:sldMkLst>
      </pc:sldChg>
      <pc:sldChg chg="addSp delSp modSp add del mod ord modTransition addAnim delAnim modAnim chgLayout modNotes modNotesTx">
        <pc:chgData name="陈钦霖" userId="80b7fee4-4a28-466f-b344-51c8f8303b30" providerId="ADAL" clId="{7C375E90-28E0-4777-8B68-6DBD10AA8817}" dt="2025-04-07T07:11:44.272" v="6682"/>
        <pc:sldMkLst>
          <pc:docMk/>
          <pc:sldMk cId="2786963318" sldId="295"/>
        </pc:sldMkLst>
        <pc:spChg chg="mod ord">
          <ac:chgData name="陈钦霖" userId="80b7fee4-4a28-466f-b344-51c8f8303b30" providerId="ADAL" clId="{7C375E90-28E0-4777-8B68-6DBD10AA8817}" dt="2025-03-31T05:38:14.421" v="922" actId="6264"/>
          <ac:spMkLst>
            <pc:docMk/>
            <pc:sldMk cId="2786963318" sldId="295"/>
            <ac:spMk id="2" creationId="{40F7DAA2-7B54-4A82-91B5-1B76C9528717}"/>
          </ac:spMkLst>
        </pc:spChg>
        <pc:spChg chg="mod ord">
          <ac:chgData name="陈钦霖" userId="80b7fee4-4a28-466f-b344-51c8f8303b30" providerId="ADAL" clId="{7C375E90-28E0-4777-8B68-6DBD10AA8817}" dt="2025-03-31T09:14:27.231" v="2700" actId="20577"/>
          <ac:spMkLst>
            <pc:docMk/>
            <pc:sldMk cId="2786963318" sldId="295"/>
            <ac:spMk id="3" creationId="{28C12502-8995-41FB-8361-552094608424}"/>
          </ac:spMkLst>
        </pc:spChg>
        <pc:spChg chg="add del mod topLvl">
          <ac:chgData name="陈钦霖" userId="80b7fee4-4a28-466f-b344-51c8f8303b30" providerId="ADAL" clId="{7C375E90-28E0-4777-8B68-6DBD10AA8817}" dt="2025-03-31T09:00:15.937" v="2538" actId="207"/>
          <ac:spMkLst>
            <pc:docMk/>
            <pc:sldMk cId="2786963318" sldId="295"/>
            <ac:spMk id="10" creationId="{E13BAD33-2519-811F-A958-BDF2EF9DD21B}"/>
          </ac:spMkLst>
        </pc:spChg>
        <pc:spChg chg="add mod topLvl">
          <ac:chgData name="陈钦霖" userId="80b7fee4-4a28-466f-b344-51c8f8303b30" providerId="ADAL" clId="{7C375E90-28E0-4777-8B68-6DBD10AA8817}" dt="2025-03-31T08:58:57.352" v="2530" actId="12789"/>
          <ac:spMkLst>
            <pc:docMk/>
            <pc:sldMk cId="2786963318" sldId="295"/>
            <ac:spMk id="11" creationId="{F82CAB3F-6215-5065-4E71-3E1E1382F694}"/>
          </ac:spMkLst>
        </pc:spChg>
        <pc:spChg chg="add mod topLvl">
          <ac:chgData name="陈钦霖" userId="80b7fee4-4a28-466f-b344-51c8f8303b30" providerId="ADAL" clId="{7C375E90-28E0-4777-8B68-6DBD10AA8817}" dt="2025-03-31T08:59:25.677" v="2535" actId="207"/>
          <ac:spMkLst>
            <pc:docMk/>
            <pc:sldMk cId="2786963318" sldId="295"/>
            <ac:spMk id="18" creationId="{5C78930B-134C-1D96-537F-1460C0513727}"/>
          </ac:spMkLst>
        </pc:spChg>
        <pc:spChg chg="add mod">
          <ac:chgData name="陈钦霖" userId="80b7fee4-4a28-466f-b344-51c8f8303b30" providerId="ADAL" clId="{7C375E90-28E0-4777-8B68-6DBD10AA8817}" dt="2025-03-31T06:20:29.293" v="1993" actId="404"/>
          <ac:spMkLst>
            <pc:docMk/>
            <pc:sldMk cId="2786963318" sldId="295"/>
            <ac:spMk id="28" creationId="{EBB3B810-1A60-BC86-EE87-FD9E006BB88D}"/>
          </ac:spMkLst>
        </pc:spChg>
        <pc:spChg chg="add mod">
          <ac:chgData name="陈钦霖" userId="80b7fee4-4a28-466f-b344-51c8f8303b30" providerId="ADAL" clId="{7C375E90-28E0-4777-8B68-6DBD10AA8817}" dt="2025-03-31T06:21:19.803" v="2012" actId="207"/>
          <ac:spMkLst>
            <pc:docMk/>
            <pc:sldMk cId="2786963318" sldId="295"/>
            <ac:spMk id="30" creationId="{2553AE22-9696-36A6-B65A-A7DD0B5A37C9}"/>
          </ac:spMkLst>
        </pc:spChg>
        <pc:spChg chg="add mod">
          <ac:chgData name="陈钦霖" userId="80b7fee4-4a28-466f-b344-51c8f8303b30" providerId="ADAL" clId="{7C375E90-28E0-4777-8B68-6DBD10AA8817}" dt="2025-03-31T09:20:41.192" v="2821" actId="20577"/>
          <ac:spMkLst>
            <pc:docMk/>
            <pc:sldMk cId="2786963318" sldId="295"/>
            <ac:spMk id="31" creationId="{C636B894-50F2-B299-983F-632C20D05678}"/>
          </ac:spMkLst>
        </pc:spChg>
        <pc:spChg chg="mod">
          <ac:chgData name="陈钦霖" userId="80b7fee4-4a28-466f-b344-51c8f8303b30" providerId="ADAL" clId="{7C375E90-28E0-4777-8B68-6DBD10AA8817}" dt="2025-03-31T09:00:00.643" v="2537" actId="207"/>
          <ac:spMkLst>
            <pc:docMk/>
            <pc:sldMk cId="2786963318" sldId="295"/>
            <ac:spMk id="42" creationId="{153697AF-C96C-43E4-CFED-598ABC29E181}"/>
          </ac:spMkLst>
        </pc:spChg>
        <pc:spChg chg="mod">
          <ac:chgData name="陈钦霖" userId="80b7fee4-4a28-466f-b344-51c8f8303b30" providerId="ADAL" clId="{7C375E90-28E0-4777-8B68-6DBD10AA8817}" dt="2025-03-31T09:00:00.343" v="2536" actId="207"/>
          <ac:spMkLst>
            <pc:docMk/>
            <pc:sldMk cId="2786963318" sldId="295"/>
            <ac:spMk id="44" creationId="{010DDA50-3A70-ED15-9A22-44B615250B07}"/>
          </ac:spMkLst>
        </pc:spChg>
        <pc:spChg chg="add mod">
          <ac:chgData name="陈钦霖" userId="80b7fee4-4a28-466f-b344-51c8f8303b30" providerId="ADAL" clId="{7C375E90-28E0-4777-8B68-6DBD10AA8817}" dt="2025-04-01T02:21:52.435" v="3069" actId="115"/>
          <ac:spMkLst>
            <pc:docMk/>
            <pc:sldMk cId="2786963318" sldId="295"/>
            <ac:spMk id="52" creationId="{2B37B567-6D15-1FF3-D1EA-7F9B0220194C}"/>
          </ac:spMkLst>
        </pc:spChg>
        <pc:spChg chg="add mod">
          <ac:chgData name="陈钦霖" userId="80b7fee4-4a28-466f-b344-51c8f8303b30" providerId="ADAL" clId="{7C375E90-28E0-4777-8B68-6DBD10AA8817}" dt="2025-03-31T09:18:44.593" v="2805"/>
          <ac:spMkLst>
            <pc:docMk/>
            <pc:sldMk cId="2786963318" sldId="295"/>
            <ac:spMk id="53" creationId="{D54B13BE-53FB-1229-4C7D-559D64BF70AA}"/>
          </ac:spMkLst>
        </pc:spChg>
        <pc:spChg chg="add mod">
          <ac:chgData name="陈钦霖" userId="80b7fee4-4a28-466f-b344-51c8f8303b30" providerId="ADAL" clId="{7C375E90-28E0-4777-8B68-6DBD10AA8817}" dt="2025-03-31T09:18:44.593" v="2805"/>
          <ac:spMkLst>
            <pc:docMk/>
            <pc:sldMk cId="2786963318" sldId="295"/>
            <ac:spMk id="54" creationId="{494916F9-8737-E86A-3457-A36244BC4783}"/>
          </ac:spMkLst>
        </pc:spChg>
        <pc:grpChg chg="add mod">
          <ac:chgData name="陈钦霖" userId="80b7fee4-4a28-466f-b344-51c8f8303b30" providerId="ADAL" clId="{7C375E90-28E0-4777-8B68-6DBD10AA8817}" dt="2025-03-31T08:58:57.352" v="2530" actId="12789"/>
          <ac:grpSpMkLst>
            <pc:docMk/>
            <pc:sldMk cId="2786963318" sldId="295"/>
            <ac:grpSpMk id="33" creationId="{BE0F0448-1BCF-07FE-2E9D-EB21338130EE}"/>
          </ac:grpSpMkLst>
        </pc:grpChg>
        <pc:grpChg chg="add mod">
          <ac:chgData name="陈钦霖" userId="80b7fee4-4a28-466f-b344-51c8f8303b30" providerId="ADAL" clId="{7C375E90-28E0-4777-8B68-6DBD10AA8817}" dt="2025-03-31T08:58:48.503" v="2529" actId="12789"/>
          <ac:grpSpMkLst>
            <pc:docMk/>
            <pc:sldMk cId="2786963318" sldId="295"/>
            <ac:grpSpMk id="41" creationId="{B39FD744-5E41-EE77-739C-1F7443E11090}"/>
          </ac:grpSpMkLst>
        </pc:grpChg>
        <pc:cxnChg chg="add mod">
          <ac:chgData name="陈钦霖" userId="80b7fee4-4a28-466f-b344-51c8f8303b30" providerId="ADAL" clId="{7C375E90-28E0-4777-8B68-6DBD10AA8817}" dt="2025-03-31T06:21:39.442" v="2015" actId="14100"/>
          <ac:cxnSpMkLst>
            <pc:docMk/>
            <pc:sldMk cId="2786963318" sldId="295"/>
            <ac:cxnSpMk id="29" creationId="{894C0A3C-4EE1-3EF3-30B2-9C1D04DFF8D5}"/>
          </ac:cxnSpMkLst>
        </pc:cxnChg>
        <pc:cxnChg chg="mod">
          <ac:chgData name="陈钦霖" userId="80b7fee4-4a28-466f-b344-51c8f8303b30" providerId="ADAL" clId="{7C375E90-28E0-4777-8B68-6DBD10AA8817}" dt="2025-03-31T06:21:47.752" v="2017"/>
          <ac:cxnSpMkLst>
            <pc:docMk/>
            <pc:sldMk cId="2786963318" sldId="295"/>
            <ac:cxnSpMk id="43" creationId="{34ACB962-EDD4-C15B-9694-0E449E364BAC}"/>
          </ac:cxnSpMkLst>
        </pc:cxnChg>
      </pc:sldChg>
      <pc:sldChg chg="modSp add del mod">
        <pc:chgData name="陈钦霖" userId="80b7fee4-4a28-466f-b344-51c8f8303b30" providerId="ADAL" clId="{7C375E90-28E0-4777-8B68-6DBD10AA8817}" dt="2025-03-31T05:19:44.132" v="805" actId="47"/>
        <pc:sldMkLst>
          <pc:docMk/>
          <pc:sldMk cId="1254375247" sldId="296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2892449511" sldId="296"/>
        </pc:sldMkLst>
      </pc:sldChg>
      <pc:sldChg chg="modSp add del mod ord">
        <pc:chgData name="陈钦霖" userId="80b7fee4-4a28-466f-b344-51c8f8303b30" providerId="ADAL" clId="{7C375E90-28E0-4777-8B68-6DBD10AA8817}" dt="2025-03-31T05:19:44.674" v="806" actId="47"/>
        <pc:sldMkLst>
          <pc:docMk/>
          <pc:sldMk cId="234420124" sldId="297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1866114934" sldId="297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1581580544" sldId="298"/>
        </pc:sldMkLst>
      </pc:sldChg>
      <pc:sldChg chg="modSp add del mod">
        <pc:chgData name="陈钦霖" userId="80b7fee4-4a28-466f-b344-51c8f8303b30" providerId="ADAL" clId="{7C375E90-28E0-4777-8B68-6DBD10AA8817}" dt="2025-03-31T05:19:45.171" v="807" actId="47"/>
        <pc:sldMkLst>
          <pc:docMk/>
          <pc:sldMk cId="2949678357" sldId="298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2207870367" sldId="299"/>
        </pc:sldMkLst>
      </pc:sldChg>
      <pc:sldChg chg="modSp add del mod">
        <pc:chgData name="陈钦霖" userId="80b7fee4-4a28-466f-b344-51c8f8303b30" providerId="ADAL" clId="{7C375E90-28E0-4777-8B68-6DBD10AA8817}" dt="2025-03-31T05:19:45.805" v="808" actId="47"/>
        <pc:sldMkLst>
          <pc:docMk/>
          <pc:sldMk cId="2558152163" sldId="299"/>
        </pc:sldMkLst>
      </pc:sldChg>
      <pc:sldChg chg="addSp delSp modSp add mod ord modTransition delAnim modAnim">
        <pc:chgData name="陈钦霖" userId="80b7fee4-4a28-466f-b344-51c8f8303b30" providerId="ADAL" clId="{7C375E90-28E0-4777-8B68-6DBD10AA8817}" dt="2025-04-07T11:09:23.995" v="9391"/>
        <pc:sldMkLst>
          <pc:docMk/>
          <pc:sldMk cId="1454439383" sldId="300"/>
        </pc:sldMkLst>
        <pc:spChg chg="mod">
          <ac:chgData name="陈钦霖" userId="80b7fee4-4a28-466f-b344-51c8f8303b30" providerId="ADAL" clId="{7C375E90-28E0-4777-8B68-6DBD10AA8817}" dt="2025-04-01T10:43:46.847" v="3767" actId="1076"/>
          <ac:spMkLst>
            <pc:docMk/>
            <pc:sldMk cId="1454439383" sldId="300"/>
            <ac:spMk id="2" creationId="{DDB129F5-3F9D-C8FA-69B3-2DE7AECE2EAD}"/>
          </ac:spMkLst>
        </pc:spChg>
        <pc:spChg chg="mod">
          <ac:chgData name="陈钦霖" userId="80b7fee4-4a28-466f-b344-51c8f8303b30" providerId="ADAL" clId="{7C375E90-28E0-4777-8B68-6DBD10AA8817}" dt="2025-03-31T05:00:49.949" v="633" actId="20577"/>
          <ac:spMkLst>
            <pc:docMk/>
            <pc:sldMk cId="1454439383" sldId="300"/>
            <ac:spMk id="3" creationId="{57DABF7F-1306-191B-9108-D2F51F927289}"/>
          </ac:spMkLst>
        </pc:spChg>
      </pc:sldChg>
      <pc:sldChg chg="addSp delSp modSp add del mod addAnim delAnim modAnim">
        <pc:chgData name="陈钦霖" userId="80b7fee4-4a28-466f-b344-51c8f8303b30" providerId="ADAL" clId="{7C375E90-28E0-4777-8B68-6DBD10AA8817}" dt="2025-03-31T06:26:50.175" v="2192" actId="47"/>
        <pc:sldMkLst>
          <pc:docMk/>
          <pc:sldMk cId="2189420463" sldId="301"/>
        </pc:sldMkLst>
      </pc:sldChg>
      <pc:sldChg chg="addSp delSp modSp mod ord modTransition">
        <pc:chgData name="陈钦霖" userId="80b7fee4-4a28-466f-b344-51c8f8303b30" providerId="ADAL" clId="{7C375E90-28E0-4777-8B68-6DBD10AA8817}" dt="2025-04-07T07:06:49.505" v="6649"/>
        <pc:sldMkLst>
          <pc:docMk/>
          <pc:sldMk cId="3414145233" sldId="301"/>
        </pc:sldMkLst>
        <pc:spChg chg="mod">
          <ac:chgData name="陈钦霖" userId="80b7fee4-4a28-466f-b344-51c8f8303b30" providerId="ADAL" clId="{7C375E90-28E0-4777-8B68-6DBD10AA8817}" dt="2025-04-01T12:19:56.400" v="4740" actId="20577"/>
          <ac:spMkLst>
            <pc:docMk/>
            <pc:sldMk cId="3414145233" sldId="301"/>
            <ac:spMk id="5" creationId="{20339CF2-2698-1718-D0C1-0C793FC20D22}"/>
          </ac:spMkLst>
        </pc:spChg>
        <pc:spChg chg="add mod">
          <ac:chgData name="陈钦霖" userId="80b7fee4-4a28-466f-b344-51c8f8303b30" providerId="ADAL" clId="{7C375E90-28E0-4777-8B68-6DBD10AA8817}" dt="2025-04-01T12:25:05.431" v="4766" actId="14100"/>
          <ac:spMkLst>
            <pc:docMk/>
            <pc:sldMk cId="3414145233" sldId="301"/>
            <ac:spMk id="6" creationId="{68FAECA1-8A4B-EDCA-8F9B-09DBC3E354B4}"/>
          </ac:spMkLst>
        </pc:spChg>
        <pc:spChg chg="add mod">
          <ac:chgData name="陈钦霖" userId="80b7fee4-4a28-466f-b344-51c8f8303b30" providerId="ADAL" clId="{7C375E90-28E0-4777-8B68-6DBD10AA8817}" dt="2025-04-01T02:57:34.771" v="3682" actId="1076"/>
          <ac:spMkLst>
            <pc:docMk/>
            <pc:sldMk cId="3414145233" sldId="301"/>
            <ac:spMk id="8" creationId="{0A0BDE7E-3619-C317-4BAD-27CE04054F8F}"/>
          </ac:spMkLst>
        </pc:spChg>
        <pc:grpChg chg="add mod">
          <ac:chgData name="陈钦霖" userId="80b7fee4-4a28-466f-b344-51c8f8303b30" providerId="ADAL" clId="{7C375E90-28E0-4777-8B68-6DBD10AA8817}" dt="2025-04-01T12:25:25.958" v="4769" actId="1076"/>
          <ac:grpSpMkLst>
            <pc:docMk/>
            <pc:sldMk cId="3414145233" sldId="301"/>
            <ac:grpSpMk id="14" creationId="{E85BA199-A76D-087B-A9CC-3D5F662C6A6B}"/>
          </ac:grpSpMkLst>
        </pc:grpChg>
        <pc:picChg chg="add mod">
          <ac:chgData name="陈钦霖" userId="80b7fee4-4a28-466f-b344-51c8f8303b30" providerId="ADAL" clId="{7C375E90-28E0-4777-8B68-6DBD10AA8817}" dt="2025-04-01T02:57:14.359" v="3678" actId="164"/>
          <ac:picMkLst>
            <pc:docMk/>
            <pc:sldMk cId="3414145233" sldId="301"/>
            <ac:picMk id="13" creationId="{6BE598DF-2797-2260-7D3E-2328869F0B21}"/>
          </ac:picMkLst>
        </pc:picChg>
      </pc:sldChg>
      <pc:sldChg chg="modSp add del mod modAnim">
        <pc:chgData name="陈钦霖" userId="80b7fee4-4a28-466f-b344-51c8f8303b30" providerId="ADAL" clId="{7C375E90-28E0-4777-8B68-6DBD10AA8817}" dt="2025-03-31T09:20:29.527" v="2820" actId="47"/>
        <pc:sldMkLst>
          <pc:docMk/>
          <pc:sldMk cId="3832002976" sldId="301"/>
        </pc:sldMkLst>
      </pc:sldChg>
      <pc:sldChg chg="addSp delSp modSp add del mod modTransition modClrScheme modAnim chgLayout">
        <pc:chgData name="陈钦霖" userId="80b7fee4-4a28-466f-b344-51c8f8303b30" providerId="ADAL" clId="{7C375E90-28E0-4777-8B68-6DBD10AA8817}" dt="2025-03-31T09:10:07.783" v="2653" actId="47"/>
        <pc:sldMkLst>
          <pc:docMk/>
          <pc:sldMk cId="3917313447" sldId="301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4043796006" sldId="301"/>
        </pc:sldMkLst>
      </pc:sldChg>
      <pc:sldChg chg="modSp mod ord">
        <pc:chgData name="陈钦霖" userId="80b7fee4-4a28-466f-b344-51c8f8303b30" providerId="ADAL" clId="{7C375E90-28E0-4777-8B68-6DBD10AA8817}" dt="2025-04-01T02:29:59.412" v="3110" actId="14861"/>
        <pc:sldMkLst>
          <pc:docMk/>
          <pc:sldMk cId="834400246" sldId="302"/>
        </pc:sldMkLst>
      </pc:sldChg>
      <pc:sldChg chg="modSp add del mod">
        <pc:chgData name="陈钦霖" userId="80b7fee4-4a28-466f-b344-51c8f8303b30" providerId="ADAL" clId="{7C375E90-28E0-4777-8B68-6DBD10AA8817}" dt="2025-03-31T06:20:12.577" v="1989" actId="47"/>
        <pc:sldMkLst>
          <pc:docMk/>
          <pc:sldMk cId="839300313" sldId="302"/>
        </pc:sldMkLst>
      </pc:sldChg>
      <pc:sldChg chg="modSp add del modAnim">
        <pc:chgData name="陈钦霖" userId="80b7fee4-4a28-466f-b344-51c8f8303b30" providerId="ADAL" clId="{7C375E90-28E0-4777-8B68-6DBD10AA8817}" dt="2025-03-31T06:34:40.031" v="2197" actId="47"/>
        <pc:sldMkLst>
          <pc:docMk/>
          <pc:sldMk cId="1261903757" sldId="302"/>
        </pc:sldMkLst>
      </pc:sldChg>
      <pc:sldChg chg="delSp modSp add del mod modTransition modClrScheme chgLayout">
        <pc:chgData name="陈钦霖" userId="80b7fee4-4a28-466f-b344-51c8f8303b30" providerId="ADAL" clId="{7C375E90-28E0-4777-8B68-6DBD10AA8817}" dt="2025-03-31T09:10:02.559" v="2652" actId="47"/>
        <pc:sldMkLst>
          <pc:docMk/>
          <pc:sldMk cId="3315474432" sldId="302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1543918721" sldId="303"/>
        </pc:sldMkLst>
      </pc:sldChg>
      <pc:sldChg chg="modSp mod ord">
        <pc:chgData name="陈钦霖" userId="80b7fee4-4a28-466f-b344-51c8f8303b30" providerId="ADAL" clId="{7C375E90-28E0-4777-8B68-6DBD10AA8817}" dt="2025-04-01T02:30:13.726" v="3111" actId="14861"/>
        <pc:sldMkLst>
          <pc:docMk/>
          <pc:sldMk cId="3406020419" sldId="303"/>
        </pc:sldMkLst>
      </pc:sldChg>
      <pc:sldChg chg="modSp mod modTransition modAnim">
        <pc:chgData name="陈钦霖" userId="80b7fee4-4a28-466f-b344-51c8f8303b30" providerId="ADAL" clId="{7C375E90-28E0-4777-8B68-6DBD10AA8817}" dt="2025-04-07T10:29:21.205" v="8628" actId="207"/>
        <pc:sldMkLst>
          <pc:docMk/>
          <pc:sldMk cId="528327882" sldId="304"/>
        </pc:sldMkLst>
        <pc:spChg chg="mod">
          <ac:chgData name="陈钦霖" userId="80b7fee4-4a28-466f-b344-51c8f8303b30" providerId="ADAL" clId="{7C375E90-28E0-4777-8B68-6DBD10AA8817}" dt="2025-04-07T10:29:21.205" v="8628" actId="207"/>
          <ac:spMkLst>
            <pc:docMk/>
            <pc:sldMk cId="528327882" sldId="304"/>
            <ac:spMk id="9" creationId="{C6EBF5E5-0BF1-2A84-8EFF-84E6F1511668}"/>
          </ac:spMkLst>
        </pc:spChg>
        <pc:spChg chg="mod">
          <ac:chgData name="陈钦霖" userId="80b7fee4-4a28-466f-b344-51c8f8303b30" providerId="ADAL" clId="{7C375E90-28E0-4777-8B68-6DBD10AA8817}" dt="2025-04-03T03:10:44.584" v="5109" actId="1076"/>
          <ac:spMkLst>
            <pc:docMk/>
            <pc:sldMk cId="528327882" sldId="304"/>
            <ac:spMk id="10" creationId="{BD1F91A8-7127-F431-F5C9-6123C39A50BB}"/>
          </ac:spMkLst>
        </pc:spChg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3408656741" sldId="304"/>
        </pc:sldMkLst>
      </pc:sldChg>
      <pc:sldChg chg="addSp delSp modSp mod modAnim">
        <pc:chgData name="陈钦霖" userId="80b7fee4-4a28-466f-b344-51c8f8303b30" providerId="ADAL" clId="{7C375E90-28E0-4777-8B68-6DBD10AA8817}" dt="2025-04-14T06:48:20.596" v="11215" actId="207"/>
        <pc:sldMkLst>
          <pc:docMk/>
          <pc:sldMk cId="3426824455" sldId="305"/>
        </pc:sldMkLst>
        <pc:spChg chg="mod">
          <ac:chgData name="陈钦霖" userId="80b7fee4-4a28-466f-b344-51c8f8303b30" providerId="ADAL" clId="{7C375E90-28E0-4777-8B68-6DBD10AA8817}" dt="2025-04-14T06:44:14.881" v="11180" actId="207"/>
          <ac:spMkLst>
            <pc:docMk/>
            <pc:sldMk cId="3426824455" sldId="305"/>
            <ac:spMk id="2" creationId="{E79F9E19-DF6F-E137-96C9-E78257B3398F}"/>
          </ac:spMkLst>
        </pc:spChg>
        <pc:spChg chg="mod">
          <ac:chgData name="陈钦霖" userId="80b7fee4-4a28-466f-b344-51c8f8303b30" providerId="ADAL" clId="{7C375E90-28E0-4777-8B68-6DBD10AA8817}" dt="2025-04-03T05:07:05.394" v="5853"/>
          <ac:spMkLst>
            <pc:docMk/>
            <pc:sldMk cId="3426824455" sldId="305"/>
            <ac:spMk id="3" creationId="{94291D37-2CBC-9D4C-63FE-F7928E90827A}"/>
          </ac:spMkLst>
        </pc:spChg>
        <pc:spChg chg="mod">
          <ac:chgData name="陈钦霖" userId="80b7fee4-4a28-466f-b344-51c8f8303b30" providerId="ADAL" clId="{7C375E90-28E0-4777-8B68-6DBD10AA8817}" dt="2025-04-14T06:43:44.602" v="11173"/>
          <ac:spMkLst>
            <pc:docMk/>
            <pc:sldMk cId="3426824455" sldId="305"/>
            <ac:spMk id="5" creationId="{1A64D5D1-89C4-0587-B7CE-E2B77E3489DC}"/>
          </ac:spMkLst>
        </pc:spChg>
        <pc:spChg chg="mod">
          <ac:chgData name="陈钦霖" userId="80b7fee4-4a28-466f-b344-51c8f8303b30" providerId="ADAL" clId="{7C375E90-28E0-4777-8B68-6DBD10AA8817}" dt="2025-04-14T06:44:18.482" v="11181" actId="207"/>
          <ac:spMkLst>
            <pc:docMk/>
            <pc:sldMk cId="3426824455" sldId="305"/>
            <ac:spMk id="6" creationId="{336770B5-754F-94E3-20C8-CFF46B59C193}"/>
          </ac:spMkLst>
        </pc:spChg>
        <pc:spChg chg="mod">
          <ac:chgData name="陈钦霖" userId="80b7fee4-4a28-466f-b344-51c8f8303b30" providerId="ADAL" clId="{7C375E90-28E0-4777-8B68-6DBD10AA8817}" dt="2025-04-14T06:48:20.596" v="11215" actId="207"/>
          <ac:spMkLst>
            <pc:docMk/>
            <pc:sldMk cId="3426824455" sldId="305"/>
            <ac:spMk id="7" creationId="{5F249E7E-55FC-8922-200C-784056C9324F}"/>
          </ac:spMkLst>
        </pc:spChg>
        <pc:spChg chg="add mod">
          <ac:chgData name="陈钦霖" userId="80b7fee4-4a28-466f-b344-51c8f8303b30" providerId="ADAL" clId="{7C375E90-28E0-4777-8B68-6DBD10AA8817}" dt="2025-04-14T06:43:52.283" v="11178" actId="207"/>
          <ac:spMkLst>
            <pc:docMk/>
            <pc:sldMk cId="3426824455" sldId="305"/>
            <ac:spMk id="8" creationId="{5D7ED324-FF3F-45F0-C920-9F80A919EA03}"/>
          </ac:spMkLst>
        </pc:spChg>
        <pc:spChg chg="mod">
          <ac:chgData name="陈钦霖" userId="80b7fee4-4a28-466f-b344-51c8f8303b30" providerId="ADAL" clId="{7C375E90-28E0-4777-8B68-6DBD10AA8817}" dt="2025-04-07T09:04:37.102" v="8161" actId="207"/>
          <ac:spMkLst>
            <pc:docMk/>
            <pc:sldMk cId="3426824455" sldId="305"/>
            <ac:spMk id="10" creationId="{F14C786E-75D6-8FE8-999E-47546D1A54C1}"/>
          </ac:spMkLst>
        </pc:spChg>
        <pc:spChg chg="add mod">
          <ac:chgData name="陈钦霖" userId="80b7fee4-4a28-466f-b344-51c8f8303b30" providerId="ADAL" clId="{7C375E90-28E0-4777-8B68-6DBD10AA8817}" dt="2025-04-14T06:46:43.744" v="11201" actId="208"/>
          <ac:spMkLst>
            <pc:docMk/>
            <pc:sldMk cId="3426824455" sldId="305"/>
            <ac:spMk id="17" creationId="{C75549F6-BB2D-1CFF-2D02-3913636EA8DA}"/>
          </ac:spMkLst>
        </pc:spChg>
        <pc:spChg chg="add mod">
          <ac:chgData name="陈钦霖" userId="80b7fee4-4a28-466f-b344-51c8f8303b30" providerId="ADAL" clId="{7C375E90-28E0-4777-8B68-6DBD10AA8817}" dt="2025-04-14T06:46:59.866" v="11205" actId="208"/>
          <ac:spMkLst>
            <pc:docMk/>
            <pc:sldMk cId="3426824455" sldId="305"/>
            <ac:spMk id="30" creationId="{11EAF3AA-0C51-0181-52F1-DF18FC8482CA}"/>
          </ac:spMkLst>
        </pc:spChg>
        <pc:cxnChg chg="add mod">
          <ac:chgData name="陈钦霖" userId="80b7fee4-4a28-466f-b344-51c8f8303b30" providerId="ADAL" clId="{7C375E90-28E0-4777-8B68-6DBD10AA8817}" dt="2025-04-07T09:04:47.145" v="8164" actId="1076"/>
          <ac:cxnSpMkLst>
            <pc:docMk/>
            <pc:sldMk cId="3426824455" sldId="305"/>
            <ac:cxnSpMk id="22" creationId="{B1ED7365-DBD9-FC20-8BF9-5E5ECAD1A167}"/>
          </ac:cxnSpMkLst>
        </pc:cxnChg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4257533428" sldId="305"/>
        </pc:sldMkLst>
      </pc:sldChg>
      <pc:sldChg chg="addSp delSp modSp add mod modTransition modAnim">
        <pc:chgData name="陈钦霖" userId="80b7fee4-4a28-466f-b344-51c8f8303b30" providerId="ADAL" clId="{7C375E90-28E0-4777-8B68-6DBD10AA8817}" dt="2025-04-22T08:00:27.126" v="12586" actId="20577"/>
        <pc:sldMkLst>
          <pc:docMk/>
          <pc:sldMk cId="3338405079" sldId="306"/>
        </pc:sldMkLst>
        <pc:spChg chg="mod">
          <ac:chgData name="陈钦霖" userId="80b7fee4-4a28-466f-b344-51c8f8303b30" providerId="ADAL" clId="{7C375E90-28E0-4777-8B68-6DBD10AA8817}" dt="2025-04-01T02:25:50.264" v="3097" actId="1076"/>
          <ac:spMkLst>
            <pc:docMk/>
            <pc:sldMk cId="3338405079" sldId="306"/>
            <ac:spMk id="3" creationId="{9856C5F6-1B64-A684-6550-960D81E51A90}"/>
          </ac:spMkLst>
        </pc:spChg>
        <pc:spChg chg="mod">
          <ac:chgData name="陈钦霖" userId="80b7fee4-4a28-466f-b344-51c8f8303b30" providerId="ADAL" clId="{7C375E90-28E0-4777-8B68-6DBD10AA8817}" dt="2025-04-22T08:00:27.126" v="12586" actId="20577"/>
          <ac:spMkLst>
            <pc:docMk/>
            <pc:sldMk cId="3338405079" sldId="306"/>
            <ac:spMk id="5" creationId="{1627D0B6-4533-C7C5-4AB0-43D55A2AB187}"/>
          </ac:spMkLst>
        </pc:spChg>
      </pc:sldChg>
      <pc:sldChg chg="add del">
        <pc:chgData name="陈钦霖" userId="80b7fee4-4a28-466f-b344-51c8f8303b30" providerId="ADAL" clId="{7C375E90-28E0-4777-8B68-6DBD10AA8817}" dt="2025-03-31T02:14:20.929" v="3" actId="47"/>
        <pc:sldMkLst>
          <pc:docMk/>
          <pc:sldMk cId="4292211996" sldId="306"/>
        </pc:sldMkLst>
      </pc:sldChg>
      <pc:sldChg chg="add del">
        <pc:chgData name="陈钦霖" userId="80b7fee4-4a28-466f-b344-51c8f8303b30" providerId="ADAL" clId="{7C375E90-28E0-4777-8B68-6DBD10AA8817}" dt="2025-03-31T02:14:20.929" v="3" actId="47"/>
        <pc:sldMkLst>
          <pc:docMk/>
          <pc:sldMk cId="1518174933" sldId="307"/>
        </pc:sldMkLst>
      </pc:sldChg>
      <pc:sldChg chg="modSp add mod modTransition">
        <pc:chgData name="陈钦霖" userId="80b7fee4-4a28-466f-b344-51c8f8303b30" providerId="ADAL" clId="{7C375E90-28E0-4777-8B68-6DBD10AA8817}" dt="2025-04-14T02:54:37.784" v="10432" actId="20577"/>
        <pc:sldMkLst>
          <pc:docMk/>
          <pc:sldMk cId="1742043670" sldId="307"/>
        </pc:sldMkLst>
        <pc:spChg chg="mod">
          <ac:chgData name="陈钦霖" userId="80b7fee4-4a28-466f-b344-51c8f8303b30" providerId="ADAL" clId="{7C375E90-28E0-4777-8B68-6DBD10AA8817}" dt="2025-04-14T02:54:37.784" v="10432" actId="20577"/>
          <ac:spMkLst>
            <pc:docMk/>
            <pc:sldMk cId="1742043670" sldId="307"/>
            <ac:spMk id="5" creationId="{E45072F4-3502-7CA4-5A1E-2F344BADD785}"/>
          </ac:spMkLst>
        </pc:spChg>
      </pc:sldChg>
      <pc:sldChg chg="add del">
        <pc:chgData name="陈钦霖" userId="80b7fee4-4a28-466f-b344-51c8f8303b30" providerId="ADAL" clId="{7C375E90-28E0-4777-8B68-6DBD10AA8817}" dt="2025-04-01T02:27:48.402" v="3106" actId="47"/>
        <pc:sldMkLst>
          <pc:docMk/>
          <pc:sldMk cId="1599092811" sldId="308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2274213515" sldId="308"/>
        </pc:sldMkLst>
      </pc:sldChg>
      <pc:sldChg chg="addSp modSp add mod modTransition">
        <pc:chgData name="陈钦霖" userId="80b7fee4-4a28-466f-b344-51c8f8303b30" providerId="ADAL" clId="{7C375E90-28E0-4777-8B68-6DBD10AA8817}" dt="2025-04-22T08:00:49.532" v="12621" actId="20577"/>
        <pc:sldMkLst>
          <pc:docMk/>
          <pc:sldMk cId="3941504665" sldId="309"/>
        </pc:sldMkLst>
        <pc:spChg chg="mod">
          <ac:chgData name="陈钦霖" userId="80b7fee4-4a28-466f-b344-51c8f8303b30" providerId="ADAL" clId="{7C375E90-28E0-4777-8B68-6DBD10AA8817}" dt="2025-04-22T08:00:49.532" v="12621" actId="20577"/>
          <ac:spMkLst>
            <pc:docMk/>
            <pc:sldMk cId="3941504665" sldId="309"/>
            <ac:spMk id="5" creationId="{6E21BDB9-DAA8-8BCD-C75B-C96EEB6E489E}"/>
          </ac:spMkLst>
        </pc:spChg>
      </pc:sldChg>
      <pc:sldChg chg="addSp delSp modSp add del mod">
        <pc:chgData name="陈钦霖" userId="80b7fee4-4a28-466f-b344-51c8f8303b30" providerId="ADAL" clId="{7C375E90-28E0-4777-8B68-6DBD10AA8817}" dt="2025-04-01T11:31:50.433" v="3946" actId="47"/>
        <pc:sldMkLst>
          <pc:docMk/>
          <pc:sldMk cId="4226983168" sldId="310"/>
        </pc:sldMkLst>
      </pc:sldChg>
      <pc:sldChg chg="addSp delSp modSp add mod">
        <pc:chgData name="陈钦霖" userId="80b7fee4-4a28-466f-b344-51c8f8303b30" providerId="ADAL" clId="{7C375E90-28E0-4777-8B68-6DBD10AA8817}" dt="2025-04-01T12:02:12.984" v="4223"/>
        <pc:sldMkLst>
          <pc:docMk/>
          <pc:sldMk cId="977449247" sldId="311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1090975982" sldId="311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3163033253" sldId="312"/>
        </pc:sldMkLst>
      </pc:sldChg>
      <pc:sldChg chg="addSp delSp modSp add del mod">
        <pc:chgData name="陈钦霖" userId="80b7fee4-4a28-466f-b344-51c8f8303b30" providerId="ADAL" clId="{7C375E90-28E0-4777-8B68-6DBD10AA8817}" dt="2025-04-01T10:43:27.581" v="3763" actId="47"/>
        <pc:sldMkLst>
          <pc:docMk/>
          <pc:sldMk cId="3404140916" sldId="312"/>
        </pc:sldMkLst>
      </pc:sldChg>
      <pc:sldChg chg="addSp delSp modSp add del mod">
        <pc:chgData name="陈钦霖" userId="80b7fee4-4a28-466f-b344-51c8f8303b30" providerId="ADAL" clId="{7C375E90-28E0-4777-8B68-6DBD10AA8817}" dt="2025-04-01T12:24:31.544" v="4759" actId="47"/>
        <pc:sldMkLst>
          <pc:docMk/>
          <pc:sldMk cId="4037997443" sldId="312"/>
        </pc:sldMkLst>
      </pc:sldChg>
      <pc:sldChg chg="delSp add del mod">
        <pc:chgData name="陈钦霖" userId="80b7fee4-4a28-466f-b344-51c8f8303b30" providerId="ADAL" clId="{7C375E90-28E0-4777-8B68-6DBD10AA8817}" dt="2025-04-01T12:33:19.841" v="4871" actId="47"/>
        <pc:sldMkLst>
          <pc:docMk/>
          <pc:sldMk cId="1412489623" sldId="313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1557742181" sldId="313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1360217080" sldId="314"/>
        </pc:sldMkLst>
      </pc:sldChg>
      <pc:sldChg chg="addSp delSp modSp add mod">
        <pc:chgData name="陈钦霖" userId="80b7fee4-4a28-466f-b344-51c8f8303b30" providerId="ADAL" clId="{7C375E90-28E0-4777-8B68-6DBD10AA8817}" dt="2025-04-01T12:34:04.901" v="4887" actId="20577"/>
        <pc:sldMkLst>
          <pc:docMk/>
          <pc:sldMk cId="2298063495" sldId="314"/>
        </pc:sldMkLst>
        <pc:spChg chg="add mod ord">
          <ac:chgData name="陈钦霖" userId="80b7fee4-4a28-466f-b344-51c8f8303b30" providerId="ADAL" clId="{7C375E90-28E0-4777-8B68-6DBD10AA8817}" dt="2025-04-01T12:31:25.575" v="4854" actId="14100"/>
          <ac:spMkLst>
            <pc:docMk/>
            <pc:sldMk cId="2298063495" sldId="314"/>
            <ac:spMk id="4" creationId="{6AEB1CF6-BA33-0FFB-B14A-126082751A37}"/>
          </ac:spMkLst>
        </pc:spChg>
        <pc:spChg chg="mod">
          <ac:chgData name="陈钦霖" userId="80b7fee4-4a28-466f-b344-51c8f8303b30" providerId="ADAL" clId="{7C375E90-28E0-4777-8B68-6DBD10AA8817}" dt="2025-04-01T12:34:04.901" v="4887" actId="20577"/>
          <ac:spMkLst>
            <pc:docMk/>
            <pc:sldMk cId="2298063495" sldId="314"/>
            <ac:spMk id="5" creationId="{FA1E9C36-A68B-803A-EC0F-3FBD57869252}"/>
          </ac:spMkLst>
        </pc:spChg>
        <pc:spChg chg="add mod">
          <ac:chgData name="陈钦霖" userId="80b7fee4-4a28-466f-b344-51c8f8303b30" providerId="ADAL" clId="{7C375E90-28E0-4777-8B68-6DBD10AA8817}" dt="2025-04-01T12:29:01.624" v="4805" actId="1076"/>
          <ac:spMkLst>
            <pc:docMk/>
            <pc:sldMk cId="2298063495" sldId="314"/>
            <ac:spMk id="29" creationId="{98C1BB59-6B6E-732D-E6E2-AEE8232CD774}"/>
          </ac:spMkLst>
        </pc:spChg>
        <pc:spChg chg="add mod">
          <ac:chgData name="陈钦霖" userId="80b7fee4-4a28-466f-b344-51c8f8303b30" providerId="ADAL" clId="{7C375E90-28E0-4777-8B68-6DBD10AA8817}" dt="2025-04-01T12:30:13.317" v="4820" actId="14100"/>
          <ac:spMkLst>
            <pc:docMk/>
            <pc:sldMk cId="2298063495" sldId="314"/>
            <ac:spMk id="45" creationId="{B701ECA2-5B28-719C-72CB-BB34BE04C870}"/>
          </ac:spMkLst>
        </pc:spChg>
        <pc:spChg chg="add mod">
          <ac:chgData name="陈钦霖" userId="80b7fee4-4a28-466f-b344-51c8f8303b30" providerId="ADAL" clId="{7C375E90-28E0-4777-8B68-6DBD10AA8817}" dt="2025-04-01T12:32:04.198" v="4868" actId="12789"/>
          <ac:spMkLst>
            <pc:docMk/>
            <pc:sldMk cId="2298063495" sldId="314"/>
            <ac:spMk id="46" creationId="{AE38AFDB-AA74-A75D-5100-586F22880EF4}"/>
          </ac:spMkLst>
        </pc:spChg>
        <pc:spChg chg="add mod">
          <ac:chgData name="陈钦霖" userId="80b7fee4-4a28-466f-b344-51c8f8303b30" providerId="ADAL" clId="{7C375E90-28E0-4777-8B68-6DBD10AA8817}" dt="2025-04-01T12:32:04.198" v="4868" actId="12789"/>
          <ac:spMkLst>
            <pc:docMk/>
            <pc:sldMk cId="2298063495" sldId="314"/>
            <ac:spMk id="47" creationId="{BB80AFA6-14E4-A938-483E-54538B4271C3}"/>
          </ac:spMkLst>
        </pc:spChg>
        <pc:spChg chg="add mod">
          <ac:chgData name="陈钦霖" userId="80b7fee4-4a28-466f-b344-51c8f8303b30" providerId="ADAL" clId="{7C375E90-28E0-4777-8B68-6DBD10AA8817}" dt="2025-04-01T12:32:04.198" v="4868" actId="12789"/>
          <ac:spMkLst>
            <pc:docMk/>
            <pc:sldMk cId="2298063495" sldId="314"/>
            <ac:spMk id="48" creationId="{1C38866E-8297-8346-08EB-FA8C9CE6826A}"/>
          </ac:spMkLst>
        </pc:spChg>
        <pc:spChg chg="mod">
          <ac:chgData name="陈钦霖" userId="80b7fee4-4a28-466f-b344-51c8f8303b30" providerId="ADAL" clId="{7C375E90-28E0-4777-8B68-6DBD10AA8817}" dt="2025-04-01T12:32:04.198" v="4868" actId="12789"/>
          <ac:spMkLst>
            <pc:docMk/>
            <pc:sldMk cId="2298063495" sldId="314"/>
            <ac:spMk id="49" creationId="{5B177E69-B7C7-36C4-FAB3-FA8440BE1EF0}"/>
          </ac:spMkLst>
        </pc:spChg>
        <pc:spChg chg="mod">
          <ac:chgData name="陈钦霖" userId="80b7fee4-4a28-466f-b344-51c8f8303b30" providerId="ADAL" clId="{7C375E90-28E0-4777-8B68-6DBD10AA8817}" dt="2025-04-01T12:29:43.510" v="4809" actId="1076"/>
          <ac:spMkLst>
            <pc:docMk/>
            <pc:sldMk cId="2298063495" sldId="314"/>
            <ac:spMk id="50" creationId="{0D449E90-81AD-DAD1-6369-DE67D8380D9F}"/>
          </ac:spMkLst>
        </pc:spChg>
        <pc:spChg chg="add mod">
          <ac:chgData name="陈钦霖" userId="80b7fee4-4a28-466f-b344-51c8f8303b30" providerId="ADAL" clId="{7C375E90-28E0-4777-8B68-6DBD10AA8817}" dt="2025-04-01T12:29:43.510" v="4809" actId="1076"/>
          <ac:spMkLst>
            <pc:docMk/>
            <pc:sldMk cId="2298063495" sldId="314"/>
            <ac:spMk id="51" creationId="{40B2CA62-E795-8C0B-CD72-DF528B91FA61}"/>
          </ac:spMkLst>
        </pc:spChg>
        <pc:spChg chg="mod">
          <ac:chgData name="陈钦霖" userId="80b7fee4-4a28-466f-b344-51c8f8303b30" providerId="ADAL" clId="{7C375E90-28E0-4777-8B68-6DBD10AA8817}" dt="2025-04-01T12:29:43.510" v="4809" actId="1076"/>
          <ac:spMkLst>
            <pc:docMk/>
            <pc:sldMk cId="2298063495" sldId="314"/>
            <ac:spMk id="52" creationId="{990ADB82-EBE4-F065-62C5-E1622505FB31}"/>
          </ac:spMkLst>
        </pc:spChg>
        <pc:spChg chg="mod">
          <ac:chgData name="陈钦霖" userId="80b7fee4-4a28-466f-b344-51c8f8303b30" providerId="ADAL" clId="{7C375E90-28E0-4777-8B68-6DBD10AA8817}" dt="2025-04-01T12:29:43.510" v="4809" actId="1076"/>
          <ac:spMkLst>
            <pc:docMk/>
            <pc:sldMk cId="2298063495" sldId="314"/>
            <ac:spMk id="53" creationId="{BD8AEE6F-93FE-44EC-DA1E-8F5C5D6A72CA}"/>
          </ac:spMkLst>
        </pc:spChg>
        <pc:spChg chg="add mod">
          <ac:chgData name="陈钦霖" userId="80b7fee4-4a28-466f-b344-51c8f8303b30" providerId="ADAL" clId="{7C375E90-28E0-4777-8B68-6DBD10AA8817}" dt="2025-04-01T12:29:43.510" v="4809" actId="1076"/>
          <ac:spMkLst>
            <pc:docMk/>
            <pc:sldMk cId="2298063495" sldId="314"/>
            <ac:spMk id="54" creationId="{E6356CA1-FEFB-C844-8A47-2040908F49D4}"/>
          </ac:spMkLst>
        </pc:spChg>
        <pc:spChg chg="add mod">
          <ac:chgData name="陈钦霖" userId="80b7fee4-4a28-466f-b344-51c8f8303b30" providerId="ADAL" clId="{7C375E90-28E0-4777-8B68-6DBD10AA8817}" dt="2025-04-01T12:29:43.510" v="4809" actId="1076"/>
          <ac:spMkLst>
            <pc:docMk/>
            <pc:sldMk cId="2298063495" sldId="314"/>
            <ac:spMk id="55" creationId="{5E3ECBE5-BC62-3547-B630-79DDC9F444EE}"/>
          </ac:spMkLst>
        </pc:spChg>
        <pc:spChg chg="add mod">
          <ac:chgData name="陈钦霖" userId="80b7fee4-4a28-466f-b344-51c8f8303b30" providerId="ADAL" clId="{7C375E90-28E0-4777-8B68-6DBD10AA8817}" dt="2025-04-01T12:26:04.497" v="4777" actId="1076"/>
          <ac:spMkLst>
            <pc:docMk/>
            <pc:sldMk cId="2298063495" sldId="314"/>
            <ac:spMk id="56" creationId="{D034393E-03DD-87F7-3130-683CCB3A0C3C}"/>
          </ac:spMkLst>
        </pc:spChg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854245129" sldId="315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3160475605" sldId="316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1933027176" sldId="317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2807644141" sldId="318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599573807" sldId="319"/>
        </pc:sldMkLst>
      </pc:sldChg>
      <pc:sldChg chg="modSp mod">
        <pc:chgData name="陈钦霖" userId="80b7fee4-4a28-466f-b344-51c8f8303b30" providerId="ADAL" clId="{7C375E90-28E0-4777-8B68-6DBD10AA8817}" dt="2025-04-14T02:56:23.100" v="10438" actId="207"/>
        <pc:sldMkLst>
          <pc:docMk/>
          <pc:sldMk cId="1246177043" sldId="319"/>
        </pc:sldMkLst>
        <pc:spChg chg="mod">
          <ac:chgData name="陈钦霖" userId="80b7fee4-4a28-466f-b344-51c8f8303b30" providerId="ADAL" clId="{7C375E90-28E0-4777-8B68-6DBD10AA8817}" dt="2025-04-14T02:56:23.100" v="10438" actId="207"/>
          <ac:spMkLst>
            <pc:docMk/>
            <pc:sldMk cId="1246177043" sldId="319"/>
            <ac:spMk id="53" creationId="{D240DE5C-9B63-4E20-CCE6-3463F209DE0E}"/>
          </ac:spMkLst>
        </pc:spChg>
        <pc:spChg chg="mod">
          <ac:chgData name="陈钦霖" userId="80b7fee4-4a28-466f-b344-51c8f8303b30" providerId="ADAL" clId="{7C375E90-28E0-4777-8B68-6DBD10AA8817}" dt="2025-04-14T02:56:22.668" v="10437" actId="207"/>
          <ac:spMkLst>
            <pc:docMk/>
            <pc:sldMk cId="1246177043" sldId="319"/>
            <ac:spMk id="54" creationId="{DD802865-C74C-AD76-324F-D3ED3EFD936B}"/>
          </ac:spMkLst>
        </pc:spChg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63534703" sldId="320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3498112563" sldId="321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694343652" sldId="322"/>
        </pc:sldMkLst>
      </pc:sldChg>
      <pc:sldChg chg="modSp mod">
        <pc:chgData name="陈钦霖" userId="80b7fee4-4a28-466f-b344-51c8f8303b30" providerId="ADAL" clId="{7C375E90-28E0-4777-8B68-6DBD10AA8817}" dt="2025-04-07T07:05:36.657" v="6634" actId="14100"/>
        <pc:sldMkLst>
          <pc:docMk/>
          <pc:sldMk cId="3722697313" sldId="322"/>
        </pc:sldMkLst>
        <pc:cxnChg chg="mod ord">
          <ac:chgData name="陈钦霖" userId="80b7fee4-4a28-466f-b344-51c8f8303b30" providerId="ADAL" clId="{7C375E90-28E0-4777-8B68-6DBD10AA8817}" dt="2025-04-07T07:05:36.657" v="6634" actId="14100"/>
          <ac:cxnSpMkLst>
            <pc:docMk/>
            <pc:sldMk cId="3722697313" sldId="322"/>
            <ac:cxnSpMk id="24" creationId="{BD1CAD0A-CF61-791D-32F3-19F2CBDECB6E}"/>
          </ac:cxnSpMkLst>
        </pc:cxnChg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772614820" sldId="323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1890488604" sldId="324"/>
        </pc:sldMkLst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693962268" sldId="325"/>
        </pc:sldMkLst>
      </pc:sldChg>
      <pc:sldChg chg="addSp delSp modSp add mod modAnim">
        <pc:chgData name="陈钦霖" userId="80b7fee4-4a28-466f-b344-51c8f8303b30" providerId="ADAL" clId="{7C375E90-28E0-4777-8B68-6DBD10AA8817}" dt="2025-04-14T06:49:05.014" v="11229" actId="207"/>
        <pc:sldMkLst>
          <pc:docMk/>
          <pc:sldMk cId="880398392" sldId="325"/>
        </pc:sldMkLst>
        <pc:spChg chg="mod">
          <ac:chgData name="陈钦霖" userId="80b7fee4-4a28-466f-b344-51c8f8303b30" providerId="ADAL" clId="{7C375E90-28E0-4777-8B68-6DBD10AA8817}" dt="2025-04-03T05:06:56.353" v="5850" actId="20577"/>
          <ac:spMkLst>
            <pc:docMk/>
            <pc:sldMk cId="880398392" sldId="325"/>
            <ac:spMk id="3" creationId="{55D5834F-B7C2-3300-B5FB-C04226C1F24B}"/>
          </ac:spMkLst>
        </pc:spChg>
        <pc:spChg chg="mod">
          <ac:chgData name="陈钦霖" userId="80b7fee4-4a28-466f-b344-51c8f8303b30" providerId="ADAL" clId="{7C375E90-28E0-4777-8B68-6DBD10AA8817}" dt="2025-04-14T06:48:39.137" v="11218" actId="207"/>
          <ac:spMkLst>
            <pc:docMk/>
            <pc:sldMk cId="880398392" sldId="325"/>
            <ac:spMk id="5" creationId="{0E5DE0F8-2738-17A7-0C45-DDF19F6906F2}"/>
          </ac:spMkLst>
        </pc:spChg>
        <pc:spChg chg="mod">
          <ac:chgData name="陈钦霖" userId="80b7fee4-4a28-466f-b344-51c8f8303b30" providerId="ADAL" clId="{7C375E90-28E0-4777-8B68-6DBD10AA8817}" dt="2025-04-14T06:49:05.014" v="11229" actId="207"/>
          <ac:spMkLst>
            <pc:docMk/>
            <pc:sldMk cId="880398392" sldId="325"/>
            <ac:spMk id="7" creationId="{821CA1A6-923D-DA23-1A62-6898E0453B7D}"/>
          </ac:spMkLst>
        </pc:spChg>
        <pc:spChg chg="mod">
          <ac:chgData name="陈钦霖" userId="80b7fee4-4a28-466f-b344-51c8f8303b30" providerId="ADAL" clId="{7C375E90-28E0-4777-8B68-6DBD10AA8817}" dt="2025-04-07T07:23:02.618" v="6709" actId="20577"/>
          <ac:spMkLst>
            <pc:docMk/>
            <pc:sldMk cId="880398392" sldId="325"/>
            <ac:spMk id="10" creationId="{417B5BD2-9B1B-70FD-2B3F-137E9CE33DD5}"/>
          </ac:spMkLst>
        </pc:spChg>
        <pc:spChg chg="add mod">
          <ac:chgData name="陈钦霖" userId="80b7fee4-4a28-466f-b344-51c8f8303b30" providerId="ADAL" clId="{7C375E90-28E0-4777-8B68-6DBD10AA8817}" dt="2025-04-14T06:48:54.565" v="11226" actId="207"/>
          <ac:spMkLst>
            <pc:docMk/>
            <pc:sldMk cId="880398392" sldId="325"/>
            <ac:spMk id="11" creationId="{4FA0E9C6-92F3-41E5-689D-7682A04F5AAA}"/>
          </ac:spMkLst>
        </pc:spChg>
        <pc:spChg chg="add mod">
          <ac:chgData name="陈钦霖" userId="80b7fee4-4a28-466f-b344-51c8f8303b30" providerId="ADAL" clId="{7C375E90-28E0-4777-8B68-6DBD10AA8817}" dt="2025-04-07T07:30:41.622" v="6770" actId="164"/>
          <ac:spMkLst>
            <pc:docMk/>
            <pc:sldMk cId="880398392" sldId="325"/>
            <ac:spMk id="12" creationId="{4EF55790-228C-17BA-581D-88DD71374EEC}"/>
          </ac:spMkLst>
        </pc:spChg>
        <pc:spChg chg="add mod">
          <ac:chgData name="陈钦霖" userId="80b7fee4-4a28-466f-b344-51c8f8303b30" providerId="ADAL" clId="{7C375E90-28E0-4777-8B68-6DBD10AA8817}" dt="2025-04-07T07:29:42.306" v="6761" actId="164"/>
          <ac:spMkLst>
            <pc:docMk/>
            <pc:sldMk cId="880398392" sldId="325"/>
            <ac:spMk id="14" creationId="{D73402C6-3749-B95F-7CCA-E0D0B1A76A54}"/>
          </ac:spMkLst>
        </pc:spChg>
        <pc:spChg chg="mod">
          <ac:chgData name="陈钦霖" userId="80b7fee4-4a28-466f-b344-51c8f8303b30" providerId="ADAL" clId="{7C375E90-28E0-4777-8B68-6DBD10AA8817}" dt="2025-04-14T06:49:00.750" v="11227" actId="208"/>
          <ac:spMkLst>
            <pc:docMk/>
            <pc:sldMk cId="880398392" sldId="325"/>
            <ac:spMk id="17" creationId="{E6930B39-51D5-8B68-C082-52F6DBCA69FB}"/>
          </ac:spMkLst>
        </pc:spChg>
        <pc:grpChg chg="add mod">
          <ac:chgData name="陈钦霖" userId="80b7fee4-4a28-466f-b344-51c8f8303b30" providerId="ADAL" clId="{7C375E90-28E0-4777-8B68-6DBD10AA8817}" dt="2025-04-07T07:29:42.306" v="6761" actId="164"/>
          <ac:grpSpMkLst>
            <pc:docMk/>
            <pc:sldMk cId="880398392" sldId="325"/>
            <ac:grpSpMk id="2" creationId="{DD1A0079-581D-082F-F78B-B07D4032EFEB}"/>
          </ac:grpSpMkLst>
        </pc:grpChg>
        <pc:grpChg chg="add mod">
          <ac:chgData name="陈钦霖" userId="80b7fee4-4a28-466f-b344-51c8f8303b30" providerId="ADAL" clId="{7C375E90-28E0-4777-8B68-6DBD10AA8817}" dt="2025-04-07T07:30:41.622" v="6770" actId="164"/>
          <ac:grpSpMkLst>
            <pc:docMk/>
            <pc:sldMk cId="880398392" sldId="325"/>
            <ac:grpSpMk id="6" creationId="{177E9D6D-FEC7-8E37-4B0E-A85D593A8E54}"/>
          </ac:grpSpMkLst>
        </pc:grpChg>
      </pc:sldChg>
      <pc:sldChg chg="modSp add del mod">
        <pc:chgData name="陈钦霖" userId="80b7fee4-4a28-466f-b344-51c8f8303b30" providerId="ADAL" clId="{7C375E90-28E0-4777-8B68-6DBD10AA8817}" dt="2025-04-03T03:28:26.125" v="5324" actId="47"/>
        <pc:sldMkLst>
          <pc:docMk/>
          <pc:sldMk cId="3967293942" sldId="325"/>
        </pc:sldMkLst>
      </pc:sldChg>
      <pc:sldChg chg="addSp delSp modSp add mod addAnim delAnim modAnim">
        <pc:chgData name="陈钦霖" userId="80b7fee4-4a28-466f-b344-51c8f8303b30" providerId="ADAL" clId="{7C375E90-28E0-4777-8B68-6DBD10AA8817}" dt="2025-04-14T06:50:33.356" v="11295"/>
        <pc:sldMkLst>
          <pc:docMk/>
          <pc:sldMk cId="732950293" sldId="326"/>
        </pc:sldMkLst>
        <pc:spChg chg="mod topLvl">
          <ac:chgData name="陈钦霖" userId="80b7fee4-4a28-466f-b344-51c8f8303b30" providerId="ADAL" clId="{7C375E90-28E0-4777-8B68-6DBD10AA8817}" dt="2025-04-14T06:50:25.847" v="11280"/>
          <ac:spMkLst>
            <pc:docMk/>
            <pc:sldMk cId="732950293" sldId="326"/>
            <ac:spMk id="3" creationId="{70EFCB4C-E8C5-6ECA-B382-FBD9147D2D98}"/>
          </ac:spMkLst>
        </pc:spChg>
        <pc:spChg chg="mod">
          <ac:chgData name="陈钦霖" userId="80b7fee4-4a28-466f-b344-51c8f8303b30" providerId="ADAL" clId="{7C375E90-28E0-4777-8B68-6DBD10AA8817}" dt="2025-04-07T07:40:30.892" v="6925" actId="1076"/>
          <ac:spMkLst>
            <pc:docMk/>
            <pc:sldMk cId="732950293" sldId="326"/>
            <ac:spMk id="4" creationId="{5F2545AA-CD03-3493-1A71-A74E2E5E36C0}"/>
          </ac:spMkLst>
        </pc:spChg>
        <pc:spChg chg="mod topLvl">
          <ac:chgData name="陈钦霖" userId="80b7fee4-4a28-466f-b344-51c8f8303b30" providerId="ADAL" clId="{7C375E90-28E0-4777-8B68-6DBD10AA8817}" dt="2025-04-14T06:50:08.398" v="11264" actId="208"/>
          <ac:spMkLst>
            <pc:docMk/>
            <pc:sldMk cId="732950293" sldId="326"/>
            <ac:spMk id="5" creationId="{777CFDE4-1E32-1EC6-10C8-77DEBCC9409F}"/>
          </ac:spMkLst>
        </pc:spChg>
        <pc:spChg chg="add mod">
          <ac:chgData name="陈钦霖" userId="80b7fee4-4a28-466f-b344-51c8f8303b30" providerId="ADAL" clId="{7C375E90-28E0-4777-8B68-6DBD10AA8817}" dt="2025-04-03T05:25:01.962" v="6199" actId="164"/>
          <ac:spMkLst>
            <pc:docMk/>
            <pc:sldMk cId="732950293" sldId="326"/>
            <ac:spMk id="6" creationId="{FB5B4F00-599D-154A-979C-11CC6872B533}"/>
          </ac:spMkLst>
        </pc:spChg>
        <pc:spChg chg="mod topLvl">
          <ac:chgData name="陈钦霖" userId="80b7fee4-4a28-466f-b344-51c8f8303b30" providerId="ADAL" clId="{7C375E90-28E0-4777-8B68-6DBD10AA8817}" dt="2025-04-07T07:58:03.553" v="7101" actId="1076"/>
          <ac:spMkLst>
            <pc:docMk/>
            <pc:sldMk cId="732950293" sldId="326"/>
            <ac:spMk id="7" creationId="{6BC18FDF-5BC2-FC8F-C4B9-3EC9B8D893DC}"/>
          </ac:spMkLst>
        </pc:spChg>
        <pc:spChg chg="add mod topLvl">
          <ac:chgData name="陈钦霖" userId="80b7fee4-4a28-466f-b344-51c8f8303b30" providerId="ADAL" clId="{7C375E90-28E0-4777-8B68-6DBD10AA8817}" dt="2025-04-14T06:50:12.589" v="11265" actId="208"/>
          <ac:spMkLst>
            <pc:docMk/>
            <pc:sldMk cId="732950293" sldId="326"/>
            <ac:spMk id="8" creationId="{EA474744-E9A6-FEF9-B706-39F0C4F3A225}"/>
          </ac:spMkLst>
        </pc:spChg>
        <pc:spChg chg="add mod topLvl">
          <ac:chgData name="陈钦霖" userId="80b7fee4-4a28-466f-b344-51c8f8303b30" providerId="ADAL" clId="{7C375E90-28E0-4777-8B68-6DBD10AA8817}" dt="2025-04-14T06:50:12.589" v="11265" actId="208"/>
          <ac:spMkLst>
            <pc:docMk/>
            <pc:sldMk cId="732950293" sldId="326"/>
            <ac:spMk id="9" creationId="{16418973-51CA-AEA7-91BB-BE6BFC832757}"/>
          </ac:spMkLst>
        </pc:spChg>
        <pc:spChg chg="mod">
          <ac:chgData name="陈钦霖" userId="80b7fee4-4a28-466f-b344-51c8f8303b30" providerId="ADAL" clId="{7C375E90-28E0-4777-8B68-6DBD10AA8817}" dt="2025-04-07T10:52:51.162" v="9230" actId="20577"/>
          <ac:spMkLst>
            <pc:docMk/>
            <pc:sldMk cId="732950293" sldId="326"/>
            <ac:spMk id="10" creationId="{31050163-F2FB-B4C3-F14A-78E0FB7541A2}"/>
          </ac:spMkLst>
        </pc:spChg>
        <pc:spChg chg="add mod">
          <ac:chgData name="陈钦霖" userId="80b7fee4-4a28-466f-b344-51c8f8303b30" providerId="ADAL" clId="{7C375E90-28E0-4777-8B68-6DBD10AA8817}" dt="2025-04-07T07:43:22.418" v="6980" actId="1076"/>
          <ac:spMkLst>
            <pc:docMk/>
            <pc:sldMk cId="732950293" sldId="326"/>
            <ac:spMk id="13" creationId="{B8D46F95-978E-DEE8-3AB6-5F3716A59574}"/>
          </ac:spMkLst>
        </pc:spChg>
        <pc:spChg chg="add mod">
          <ac:chgData name="陈钦霖" userId="80b7fee4-4a28-466f-b344-51c8f8303b30" providerId="ADAL" clId="{7C375E90-28E0-4777-8B68-6DBD10AA8817}" dt="2025-04-07T07:43:20.375" v="6979" actId="1076"/>
          <ac:spMkLst>
            <pc:docMk/>
            <pc:sldMk cId="732950293" sldId="326"/>
            <ac:spMk id="14" creationId="{FB846B58-DDF5-87F3-A78E-AC1431A009F7}"/>
          </ac:spMkLst>
        </pc:spChg>
        <pc:spChg chg="mod topLvl">
          <ac:chgData name="陈钦霖" userId="80b7fee4-4a28-466f-b344-51c8f8303b30" providerId="ADAL" clId="{7C375E90-28E0-4777-8B68-6DBD10AA8817}" dt="2025-04-14T06:50:33.356" v="11295"/>
          <ac:spMkLst>
            <pc:docMk/>
            <pc:sldMk cId="732950293" sldId="326"/>
            <ac:spMk id="16" creationId="{58B84BFF-EE6B-E49D-E94B-7880514BD67C}"/>
          </ac:spMkLst>
        </pc:spChg>
        <pc:spChg chg="add mod">
          <ac:chgData name="陈钦霖" userId="80b7fee4-4a28-466f-b344-51c8f8303b30" providerId="ADAL" clId="{7C375E90-28E0-4777-8B68-6DBD10AA8817}" dt="2025-04-14T06:50:01.820" v="11262" actId="208"/>
          <ac:spMkLst>
            <pc:docMk/>
            <pc:sldMk cId="732950293" sldId="326"/>
            <ac:spMk id="22" creationId="{C7FBA5B0-B630-03B0-6693-16539BA6F0FF}"/>
          </ac:spMkLst>
        </pc:spChg>
        <pc:spChg chg="add mod">
          <ac:chgData name="陈钦霖" userId="80b7fee4-4a28-466f-b344-51c8f8303b30" providerId="ADAL" clId="{7C375E90-28E0-4777-8B68-6DBD10AA8817}" dt="2025-04-14T06:50:04.709" v="11263" actId="208"/>
          <ac:spMkLst>
            <pc:docMk/>
            <pc:sldMk cId="732950293" sldId="326"/>
            <ac:spMk id="23" creationId="{71358679-6BEE-773A-F711-70AEC5F38972}"/>
          </ac:spMkLst>
        </pc:spChg>
        <pc:spChg chg="add mod">
          <ac:chgData name="陈钦霖" userId="80b7fee4-4a28-466f-b344-51c8f8303b30" providerId="ADAL" clId="{7C375E90-28E0-4777-8B68-6DBD10AA8817}" dt="2025-04-14T06:49:59.158" v="11261" actId="208"/>
          <ac:spMkLst>
            <pc:docMk/>
            <pc:sldMk cId="732950293" sldId="326"/>
            <ac:spMk id="24" creationId="{EAD54F31-D4F8-BEB5-EE88-37A2B7DF8795}"/>
          </ac:spMkLst>
        </pc:spChg>
        <pc:spChg chg="add mod">
          <ac:chgData name="陈钦霖" userId="80b7fee4-4a28-466f-b344-51c8f8303b30" providerId="ADAL" clId="{7C375E90-28E0-4777-8B68-6DBD10AA8817}" dt="2025-04-07T07:58:18.530" v="7104" actId="1076"/>
          <ac:spMkLst>
            <pc:docMk/>
            <pc:sldMk cId="732950293" sldId="326"/>
            <ac:spMk id="26" creationId="{994AAD25-2D56-2DE3-BCA2-B1854C20CC83}"/>
          </ac:spMkLst>
        </pc:spChg>
        <pc:spChg chg="add mod">
          <ac:chgData name="陈钦霖" userId="80b7fee4-4a28-466f-b344-51c8f8303b30" providerId="ADAL" clId="{7C375E90-28E0-4777-8B68-6DBD10AA8817}" dt="2025-04-03T05:25:43.682" v="6213" actId="14100"/>
          <ac:spMkLst>
            <pc:docMk/>
            <pc:sldMk cId="732950293" sldId="326"/>
            <ac:spMk id="30" creationId="{5CE90D1B-48B4-5DF3-3B09-B4D3D73F797D}"/>
          </ac:spMkLst>
        </pc:spChg>
        <pc:grpChg chg="add mod">
          <ac:chgData name="陈钦霖" userId="80b7fee4-4a28-466f-b344-51c8f8303b30" providerId="ADAL" clId="{7C375E90-28E0-4777-8B68-6DBD10AA8817}" dt="2025-04-07T07:58:39.962" v="7110" actId="1076"/>
          <ac:grpSpMkLst>
            <pc:docMk/>
            <pc:sldMk cId="732950293" sldId="326"/>
            <ac:grpSpMk id="12" creationId="{FF2C6CAA-7F9B-62C0-179F-009E6782C221}"/>
          </ac:grpSpMkLst>
        </pc:grpChg>
        <pc:grpChg chg="add mod">
          <ac:chgData name="陈钦霖" userId="80b7fee4-4a28-466f-b344-51c8f8303b30" providerId="ADAL" clId="{7C375E90-28E0-4777-8B68-6DBD10AA8817}" dt="2025-04-07T07:58:36.323" v="7109" actId="1076"/>
          <ac:grpSpMkLst>
            <pc:docMk/>
            <pc:sldMk cId="732950293" sldId="326"/>
            <ac:grpSpMk id="28" creationId="{0DD1AFA2-79EE-4570-ADA6-964F4CDEABF4}"/>
          </ac:grpSpMkLst>
        </pc:grpChg>
        <pc:grpChg chg="add mod">
          <ac:chgData name="陈钦霖" userId="80b7fee4-4a28-466f-b344-51c8f8303b30" providerId="ADAL" clId="{7C375E90-28E0-4777-8B68-6DBD10AA8817}" dt="2025-04-07T07:58:44.617" v="7113" actId="1076"/>
          <ac:grpSpMkLst>
            <pc:docMk/>
            <pc:sldMk cId="732950293" sldId="326"/>
            <ac:grpSpMk id="29" creationId="{80EA8453-5D12-14DD-C51B-9CE6D9C1E372}"/>
          </ac:grpSpMkLst>
        </pc:grpChg>
      </pc:sldChg>
      <pc:sldChg chg="add del">
        <pc:chgData name="陈钦霖" userId="80b7fee4-4a28-466f-b344-51c8f8303b30" providerId="ADAL" clId="{7C375E90-28E0-4777-8B68-6DBD10AA8817}" dt="2025-03-31T02:14:17.352" v="2" actId="47"/>
        <pc:sldMkLst>
          <pc:docMk/>
          <pc:sldMk cId="2771248511" sldId="326"/>
        </pc:sldMkLst>
      </pc:sldChg>
      <pc:sldChg chg="addSp delSp modSp add mod modAnim">
        <pc:chgData name="陈钦霖" userId="80b7fee4-4a28-466f-b344-51c8f8303b30" providerId="ADAL" clId="{7C375E90-28E0-4777-8B68-6DBD10AA8817}" dt="2025-04-14T06:49:48.174" v="11260" actId="207"/>
        <pc:sldMkLst>
          <pc:docMk/>
          <pc:sldMk cId="1210085654" sldId="327"/>
        </pc:sldMkLst>
        <pc:spChg chg="add mod">
          <ac:chgData name="陈钦霖" userId="80b7fee4-4a28-466f-b344-51c8f8303b30" providerId="ADAL" clId="{7C375E90-28E0-4777-8B68-6DBD10AA8817}" dt="2025-04-14T06:49:39.843" v="11259" actId="207"/>
          <ac:spMkLst>
            <pc:docMk/>
            <pc:sldMk cId="1210085654" sldId="327"/>
            <ac:spMk id="2" creationId="{43EA8932-9336-28A9-22AB-EFBA5E69151B}"/>
          </ac:spMkLst>
        </pc:spChg>
        <pc:spChg chg="add mod">
          <ac:chgData name="陈钦霖" userId="80b7fee4-4a28-466f-b344-51c8f8303b30" providerId="ADAL" clId="{7C375E90-28E0-4777-8B68-6DBD10AA8817}" dt="2025-04-07T07:36:38.988" v="6814" actId="164"/>
          <ac:spMkLst>
            <pc:docMk/>
            <pc:sldMk cId="1210085654" sldId="327"/>
            <ac:spMk id="6" creationId="{D8802C72-CA40-D682-2118-9CE823079C08}"/>
          </ac:spMkLst>
        </pc:spChg>
        <pc:spChg chg="mod">
          <ac:chgData name="陈钦霖" userId="80b7fee4-4a28-466f-b344-51c8f8303b30" providerId="ADAL" clId="{7C375E90-28E0-4777-8B68-6DBD10AA8817}" dt="2025-04-14T06:49:24.468" v="11239"/>
          <ac:spMkLst>
            <pc:docMk/>
            <pc:sldMk cId="1210085654" sldId="327"/>
            <ac:spMk id="8" creationId="{FDFC6D24-17A3-A733-DB7F-4F49EBBF42BF}"/>
          </ac:spMkLst>
        </pc:spChg>
        <pc:spChg chg="mod">
          <ac:chgData name="陈钦霖" userId="80b7fee4-4a28-466f-b344-51c8f8303b30" providerId="ADAL" clId="{7C375E90-28E0-4777-8B68-6DBD10AA8817}" dt="2025-04-14T06:49:48.174" v="11260" actId="207"/>
          <ac:spMkLst>
            <pc:docMk/>
            <pc:sldMk cId="1210085654" sldId="327"/>
            <ac:spMk id="9" creationId="{2CB304AB-ACBD-F94C-EA88-AFFAD6B61012}"/>
          </ac:spMkLst>
        </pc:spChg>
        <pc:spChg chg="mod">
          <ac:chgData name="陈钦霖" userId="80b7fee4-4a28-466f-b344-51c8f8303b30" providerId="ADAL" clId="{7C375E90-28E0-4777-8B68-6DBD10AA8817}" dt="2025-04-07T07:36:32.978" v="6811" actId="1076"/>
          <ac:spMkLst>
            <pc:docMk/>
            <pc:sldMk cId="1210085654" sldId="327"/>
            <ac:spMk id="10" creationId="{9B185BF0-0FDD-765C-F54C-5B3E12ACC1A0}"/>
          </ac:spMkLst>
        </pc:spChg>
        <pc:spChg chg="add mod">
          <ac:chgData name="陈钦霖" userId="80b7fee4-4a28-466f-b344-51c8f8303b30" providerId="ADAL" clId="{7C375E90-28E0-4777-8B68-6DBD10AA8817}" dt="2025-04-07T07:34:36.273" v="6809" actId="1076"/>
          <ac:spMkLst>
            <pc:docMk/>
            <pc:sldMk cId="1210085654" sldId="327"/>
            <ac:spMk id="11" creationId="{72AC6C03-D528-DC03-3EA8-903D3F3D1F29}"/>
          </ac:spMkLst>
        </pc:spChg>
        <pc:spChg chg="mod">
          <ac:chgData name="陈钦霖" userId="80b7fee4-4a28-466f-b344-51c8f8303b30" providerId="ADAL" clId="{7C375E90-28E0-4777-8B68-6DBD10AA8817}" dt="2025-04-14T06:49:15.935" v="11230" actId="208"/>
          <ac:spMkLst>
            <pc:docMk/>
            <pc:sldMk cId="1210085654" sldId="327"/>
            <ac:spMk id="20" creationId="{D302DE4C-FD23-951B-FA00-601564D861BE}"/>
          </ac:spMkLst>
        </pc:spChg>
        <pc:grpChg chg="add mod">
          <ac:chgData name="陈钦霖" userId="80b7fee4-4a28-466f-b344-51c8f8303b30" providerId="ADAL" clId="{7C375E90-28E0-4777-8B68-6DBD10AA8817}" dt="2025-04-07T07:36:53.855" v="6818" actId="1076"/>
          <ac:grpSpMkLst>
            <pc:docMk/>
            <pc:sldMk cId="1210085654" sldId="327"/>
            <ac:grpSpMk id="5" creationId="{C3C3508C-283F-8828-6332-96A4931CF10B}"/>
          </ac:grpSpMkLst>
        </pc:grpChg>
        <pc:grpChg chg="add mod">
          <ac:chgData name="陈钦霖" userId="80b7fee4-4a28-466f-b344-51c8f8303b30" providerId="ADAL" clId="{7C375E90-28E0-4777-8B68-6DBD10AA8817}" dt="2025-04-07T07:36:38.988" v="6814" actId="164"/>
          <ac:grpSpMkLst>
            <pc:docMk/>
            <pc:sldMk cId="1210085654" sldId="327"/>
            <ac:grpSpMk id="7" creationId="{676A5E04-2F42-D18A-44E3-8B58D6FB6058}"/>
          </ac:grpSpMkLst>
        </pc:grpChg>
      </pc:sldChg>
      <pc:sldChg chg="delSp modSp add del mod delAnim">
        <pc:chgData name="陈钦霖" userId="80b7fee4-4a28-466f-b344-51c8f8303b30" providerId="ADAL" clId="{7C375E90-28E0-4777-8B68-6DBD10AA8817}" dt="2025-04-07T11:08:42.932" v="9387" actId="47"/>
        <pc:sldMkLst>
          <pc:docMk/>
          <pc:sldMk cId="129246706" sldId="328"/>
        </pc:sldMkLst>
      </pc:sldChg>
      <pc:sldChg chg="delSp modSp add del mod delAnim">
        <pc:chgData name="陈钦霖" userId="80b7fee4-4a28-466f-b344-51c8f8303b30" providerId="ADAL" clId="{7C375E90-28E0-4777-8B68-6DBD10AA8817}" dt="2025-04-07T07:29:14.776" v="6760" actId="47"/>
        <pc:sldMkLst>
          <pc:docMk/>
          <pc:sldMk cId="1812840266" sldId="328"/>
        </pc:sldMkLst>
      </pc:sldChg>
      <pc:sldChg chg="addSp delSp modSp add mod addAnim delAnim modAnim">
        <pc:chgData name="陈钦霖" userId="80b7fee4-4a28-466f-b344-51c8f8303b30" providerId="ADAL" clId="{7C375E90-28E0-4777-8B68-6DBD10AA8817}" dt="2025-04-14T06:53:46.288" v="11337" actId="207"/>
        <pc:sldMkLst>
          <pc:docMk/>
          <pc:sldMk cId="210167846" sldId="329"/>
        </pc:sldMkLst>
        <pc:spChg chg="add del mod">
          <ac:chgData name="陈钦霖" userId="80b7fee4-4a28-466f-b344-51c8f8303b30" providerId="ADAL" clId="{7C375E90-28E0-4777-8B68-6DBD10AA8817}" dt="2025-04-14T06:53:46.288" v="11337" actId="207"/>
          <ac:spMkLst>
            <pc:docMk/>
            <pc:sldMk cId="210167846" sldId="329"/>
            <ac:spMk id="2" creationId="{FFAE19A4-C177-4555-41FE-02F99C22E6CA}"/>
          </ac:spMkLst>
        </pc:spChg>
        <pc:spChg chg="add mod">
          <ac:chgData name="陈钦霖" userId="80b7fee4-4a28-466f-b344-51c8f8303b30" providerId="ADAL" clId="{7C375E90-28E0-4777-8B68-6DBD10AA8817}" dt="2025-04-14T06:51:41.876" v="11300" actId="115"/>
          <ac:spMkLst>
            <pc:docMk/>
            <pc:sldMk cId="210167846" sldId="329"/>
            <ac:spMk id="21" creationId="{3AC31331-0B5E-D1B4-F9F9-2F1C2FD9E49A}"/>
          </ac:spMkLst>
        </pc:spChg>
        <pc:spChg chg="mod">
          <ac:chgData name="陈钦霖" userId="80b7fee4-4a28-466f-b344-51c8f8303b30" providerId="ADAL" clId="{7C375E90-28E0-4777-8B68-6DBD10AA8817}" dt="2025-04-07T08:18:25.884" v="7534" actId="20577"/>
          <ac:spMkLst>
            <pc:docMk/>
            <pc:sldMk cId="210167846" sldId="329"/>
            <ac:spMk id="30" creationId="{E06492DA-927A-B546-854E-29757AB4E073}"/>
          </ac:spMkLst>
        </pc:spChg>
        <pc:spChg chg="mod">
          <ac:chgData name="陈钦霖" userId="80b7fee4-4a28-466f-b344-51c8f8303b30" providerId="ADAL" clId="{7C375E90-28E0-4777-8B68-6DBD10AA8817}" dt="2025-04-14T06:52:05.955" v="11313" actId="207"/>
          <ac:spMkLst>
            <pc:docMk/>
            <pc:sldMk cId="210167846" sldId="329"/>
            <ac:spMk id="34" creationId="{A61C1880-22E4-EDE0-E923-F026FDAD9986}"/>
          </ac:spMkLst>
        </pc:spChg>
        <pc:spChg chg="mod">
          <ac:chgData name="陈钦霖" userId="80b7fee4-4a28-466f-b344-51c8f8303b30" providerId="ADAL" clId="{7C375E90-28E0-4777-8B68-6DBD10AA8817}" dt="2025-04-14T06:52:13.422" v="11315" actId="208"/>
          <ac:spMkLst>
            <pc:docMk/>
            <pc:sldMk cId="210167846" sldId="329"/>
            <ac:spMk id="35" creationId="{B3B7401E-B51E-C7CC-1CE7-AFBBF913AA0A}"/>
          </ac:spMkLst>
        </pc:spChg>
        <pc:spChg chg="mod">
          <ac:chgData name="陈钦霖" userId="80b7fee4-4a28-466f-b344-51c8f8303b30" providerId="ADAL" clId="{7C375E90-28E0-4777-8B68-6DBD10AA8817}" dt="2025-04-14T06:52:16.978" v="11316" actId="208"/>
          <ac:spMkLst>
            <pc:docMk/>
            <pc:sldMk cId="210167846" sldId="329"/>
            <ac:spMk id="36" creationId="{FB7CB293-2D56-85CD-59F4-FD19FE3B09DC}"/>
          </ac:spMkLst>
        </pc:spChg>
        <pc:grpChg chg="add mod">
          <ac:chgData name="陈钦霖" userId="80b7fee4-4a28-466f-b344-51c8f8303b30" providerId="ADAL" clId="{7C375E90-28E0-4777-8B68-6DBD10AA8817}" dt="2025-04-07T10:30:32.562" v="8665" actId="1076"/>
          <ac:grpSpMkLst>
            <pc:docMk/>
            <pc:sldMk cId="210167846" sldId="329"/>
            <ac:grpSpMk id="33" creationId="{86657BA4-9B35-DF91-A43D-B5F7C2E9A8D2}"/>
          </ac:grpSpMkLst>
        </pc:grpChg>
      </pc:sldChg>
      <pc:sldChg chg="modSp add del">
        <pc:chgData name="陈钦霖" userId="80b7fee4-4a28-466f-b344-51c8f8303b30" providerId="ADAL" clId="{7C375E90-28E0-4777-8B68-6DBD10AA8817}" dt="2025-04-07T09:13:29.205" v="8345" actId="47"/>
        <pc:sldMkLst>
          <pc:docMk/>
          <pc:sldMk cId="3167055360" sldId="330"/>
        </pc:sldMkLst>
      </pc:sldChg>
      <pc:sldChg chg="addSp delSp modSp add del mod delAnim modAnim">
        <pc:chgData name="陈钦霖" userId="80b7fee4-4a28-466f-b344-51c8f8303b30" providerId="ADAL" clId="{7C375E90-28E0-4777-8B68-6DBD10AA8817}" dt="2025-04-07T09:15:31.808" v="8374" actId="47"/>
        <pc:sldMkLst>
          <pc:docMk/>
          <pc:sldMk cId="564344445" sldId="331"/>
        </pc:sldMkLst>
      </pc:sldChg>
      <pc:sldChg chg="addSp delSp modSp add mod modTransition delAnim modAnim">
        <pc:chgData name="陈钦霖" userId="80b7fee4-4a28-466f-b344-51c8f8303b30" providerId="ADAL" clId="{7C375E90-28E0-4777-8B68-6DBD10AA8817}" dt="2025-04-14T06:48:01.995" v="11213" actId="208"/>
        <pc:sldMkLst>
          <pc:docMk/>
          <pc:sldMk cId="115024617" sldId="332"/>
        </pc:sldMkLst>
        <pc:spChg chg="mod">
          <ac:chgData name="陈钦霖" userId="80b7fee4-4a28-466f-b344-51c8f8303b30" providerId="ADAL" clId="{7C375E90-28E0-4777-8B68-6DBD10AA8817}" dt="2025-04-14T06:44:37.538" v="11184" actId="207"/>
          <ac:spMkLst>
            <pc:docMk/>
            <pc:sldMk cId="115024617" sldId="332"/>
            <ac:spMk id="5" creationId="{9DB6E7AF-0CDC-6459-2D92-9C9950464FBC}"/>
          </ac:spMkLst>
        </pc:spChg>
        <pc:spChg chg="mod">
          <ac:chgData name="陈钦霖" userId="80b7fee4-4a28-466f-b344-51c8f8303b30" providerId="ADAL" clId="{7C375E90-28E0-4777-8B68-6DBD10AA8817}" dt="2025-04-14T06:47:21.072" v="11210" actId="207"/>
          <ac:spMkLst>
            <pc:docMk/>
            <pc:sldMk cId="115024617" sldId="332"/>
            <ac:spMk id="7" creationId="{382106F8-AFEA-C709-7BF0-B3528A3C6ED4}"/>
          </ac:spMkLst>
        </pc:spChg>
        <pc:spChg chg="mod">
          <ac:chgData name="陈钦霖" userId="80b7fee4-4a28-466f-b344-51c8f8303b30" providerId="ADAL" clId="{7C375E90-28E0-4777-8B68-6DBD10AA8817}" dt="2025-04-14T06:44:45.403" v="11189" actId="207"/>
          <ac:spMkLst>
            <pc:docMk/>
            <pc:sldMk cId="115024617" sldId="332"/>
            <ac:spMk id="8" creationId="{55B0E686-B691-17B4-D46A-5A35838DECC3}"/>
          </ac:spMkLst>
        </pc:spChg>
        <pc:spChg chg="add mod">
          <ac:chgData name="陈钦霖" userId="80b7fee4-4a28-466f-b344-51c8f8303b30" providerId="ADAL" clId="{7C375E90-28E0-4777-8B68-6DBD10AA8817}" dt="2025-04-14T06:47:33.900" v="11211" actId="207"/>
          <ac:spMkLst>
            <pc:docMk/>
            <pc:sldMk cId="115024617" sldId="332"/>
            <ac:spMk id="9" creationId="{B53EFC76-B03E-067D-78C2-4E68D0CB7354}"/>
          </ac:spMkLst>
        </pc:spChg>
        <pc:spChg chg="mod">
          <ac:chgData name="陈钦霖" userId="80b7fee4-4a28-466f-b344-51c8f8303b30" providerId="ADAL" clId="{7C375E90-28E0-4777-8B68-6DBD10AA8817}" dt="2025-04-14T06:44:57.263" v="11196" actId="207"/>
          <ac:spMkLst>
            <pc:docMk/>
            <pc:sldMk cId="115024617" sldId="332"/>
            <ac:spMk id="12" creationId="{C1317479-19F6-9468-931A-A7EF25B95B3D}"/>
          </ac:spMkLst>
        </pc:spChg>
        <pc:spChg chg="mod">
          <ac:chgData name="陈钦霖" userId="80b7fee4-4a28-466f-b344-51c8f8303b30" providerId="ADAL" clId="{7C375E90-28E0-4777-8B68-6DBD10AA8817}" dt="2025-04-14T06:47:56.893" v="11212" actId="208"/>
          <ac:spMkLst>
            <pc:docMk/>
            <pc:sldMk cId="115024617" sldId="332"/>
            <ac:spMk id="13" creationId="{2B9054D8-9687-6573-26D9-3FF08A396662}"/>
          </ac:spMkLst>
        </pc:spChg>
        <pc:spChg chg="mod">
          <ac:chgData name="陈钦霖" userId="80b7fee4-4a28-466f-b344-51c8f8303b30" providerId="ADAL" clId="{7C375E90-28E0-4777-8B68-6DBD10AA8817}" dt="2025-04-14T06:48:01.995" v="11213" actId="208"/>
          <ac:spMkLst>
            <pc:docMk/>
            <pc:sldMk cId="115024617" sldId="332"/>
            <ac:spMk id="14" creationId="{6107A13C-FD5D-AE95-B5F4-2ADE99512BFD}"/>
          </ac:spMkLst>
        </pc:spChg>
        <pc:spChg chg="mod">
          <ac:chgData name="陈钦霖" userId="80b7fee4-4a28-466f-b344-51c8f8303b30" providerId="ADAL" clId="{7C375E90-28E0-4777-8B68-6DBD10AA8817}" dt="2025-04-14T06:47:06.808" v="11206" actId="208"/>
          <ac:spMkLst>
            <pc:docMk/>
            <pc:sldMk cId="115024617" sldId="332"/>
            <ac:spMk id="17" creationId="{ABD50D9C-E558-C179-EAA6-727FD19E62C9}"/>
          </ac:spMkLst>
        </pc:spChg>
        <pc:spChg chg="mod">
          <ac:chgData name="陈钦霖" userId="80b7fee4-4a28-466f-b344-51c8f8303b30" providerId="ADAL" clId="{7C375E90-28E0-4777-8B68-6DBD10AA8817}" dt="2025-04-14T06:47:13.361" v="11207" actId="208"/>
          <ac:spMkLst>
            <pc:docMk/>
            <pc:sldMk cId="115024617" sldId="332"/>
            <ac:spMk id="30" creationId="{F2632B79-285F-B7C3-D6D0-0CF8C80148C2}"/>
          </ac:spMkLst>
        </pc:spChg>
        <pc:grpChg chg="add mod">
          <ac:chgData name="陈钦霖" userId="80b7fee4-4a28-466f-b344-51c8f8303b30" providerId="ADAL" clId="{7C375E90-28E0-4777-8B68-6DBD10AA8817}" dt="2025-04-07T09:14:37.012" v="8367" actId="14100"/>
          <ac:grpSpMkLst>
            <pc:docMk/>
            <pc:sldMk cId="115024617" sldId="332"/>
            <ac:grpSpMk id="11" creationId="{EA2D5541-5B61-E54D-6505-0D6250C06FB4}"/>
          </ac:grpSpMkLst>
        </pc:grpChg>
      </pc:sldChg>
      <pc:sldChg chg="delSp modSp add del mod">
        <pc:chgData name="陈钦霖" userId="80b7fee4-4a28-466f-b344-51c8f8303b30" providerId="ADAL" clId="{7C375E90-28E0-4777-8B68-6DBD10AA8817}" dt="2025-04-07T11:08:41.845" v="9386" actId="47"/>
        <pc:sldMkLst>
          <pc:docMk/>
          <pc:sldMk cId="2726158221" sldId="333"/>
        </pc:sldMkLst>
      </pc:sldChg>
      <pc:sldChg chg="delSp modSp add mod">
        <pc:chgData name="陈钦霖" userId="80b7fee4-4a28-466f-b344-51c8f8303b30" providerId="ADAL" clId="{7C375E90-28E0-4777-8B68-6DBD10AA8817}" dt="2025-04-14T02:08:51.006" v="9998" actId="208"/>
        <pc:sldMkLst>
          <pc:docMk/>
          <pc:sldMk cId="1699682957" sldId="334"/>
        </pc:sldMkLst>
        <pc:spChg chg="mod">
          <ac:chgData name="陈钦霖" userId="80b7fee4-4a28-466f-b344-51c8f8303b30" providerId="ADAL" clId="{7C375E90-28E0-4777-8B68-6DBD10AA8817}" dt="2025-04-08T08:35:57.213" v="9874" actId="1582"/>
          <ac:spMkLst>
            <pc:docMk/>
            <pc:sldMk cId="1699682957" sldId="334"/>
            <ac:spMk id="2" creationId="{C9299590-382F-7E9B-5319-224BC8821D61}"/>
          </ac:spMkLst>
        </pc:spChg>
        <pc:spChg chg="mod">
          <ac:chgData name="陈钦霖" userId="80b7fee4-4a28-466f-b344-51c8f8303b30" providerId="ADAL" clId="{7C375E90-28E0-4777-8B68-6DBD10AA8817}" dt="2025-04-14T02:08:51.006" v="9998" actId="208"/>
          <ac:spMkLst>
            <pc:docMk/>
            <pc:sldMk cId="1699682957" sldId="334"/>
            <ac:spMk id="5" creationId="{A9ADBDAA-4801-3F78-20C0-E292DDB7BBA7}"/>
          </ac:spMkLst>
        </pc:spChg>
      </pc:sldChg>
      <pc:sldChg chg="addSp delSp modSp add mod addAnim delAnim modAnim">
        <pc:chgData name="陈钦霖" userId="80b7fee4-4a28-466f-b344-51c8f8303b30" providerId="ADAL" clId="{7C375E90-28E0-4777-8B68-6DBD10AA8817}" dt="2025-04-14T07:00:43.678" v="11425" actId="207"/>
        <pc:sldMkLst>
          <pc:docMk/>
          <pc:sldMk cId="197154938" sldId="335"/>
        </pc:sldMkLst>
        <pc:spChg chg="add mod">
          <ac:chgData name="陈钦霖" userId="80b7fee4-4a28-466f-b344-51c8f8303b30" providerId="ADAL" clId="{7C375E90-28E0-4777-8B68-6DBD10AA8817}" dt="2025-04-14T06:52:33.884" v="11322"/>
          <ac:spMkLst>
            <pc:docMk/>
            <pc:sldMk cId="197154938" sldId="335"/>
            <ac:spMk id="3" creationId="{01708165-E1E6-F819-7F9B-1B65D12AD98D}"/>
          </ac:spMkLst>
        </pc:spChg>
        <pc:spChg chg="add mod">
          <ac:chgData name="陈钦霖" userId="80b7fee4-4a28-466f-b344-51c8f8303b30" providerId="ADAL" clId="{7C375E90-28E0-4777-8B68-6DBD10AA8817}" dt="2025-04-14T06:59:21.179" v="11422" actId="115"/>
          <ac:spMkLst>
            <pc:docMk/>
            <pc:sldMk cId="197154938" sldId="335"/>
            <ac:spMk id="6" creationId="{B8DA44B0-8A91-C4AA-34E1-EEBF92489A44}"/>
          </ac:spMkLst>
        </pc:spChg>
        <pc:spChg chg="add mod">
          <ac:chgData name="陈钦霖" userId="80b7fee4-4a28-466f-b344-51c8f8303b30" providerId="ADAL" clId="{7C375E90-28E0-4777-8B68-6DBD10AA8817}" dt="2025-04-14T06:59:14.878" v="11418"/>
          <ac:spMkLst>
            <pc:docMk/>
            <pc:sldMk cId="197154938" sldId="335"/>
            <ac:spMk id="9" creationId="{D8CBF006-00F2-5C74-B4E2-AB90B4723F31}"/>
          </ac:spMkLst>
        </pc:spChg>
        <pc:spChg chg="mod">
          <ac:chgData name="陈钦霖" userId="80b7fee4-4a28-466f-b344-51c8f8303b30" providerId="ADAL" clId="{7C375E90-28E0-4777-8B68-6DBD10AA8817}" dt="2025-04-07T10:43:28.238" v="8989" actId="1076"/>
          <ac:spMkLst>
            <pc:docMk/>
            <pc:sldMk cId="197154938" sldId="335"/>
            <ac:spMk id="14" creationId="{CF8D85C3-4F0A-F590-EA62-FFE14A051F8C}"/>
          </ac:spMkLst>
        </pc:spChg>
        <pc:spChg chg="mod">
          <ac:chgData name="陈钦霖" userId="80b7fee4-4a28-466f-b344-51c8f8303b30" providerId="ADAL" clId="{7C375E90-28E0-4777-8B68-6DBD10AA8817}" dt="2025-04-07T10:43:13.170" v="8983" actId="404"/>
          <ac:spMkLst>
            <pc:docMk/>
            <pc:sldMk cId="197154938" sldId="335"/>
            <ac:spMk id="15" creationId="{3E1BDA7E-CDF1-4E86-C213-76BA908FF86A}"/>
          </ac:spMkLst>
        </pc:spChg>
        <pc:spChg chg="mod">
          <ac:chgData name="陈钦霖" userId="80b7fee4-4a28-466f-b344-51c8f8303b30" providerId="ADAL" clId="{7C375E90-28E0-4777-8B68-6DBD10AA8817}" dt="2025-04-07T10:43:17.995" v="8985" actId="1076"/>
          <ac:spMkLst>
            <pc:docMk/>
            <pc:sldMk cId="197154938" sldId="335"/>
            <ac:spMk id="16" creationId="{F708716A-5052-A371-7F00-132BDA072B44}"/>
          </ac:spMkLst>
        </pc:spChg>
        <pc:spChg chg="mod">
          <ac:chgData name="陈钦霖" userId="80b7fee4-4a28-466f-b344-51c8f8303b30" providerId="ADAL" clId="{7C375E90-28E0-4777-8B68-6DBD10AA8817}" dt="2025-04-14T06:53:04.926" v="11328" actId="208"/>
          <ac:spMkLst>
            <pc:docMk/>
            <pc:sldMk cId="197154938" sldId="335"/>
            <ac:spMk id="17" creationId="{2279176E-B05E-A753-17DF-2C7A12E08904}"/>
          </ac:spMkLst>
        </pc:spChg>
        <pc:spChg chg="mod">
          <ac:chgData name="陈钦霖" userId="80b7fee4-4a28-466f-b344-51c8f8303b30" providerId="ADAL" clId="{7C375E90-28E0-4777-8B68-6DBD10AA8817}" dt="2025-04-14T06:53:08.274" v="11329" actId="208"/>
          <ac:spMkLst>
            <pc:docMk/>
            <pc:sldMk cId="197154938" sldId="335"/>
            <ac:spMk id="18" creationId="{DBB9E0E1-F41F-423E-B0EB-D5425F46DA35}"/>
          </ac:spMkLst>
        </pc:spChg>
        <pc:spChg chg="mod">
          <ac:chgData name="陈钦霖" userId="80b7fee4-4a28-466f-b344-51c8f8303b30" providerId="ADAL" clId="{7C375E90-28E0-4777-8B68-6DBD10AA8817}" dt="2025-04-14T06:53:04.926" v="11328" actId="208"/>
          <ac:spMkLst>
            <pc:docMk/>
            <pc:sldMk cId="197154938" sldId="335"/>
            <ac:spMk id="19" creationId="{E48977C5-06EF-2A66-D369-B6E6BEFB3173}"/>
          </ac:spMkLst>
        </pc:spChg>
        <pc:spChg chg="add mod">
          <ac:chgData name="陈钦霖" userId="80b7fee4-4a28-466f-b344-51c8f8303b30" providerId="ADAL" clId="{7C375E90-28E0-4777-8B68-6DBD10AA8817}" dt="2025-04-14T07:00:43.678" v="11425" actId="207"/>
          <ac:spMkLst>
            <pc:docMk/>
            <pc:sldMk cId="197154938" sldId="335"/>
            <ac:spMk id="22" creationId="{00C8CD3C-4F67-96B7-5050-5F922ED9B704}"/>
          </ac:spMkLst>
        </pc:spChg>
        <pc:grpChg chg="add mod">
          <ac:chgData name="陈钦霖" userId="80b7fee4-4a28-466f-b344-51c8f8303b30" providerId="ADAL" clId="{7C375E90-28E0-4777-8B68-6DBD10AA8817}" dt="2025-04-07T10:43:47.587" v="8993" actId="1076"/>
          <ac:grpSpMkLst>
            <pc:docMk/>
            <pc:sldMk cId="197154938" sldId="335"/>
            <ac:grpSpMk id="13" creationId="{4DE87142-8D5B-E845-E6EE-F069938F4D0C}"/>
          </ac:grpSpMkLst>
        </pc:grpChg>
        <pc:grpChg chg="add mod">
          <ac:chgData name="陈钦霖" userId="80b7fee4-4a28-466f-b344-51c8f8303b30" providerId="ADAL" clId="{7C375E90-28E0-4777-8B68-6DBD10AA8817}" dt="2025-04-14T06:59:14.878" v="11418"/>
          <ac:grpSpMkLst>
            <pc:docMk/>
            <pc:sldMk cId="197154938" sldId="335"/>
            <ac:grpSpMk id="20" creationId="{23BB9CED-C2B4-3097-3984-0525E90D7A75}"/>
          </ac:grpSpMkLst>
        </pc:grpChg>
        <pc:cxnChg chg="add mod ord">
          <ac:chgData name="陈钦霖" userId="80b7fee4-4a28-466f-b344-51c8f8303b30" providerId="ADAL" clId="{7C375E90-28E0-4777-8B68-6DBD10AA8817}" dt="2025-04-14T06:59:14.878" v="11418"/>
          <ac:cxnSpMkLst>
            <pc:docMk/>
            <pc:sldMk cId="197154938" sldId="335"/>
            <ac:cxnSpMk id="8" creationId="{0B2F4638-3788-9187-8475-5C7986DF2697}"/>
          </ac:cxnSpMkLst>
        </pc:cxnChg>
      </pc:sldChg>
      <pc:sldChg chg="delSp modSp add del mod">
        <pc:chgData name="陈钦霖" userId="80b7fee4-4a28-466f-b344-51c8f8303b30" providerId="ADAL" clId="{7C375E90-28E0-4777-8B68-6DBD10AA8817}" dt="2025-04-07T11:08:40.598" v="9385" actId="47"/>
        <pc:sldMkLst>
          <pc:docMk/>
          <pc:sldMk cId="2903655434" sldId="336"/>
        </pc:sldMkLst>
      </pc:sldChg>
      <pc:sldChg chg="delSp modSp add mod delAnim">
        <pc:chgData name="陈钦霖" userId="80b7fee4-4a28-466f-b344-51c8f8303b30" providerId="ADAL" clId="{7C375E90-28E0-4777-8B68-6DBD10AA8817}" dt="2025-04-08T08:35:41.546" v="9871" actId="1582"/>
        <pc:sldMkLst>
          <pc:docMk/>
          <pc:sldMk cId="3921079222" sldId="337"/>
        </pc:sldMkLst>
        <pc:spChg chg="mod">
          <ac:chgData name="陈钦霖" userId="80b7fee4-4a28-466f-b344-51c8f8303b30" providerId="ADAL" clId="{7C375E90-28E0-4777-8B68-6DBD10AA8817}" dt="2025-04-08T08:35:41.546" v="9871" actId="1582"/>
          <ac:spMkLst>
            <pc:docMk/>
            <pc:sldMk cId="3921079222" sldId="337"/>
            <ac:spMk id="11" creationId="{64BDED58-0A13-ED54-51AB-5B2E1A07A3E1}"/>
          </ac:spMkLst>
        </pc:spChg>
      </pc:sldChg>
      <pc:sldChg chg="addSp delSp modSp add mod ord addAnim delAnim modAnim">
        <pc:chgData name="陈钦霖" userId="80b7fee4-4a28-466f-b344-51c8f8303b30" providerId="ADAL" clId="{7C375E90-28E0-4777-8B68-6DBD10AA8817}" dt="2025-04-22T08:07:00.373" v="12648"/>
        <pc:sldMkLst>
          <pc:docMk/>
          <pc:sldMk cId="2306677596" sldId="338"/>
        </pc:sldMkLst>
        <pc:spChg chg="add mod">
          <ac:chgData name="陈钦霖" userId="80b7fee4-4a28-466f-b344-51c8f8303b30" providerId="ADAL" clId="{7C375E90-28E0-4777-8B68-6DBD10AA8817}" dt="2025-04-14T06:38:45.120" v="11120" actId="21"/>
          <ac:spMkLst>
            <pc:docMk/>
            <pc:sldMk cId="2306677596" sldId="338"/>
            <ac:spMk id="2" creationId="{3FB80A54-8ECA-660B-7ECD-7E6D61950EE2}"/>
          </ac:spMkLst>
        </pc:spChg>
        <pc:spChg chg="add del mod topLvl">
          <ac:chgData name="陈钦霖" userId="80b7fee4-4a28-466f-b344-51c8f8303b30" providerId="ADAL" clId="{7C375E90-28E0-4777-8B68-6DBD10AA8817}" dt="2025-04-14T09:42:47.390" v="11869" actId="20577"/>
          <ac:spMkLst>
            <pc:docMk/>
            <pc:sldMk cId="2306677596" sldId="338"/>
            <ac:spMk id="3" creationId="{4B475C69-714B-F5BE-A3F9-EC66269285A2}"/>
          </ac:spMkLst>
        </pc:spChg>
        <pc:spChg chg="add mod topLvl">
          <ac:chgData name="陈钦霖" userId="80b7fee4-4a28-466f-b344-51c8f8303b30" providerId="ADAL" clId="{7C375E90-28E0-4777-8B68-6DBD10AA8817}" dt="2025-04-14T09:42:46.463" v="11868" actId="20577"/>
          <ac:spMkLst>
            <pc:docMk/>
            <pc:sldMk cId="2306677596" sldId="338"/>
            <ac:spMk id="6" creationId="{EFF6BE93-A77F-3999-2AB2-6877D920E944}"/>
          </ac:spMkLst>
        </pc:spChg>
        <pc:spChg chg="add mod topLvl">
          <ac:chgData name="陈钦霖" userId="80b7fee4-4a28-466f-b344-51c8f8303b30" providerId="ADAL" clId="{7C375E90-28E0-4777-8B68-6DBD10AA8817}" dt="2025-04-14T09:42:45.340" v="11866" actId="1076"/>
          <ac:spMkLst>
            <pc:docMk/>
            <pc:sldMk cId="2306677596" sldId="338"/>
            <ac:spMk id="7" creationId="{A82D6320-A8FB-A295-E763-77DE82F2D19E}"/>
          </ac:spMkLst>
        </pc:spChg>
        <pc:spChg chg="add mod topLvl">
          <ac:chgData name="陈钦霖" userId="80b7fee4-4a28-466f-b344-51c8f8303b30" providerId="ADAL" clId="{7C375E90-28E0-4777-8B68-6DBD10AA8817}" dt="2025-04-14T06:36:21.317" v="11075" actId="164"/>
          <ac:spMkLst>
            <pc:docMk/>
            <pc:sldMk cId="2306677596" sldId="338"/>
            <ac:spMk id="10" creationId="{4BB09EA9-A935-755F-F423-566B8B0E3298}"/>
          </ac:spMkLst>
        </pc:spChg>
        <pc:spChg chg="mod">
          <ac:chgData name="陈钦霖" userId="80b7fee4-4a28-466f-b344-51c8f8303b30" providerId="ADAL" clId="{7C375E90-28E0-4777-8B68-6DBD10AA8817}" dt="2025-04-14T06:54:51.155" v="11359" actId="115"/>
          <ac:spMkLst>
            <pc:docMk/>
            <pc:sldMk cId="2306677596" sldId="338"/>
            <ac:spMk id="11" creationId="{F4A5B27E-4894-C42F-11F6-30D9FA27B0F2}"/>
          </ac:spMkLst>
        </pc:spChg>
        <pc:spChg chg="add mod">
          <ac:chgData name="陈钦霖" userId="80b7fee4-4a28-466f-b344-51c8f8303b30" providerId="ADAL" clId="{7C375E90-28E0-4777-8B68-6DBD10AA8817}" dt="2025-04-14T10:00:37.044" v="12322"/>
          <ac:spMkLst>
            <pc:docMk/>
            <pc:sldMk cId="2306677596" sldId="338"/>
            <ac:spMk id="12" creationId="{2BA78273-4B84-BF98-BB38-601D1203DDF5}"/>
          </ac:spMkLst>
        </pc:spChg>
        <pc:spChg chg="add del mod topLvl">
          <ac:chgData name="陈钦霖" userId="80b7fee4-4a28-466f-b344-51c8f8303b30" providerId="ADAL" clId="{7C375E90-28E0-4777-8B68-6DBD10AA8817}" dt="2025-04-14T09:59:28.272" v="12285" actId="1076"/>
          <ac:spMkLst>
            <pc:docMk/>
            <pc:sldMk cId="2306677596" sldId="338"/>
            <ac:spMk id="13" creationId="{80C8CC27-AB91-D70F-7FDD-7F087CB753CF}"/>
          </ac:spMkLst>
        </pc:spChg>
        <pc:spChg chg="add mod topLvl">
          <ac:chgData name="陈钦霖" userId="80b7fee4-4a28-466f-b344-51c8f8303b30" providerId="ADAL" clId="{7C375E90-28E0-4777-8B68-6DBD10AA8817}" dt="2025-04-14T09:43:05.752" v="11874" actId="1076"/>
          <ac:spMkLst>
            <pc:docMk/>
            <pc:sldMk cId="2306677596" sldId="338"/>
            <ac:spMk id="15" creationId="{305844B6-2653-D39A-8030-43AFC7086DDA}"/>
          </ac:spMkLst>
        </pc:spChg>
        <pc:spChg chg="add mod">
          <ac:chgData name="陈钦霖" userId="80b7fee4-4a28-466f-b344-51c8f8303b30" providerId="ADAL" clId="{7C375E90-28E0-4777-8B68-6DBD10AA8817}" dt="2025-04-22T08:04:25.103" v="12622" actId="2711"/>
          <ac:spMkLst>
            <pc:docMk/>
            <pc:sldMk cId="2306677596" sldId="338"/>
            <ac:spMk id="18" creationId="{6567A0C4-5DC0-6255-4F2A-4CBB556A31F8}"/>
          </ac:spMkLst>
        </pc:spChg>
        <pc:spChg chg="add mod">
          <ac:chgData name="陈钦霖" userId="80b7fee4-4a28-466f-b344-51c8f8303b30" providerId="ADAL" clId="{7C375E90-28E0-4777-8B68-6DBD10AA8817}" dt="2025-04-14T09:42:49.888" v="11870" actId="1076"/>
          <ac:spMkLst>
            <pc:docMk/>
            <pc:sldMk cId="2306677596" sldId="338"/>
            <ac:spMk id="21" creationId="{2AA3E31E-C6A8-AB92-CA6A-806D7319C2A4}"/>
          </ac:spMkLst>
        </pc:spChg>
        <pc:grpChg chg="add mod">
          <ac:chgData name="陈钦霖" userId="80b7fee4-4a28-466f-b344-51c8f8303b30" providerId="ADAL" clId="{7C375E90-28E0-4777-8B68-6DBD10AA8817}" dt="2025-04-22T08:06:50.670" v="12645" actId="1076"/>
          <ac:grpSpMkLst>
            <pc:docMk/>
            <pc:sldMk cId="2306677596" sldId="338"/>
            <ac:grpSpMk id="23" creationId="{CE62A7D2-E0A0-5F9C-57E6-A318B34AA09D}"/>
          </ac:grpSpMkLst>
        </pc:grpChg>
        <pc:cxnChg chg="add mod">
          <ac:chgData name="陈钦霖" userId="80b7fee4-4a28-466f-b344-51c8f8303b30" providerId="ADAL" clId="{7C375E90-28E0-4777-8B68-6DBD10AA8817}" dt="2025-04-22T08:06:53.809" v="12646" actId="14100"/>
          <ac:cxnSpMkLst>
            <pc:docMk/>
            <pc:sldMk cId="2306677596" sldId="338"/>
            <ac:cxnSpMk id="8" creationId="{B94EE13D-D885-4800-3900-1B6626157AB6}"/>
          </ac:cxnSpMkLst>
        </pc:cxnChg>
        <pc:cxnChg chg="add mod topLvl">
          <ac:chgData name="陈钦霖" userId="80b7fee4-4a28-466f-b344-51c8f8303b30" providerId="ADAL" clId="{7C375E90-28E0-4777-8B68-6DBD10AA8817}" dt="2025-04-14T09:43:05.752" v="11874" actId="1076"/>
          <ac:cxnSpMkLst>
            <pc:docMk/>
            <pc:sldMk cId="2306677596" sldId="338"/>
            <ac:cxnSpMk id="14" creationId="{C355C037-C5AF-9965-778C-61D7426ECD33}"/>
          </ac:cxnSpMkLst>
        </pc:cxnChg>
      </pc:sldChg>
      <pc:sldChg chg="add del">
        <pc:chgData name="陈钦霖" userId="80b7fee4-4a28-466f-b344-51c8f8303b30" providerId="ADAL" clId="{7C375E90-28E0-4777-8B68-6DBD10AA8817}" dt="2025-04-07T11:08:39.516" v="9384" actId="47"/>
        <pc:sldMkLst>
          <pc:docMk/>
          <pc:sldMk cId="921280974" sldId="339"/>
        </pc:sldMkLst>
      </pc:sldChg>
      <pc:sldChg chg="addSp delSp modSp add del mod modTransition modAnim">
        <pc:chgData name="陈钦霖" userId="80b7fee4-4a28-466f-b344-51c8f8303b30" providerId="ADAL" clId="{7C375E90-28E0-4777-8B68-6DBD10AA8817}" dt="2025-04-14T06:58:48.662" v="11414" actId="47"/>
        <pc:sldMkLst>
          <pc:docMk/>
          <pc:sldMk cId="3315222554" sldId="339"/>
        </pc:sldMkLst>
      </pc:sldChg>
      <pc:sldChg chg="addSp delSp modSp add mod">
        <pc:chgData name="陈钦霖" userId="80b7fee4-4a28-466f-b344-51c8f8303b30" providerId="ADAL" clId="{7C375E90-28E0-4777-8B68-6DBD10AA8817}" dt="2025-04-08T08:40:26.057" v="9955" actId="14100"/>
        <pc:sldMkLst>
          <pc:docMk/>
          <pc:sldMk cId="704939017" sldId="340"/>
        </pc:sldMkLst>
        <pc:spChg chg="add mod">
          <ac:chgData name="陈钦霖" userId="80b7fee4-4a28-466f-b344-51c8f8303b30" providerId="ADAL" clId="{7C375E90-28E0-4777-8B68-6DBD10AA8817}" dt="2025-04-08T08:40:26.057" v="9955" actId="14100"/>
          <ac:spMkLst>
            <pc:docMk/>
            <pc:sldMk cId="704939017" sldId="340"/>
            <ac:spMk id="2" creationId="{0F2A3589-E278-9DBC-21A7-68AF81BCEFB7}"/>
          </ac:spMkLst>
        </pc:spChg>
        <pc:spChg chg="mod">
          <ac:chgData name="陈钦霖" userId="80b7fee4-4a28-466f-b344-51c8f8303b30" providerId="ADAL" clId="{7C375E90-28E0-4777-8B68-6DBD10AA8817}" dt="2025-04-07T11:16:50.055" v="9621"/>
          <ac:spMkLst>
            <pc:docMk/>
            <pc:sldMk cId="704939017" sldId="340"/>
            <ac:spMk id="30" creationId="{761E763A-81FC-649C-4405-A0CDACE6A47B}"/>
          </ac:spMkLst>
        </pc:spChg>
      </pc:sldChg>
      <pc:sldChg chg="addSp modSp add mod modTransition">
        <pc:chgData name="陈钦霖" userId="80b7fee4-4a28-466f-b344-51c8f8303b30" providerId="ADAL" clId="{7C375E90-28E0-4777-8B68-6DBD10AA8817}" dt="2025-04-08T08:52:06.636" v="9996" actId="1076"/>
        <pc:sldMkLst>
          <pc:docMk/>
          <pc:sldMk cId="3217296085" sldId="341"/>
        </pc:sldMkLst>
        <pc:spChg chg="add mod">
          <ac:chgData name="陈钦霖" userId="80b7fee4-4a28-466f-b344-51c8f8303b30" providerId="ADAL" clId="{7C375E90-28E0-4777-8B68-6DBD10AA8817}" dt="2025-04-08T08:52:06.636" v="9996" actId="1076"/>
          <ac:spMkLst>
            <pc:docMk/>
            <pc:sldMk cId="3217296085" sldId="341"/>
            <ac:spMk id="3" creationId="{9A0A527D-7787-ABA9-B6DD-2A90B5FC52A6}"/>
          </ac:spMkLst>
        </pc:spChg>
        <pc:spChg chg="mod">
          <ac:chgData name="陈钦霖" userId="80b7fee4-4a28-466f-b344-51c8f8303b30" providerId="ADAL" clId="{7C375E90-28E0-4777-8B68-6DBD10AA8817}" dt="2025-04-08T08:42:50.869" v="9970" actId="20577"/>
          <ac:spMkLst>
            <pc:docMk/>
            <pc:sldMk cId="3217296085" sldId="341"/>
            <ac:spMk id="30" creationId="{94E5076C-A038-EE95-1936-6C2BF6E70EE8}"/>
          </ac:spMkLst>
        </pc:spChg>
      </pc:sldChg>
      <pc:sldChg chg="modSp add del mod">
        <pc:chgData name="陈钦霖" userId="80b7fee4-4a28-466f-b344-51c8f8303b30" providerId="ADAL" clId="{7C375E90-28E0-4777-8B68-6DBD10AA8817}" dt="2025-04-08T08:43:51.230" v="9991" actId="47"/>
        <pc:sldMkLst>
          <pc:docMk/>
          <pc:sldMk cId="1975764842" sldId="342"/>
        </pc:sldMkLst>
      </pc:sldChg>
      <pc:sldChg chg="del">
        <pc:chgData name="陈钦霖" userId="80b7fee4-4a28-466f-b344-51c8f8303b30" providerId="ADAL" clId="{7C375E90-28E0-4777-8B68-6DBD10AA8817}" dt="2025-04-14T09:49:06.759" v="11994" actId="47"/>
        <pc:sldMkLst>
          <pc:docMk/>
          <pc:sldMk cId="2852894591" sldId="342"/>
        </pc:sldMkLst>
      </pc:sldChg>
      <pc:sldChg chg="modSp add del mod">
        <pc:chgData name="陈钦霖" userId="80b7fee4-4a28-466f-b344-51c8f8303b30" providerId="ADAL" clId="{7C375E90-28E0-4777-8B68-6DBD10AA8817}" dt="2025-04-08T08:43:44.450" v="9988" actId="47"/>
        <pc:sldMkLst>
          <pc:docMk/>
          <pc:sldMk cId="3042489623" sldId="343"/>
        </pc:sldMkLst>
      </pc:sldChg>
      <pc:sldChg chg="add del">
        <pc:chgData name="陈钦霖" userId="80b7fee4-4a28-466f-b344-51c8f8303b30" providerId="ADAL" clId="{7C375E90-28E0-4777-8B68-6DBD10AA8817}" dt="2025-04-08T08:43:45.247" v="9989" actId="47"/>
        <pc:sldMkLst>
          <pc:docMk/>
          <pc:sldMk cId="2317566604" sldId="344"/>
        </pc:sldMkLst>
      </pc:sldChg>
      <pc:sldChg chg="add del">
        <pc:chgData name="陈钦霖" userId="80b7fee4-4a28-466f-b344-51c8f8303b30" providerId="ADAL" clId="{7C375E90-28E0-4777-8B68-6DBD10AA8817}" dt="2025-04-08T08:43:46.451" v="9990" actId="47"/>
        <pc:sldMkLst>
          <pc:docMk/>
          <pc:sldMk cId="2957197115" sldId="345"/>
        </pc:sldMkLst>
      </pc:sldChg>
      <pc:sldChg chg="modSp mod">
        <pc:chgData name="陈钦霖" userId="80b7fee4-4a28-466f-b344-51c8f8303b30" providerId="ADAL" clId="{7C375E90-28E0-4777-8B68-6DBD10AA8817}" dt="2025-04-14T02:11:49.543" v="10004" actId="20577"/>
        <pc:sldMkLst>
          <pc:docMk/>
          <pc:sldMk cId="3142020702" sldId="347"/>
        </pc:sldMkLst>
        <pc:spChg chg="mod">
          <ac:chgData name="陈钦霖" userId="80b7fee4-4a28-466f-b344-51c8f8303b30" providerId="ADAL" clId="{7C375E90-28E0-4777-8B68-6DBD10AA8817}" dt="2025-04-14T02:11:49.543" v="10004" actId="20577"/>
          <ac:spMkLst>
            <pc:docMk/>
            <pc:sldMk cId="3142020702" sldId="347"/>
            <ac:spMk id="7" creationId="{71E0B82B-032E-63A2-5609-717A51CAD595}"/>
          </ac:spMkLst>
        </pc:spChg>
      </pc:sldChg>
      <pc:sldChg chg="modSp mod">
        <pc:chgData name="陈钦霖" userId="80b7fee4-4a28-466f-b344-51c8f8303b30" providerId="ADAL" clId="{7C375E90-28E0-4777-8B68-6DBD10AA8817}" dt="2025-04-14T02:11:53.521" v="10009" actId="20577"/>
        <pc:sldMkLst>
          <pc:docMk/>
          <pc:sldMk cId="122310706" sldId="348"/>
        </pc:sldMkLst>
        <pc:spChg chg="mod">
          <ac:chgData name="陈钦霖" userId="80b7fee4-4a28-466f-b344-51c8f8303b30" providerId="ADAL" clId="{7C375E90-28E0-4777-8B68-6DBD10AA8817}" dt="2025-04-14T02:11:53.521" v="10009" actId="20577"/>
          <ac:spMkLst>
            <pc:docMk/>
            <pc:sldMk cId="122310706" sldId="348"/>
            <ac:spMk id="7" creationId="{00B1A82C-1DAD-C7A0-47FC-49D39906A211}"/>
          </ac:spMkLst>
        </pc:spChg>
      </pc:sldChg>
      <pc:sldChg chg="addSp delSp modSp mod delAnim modAnim">
        <pc:chgData name="陈钦霖" userId="80b7fee4-4a28-466f-b344-51c8f8303b30" providerId="ADAL" clId="{7C375E90-28E0-4777-8B68-6DBD10AA8817}" dt="2025-04-14T02:32:36.698" v="10229"/>
        <pc:sldMkLst>
          <pc:docMk/>
          <pc:sldMk cId="33067921" sldId="349"/>
        </pc:sldMkLst>
        <pc:spChg chg="mod">
          <ac:chgData name="陈钦霖" userId="80b7fee4-4a28-466f-b344-51c8f8303b30" providerId="ADAL" clId="{7C375E90-28E0-4777-8B68-6DBD10AA8817}" dt="2025-04-14T02:19:38.340" v="10067" actId="20577"/>
          <ac:spMkLst>
            <pc:docMk/>
            <pc:sldMk cId="33067921" sldId="349"/>
            <ac:spMk id="2" creationId="{684C7D7F-D5A2-3336-5143-00AD7CC626DF}"/>
          </ac:spMkLst>
        </pc:spChg>
        <pc:spChg chg="mod">
          <ac:chgData name="陈钦霖" userId="80b7fee4-4a28-466f-b344-51c8f8303b30" providerId="ADAL" clId="{7C375E90-28E0-4777-8B68-6DBD10AA8817}" dt="2025-04-14T02:15:39.813" v="10020" actId="1076"/>
          <ac:spMkLst>
            <pc:docMk/>
            <pc:sldMk cId="33067921" sldId="349"/>
            <ac:spMk id="7" creationId="{CCD37102-DF04-75E9-3ECD-B0C927CA6EBD}"/>
          </ac:spMkLst>
        </pc:spChg>
        <pc:spChg chg="add mod">
          <ac:chgData name="陈钦霖" userId="80b7fee4-4a28-466f-b344-51c8f8303b30" providerId="ADAL" clId="{7C375E90-28E0-4777-8B68-6DBD10AA8817}" dt="2025-04-14T02:17:03.851" v="10033" actId="14100"/>
          <ac:spMkLst>
            <pc:docMk/>
            <pc:sldMk cId="33067921" sldId="349"/>
            <ac:spMk id="8" creationId="{BFF36D4A-F212-87D0-F9A8-DCCFB62FF9F0}"/>
          </ac:spMkLst>
        </pc:spChg>
        <pc:spChg chg="add mod">
          <ac:chgData name="陈钦霖" userId="80b7fee4-4a28-466f-b344-51c8f8303b30" providerId="ADAL" clId="{7C375E90-28E0-4777-8B68-6DBD10AA8817}" dt="2025-04-14T02:28:45.772" v="10132" actId="1037"/>
          <ac:spMkLst>
            <pc:docMk/>
            <pc:sldMk cId="33067921" sldId="349"/>
            <ac:spMk id="46" creationId="{18D22318-5062-D401-974F-C87FE97AF6AF}"/>
          </ac:spMkLst>
        </pc:spChg>
        <pc:spChg chg="add mod">
          <ac:chgData name="陈钦霖" userId="80b7fee4-4a28-466f-b344-51c8f8303b30" providerId="ADAL" clId="{7C375E90-28E0-4777-8B68-6DBD10AA8817}" dt="2025-04-14T02:29:15.082" v="10138" actId="14100"/>
          <ac:spMkLst>
            <pc:docMk/>
            <pc:sldMk cId="33067921" sldId="349"/>
            <ac:spMk id="48" creationId="{35F8E868-2D15-0B16-466E-F455131E30AB}"/>
          </ac:spMkLst>
        </pc:spChg>
        <pc:spChg chg="add mod">
          <ac:chgData name="陈钦霖" userId="80b7fee4-4a28-466f-b344-51c8f8303b30" providerId="ADAL" clId="{7C375E90-28E0-4777-8B68-6DBD10AA8817}" dt="2025-04-14T02:29:22.715" v="10141" actId="14100"/>
          <ac:spMkLst>
            <pc:docMk/>
            <pc:sldMk cId="33067921" sldId="349"/>
            <ac:spMk id="49" creationId="{2725A4D8-723D-9D7F-9984-7B33DA40BF21}"/>
          </ac:spMkLst>
        </pc:spChg>
        <pc:cxnChg chg="mod">
          <ac:chgData name="陈钦霖" userId="80b7fee4-4a28-466f-b344-51c8f8303b30" providerId="ADAL" clId="{7C375E90-28E0-4777-8B68-6DBD10AA8817}" dt="2025-04-14T02:29:41.370" v="10148" actId="14100"/>
          <ac:cxnSpMkLst>
            <pc:docMk/>
            <pc:sldMk cId="33067921" sldId="349"/>
            <ac:cxnSpMk id="6" creationId="{86FF59DF-6EAE-12DA-4B7E-1BFFF75456B3}"/>
          </ac:cxnSpMkLst>
        </pc:cxnChg>
        <pc:cxnChg chg="mod">
          <ac:chgData name="陈钦霖" userId="80b7fee4-4a28-466f-b344-51c8f8303b30" providerId="ADAL" clId="{7C375E90-28E0-4777-8B68-6DBD10AA8817}" dt="2025-04-14T02:29:38.833" v="10147" actId="14100"/>
          <ac:cxnSpMkLst>
            <pc:docMk/>
            <pc:sldMk cId="33067921" sldId="349"/>
            <ac:cxnSpMk id="9" creationId="{117586E0-4A16-238E-F523-AE617F7F0815}"/>
          </ac:cxnSpMkLst>
        </pc:cxnChg>
        <pc:cxnChg chg="add mod">
          <ac:chgData name="陈钦霖" userId="80b7fee4-4a28-466f-b344-51c8f8303b30" providerId="ADAL" clId="{7C375E90-28E0-4777-8B68-6DBD10AA8817}" dt="2025-04-14T02:29:36.734" v="10146" actId="14100"/>
          <ac:cxnSpMkLst>
            <pc:docMk/>
            <pc:sldMk cId="33067921" sldId="349"/>
            <ac:cxnSpMk id="10" creationId="{0521851E-5CF6-2556-1786-E37284AA673A}"/>
          </ac:cxnSpMkLst>
        </pc:cxnChg>
        <pc:cxnChg chg="mod">
          <ac:chgData name="陈钦霖" userId="80b7fee4-4a28-466f-b344-51c8f8303b30" providerId="ADAL" clId="{7C375E90-28E0-4777-8B68-6DBD10AA8817}" dt="2025-04-14T02:29:46.463" v="10150" actId="14100"/>
          <ac:cxnSpMkLst>
            <pc:docMk/>
            <pc:sldMk cId="33067921" sldId="349"/>
            <ac:cxnSpMk id="11" creationId="{3E935FAD-38AF-40E9-83EF-4F165169A569}"/>
          </ac:cxnSpMkLst>
        </pc:cxnChg>
        <pc:cxnChg chg="add mod">
          <ac:chgData name="陈钦霖" userId="80b7fee4-4a28-466f-b344-51c8f8303b30" providerId="ADAL" clId="{7C375E90-28E0-4777-8B68-6DBD10AA8817}" dt="2025-04-14T02:22:51.902" v="10078" actId="1582"/>
          <ac:cxnSpMkLst>
            <pc:docMk/>
            <pc:sldMk cId="33067921" sldId="349"/>
            <ac:cxnSpMk id="29" creationId="{0063525F-F2D9-1875-8543-1D88FA384465}"/>
          </ac:cxnSpMkLst>
        </pc:cxnChg>
      </pc:sldChg>
      <pc:sldChg chg="addSp modSp mod modAnim">
        <pc:chgData name="陈钦霖" userId="80b7fee4-4a28-466f-b344-51c8f8303b30" providerId="ADAL" clId="{7C375E90-28E0-4777-8B68-6DBD10AA8817}" dt="2025-04-14T03:04:59.389" v="10639" actId="14100"/>
        <pc:sldMkLst>
          <pc:docMk/>
          <pc:sldMk cId="1684022049" sldId="351"/>
        </pc:sldMkLst>
        <pc:spChg chg="add mod">
          <ac:chgData name="陈钦霖" userId="80b7fee4-4a28-466f-b344-51c8f8303b30" providerId="ADAL" clId="{7C375E90-28E0-4777-8B68-6DBD10AA8817}" dt="2025-04-14T02:59:29.070" v="10452" actId="14100"/>
          <ac:spMkLst>
            <pc:docMk/>
            <pc:sldMk cId="1684022049" sldId="351"/>
            <ac:spMk id="2" creationId="{9DC2D01A-E8EA-61A3-8373-81C1B1EBD326}"/>
          </ac:spMkLst>
        </pc:spChg>
        <pc:spChg chg="add mod">
          <ac:chgData name="陈钦霖" userId="80b7fee4-4a28-466f-b344-51c8f8303b30" providerId="ADAL" clId="{7C375E90-28E0-4777-8B68-6DBD10AA8817}" dt="2025-04-14T03:04:59.389" v="10639" actId="14100"/>
          <ac:spMkLst>
            <pc:docMk/>
            <pc:sldMk cId="1684022049" sldId="351"/>
            <ac:spMk id="3" creationId="{6B1D337A-712F-A05D-98A5-1BA3C829E60A}"/>
          </ac:spMkLst>
        </pc:spChg>
        <pc:spChg chg="add mod">
          <ac:chgData name="陈钦霖" userId="80b7fee4-4a28-466f-b344-51c8f8303b30" providerId="ADAL" clId="{7C375E90-28E0-4777-8B68-6DBD10AA8817}" dt="2025-04-14T03:03:22.857" v="10623" actId="20577"/>
          <ac:spMkLst>
            <pc:docMk/>
            <pc:sldMk cId="1684022049" sldId="351"/>
            <ac:spMk id="6" creationId="{EEFCB63A-3FAC-B0B5-4853-E3B6077BD40B}"/>
          </ac:spMkLst>
        </pc:spChg>
        <pc:spChg chg="add mod">
          <ac:chgData name="陈钦霖" userId="80b7fee4-4a28-466f-b344-51c8f8303b30" providerId="ADAL" clId="{7C375E90-28E0-4777-8B68-6DBD10AA8817}" dt="2025-04-14T03:02:15.983" v="10568" actId="20577"/>
          <ac:spMkLst>
            <pc:docMk/>
            <pc:sldMk cId="1684022049" sldId="351"/>
            <ac:spMk id="8" creationId="{E051555E-D5B7-8AC9-7886-36F4EDC8E5F3}"/>
          </ac:spMkLst>
        </pc:spChg>
        <pc:spChg chg="add mod">
          <ac:chgData name="陈钦霖" userId="80b7fee4-4a28-466f-b344-51c8f8303b30" providerId="ADAL" clId="{7C375E90-28E0-4777-8B68-6DBD10AA8817}" dt="2025-04-14T03:02:35.140" v="10571" actId="14100"/>
          <ac:spMkLst>
            <pc:docMk/>
            <pc:sldMk cId="1684022049" sldId="351"/>
            <ac:spMk id="9" creationId="{7638EC77-F6C7-55C3-6878-63B3F5584E34}"/>
          </ac:spMkLst>
        </pc:spChg>
        <pc:spChg chg="add mod">
          <ac:chgData name="陈钦霖" userId="80b7fee4-4a28-466f-b344-51c8f8303b30" providerId="ADAL" clId="{7C375E90-28E0-4777-8B68-6DBD10AA8817}" dt="2025-04-14T03:03:06.409" v="10618" actId="1076"/>
          <ac:spMkLst>
            <pc:docMk/>
            <pc:sldMk cId="1684022049" sldId="351"/>
            <ac:spMk id="10" creationId="{4E7D4B75-7CB3-EFAA-AFCE-DC785F416FDF}"/>
          </ac:spMkLst>
        </pc:spChg>
      </pc:sldChg>
      <pc:sldChg chg="addSp modSp mod modAnim">
        <pc:chgData name="陈钦霖" userId="80b7fee4-4a28-466f-b344-51c8f8303b30" providerId="ADAL" clId="{7C375E90-28E0-4777-8B68-6DBD10AA8817}" dt="2025-04-14T10:10:39.261" v="12568"/>
        <pc:sldMkLst>
          <pc:docMk/>
          <pc:sldMk cId="3811512466" sldId="352"/>
        </pc:sldMkLst>
        <pc:spChg chg="mod ord">
          <ac:chgData name="陈钦霖" userId="80b7fee4-4a28-466f-b344-51c8f8303b30" providerId="ADAL" clId="{7C375E90-28E0-4777-8B68-6DBD10AA8817}" dt="2025-04-14T10:09:37.862" v="12555" actId="164"/>
          <ac:spMkLst>
            <pc:docMk/>
            <pc:sldMk cId="3811512466" sldId="352"/>
            <ac:spMk id="2" creationId="{6FA1167C-A784-6179-2958-BEAEB853EAC8}"/>
          </ac:spMkLst>
        </pc:spChg>
        <pc:spChg chg="add mod">
          <ac:chgData name="陈钦霖" userId="80b7fee4-4a28-466f-b344-51c8f8303b30" providerId="ADAL" clId="{7C375E90-28E0-4777-8B68-6DBD10AA8817}" dt="2025-04-14T02:39:01.191" v="10249" actId="14100"/>
          <ac:spMkLst>
            <pc:docMk/>
            <pc:sldMk cId="3811512466" sldId="352"/>
            <ac:spMk id="3" creationId="{81F8D21C-4F22-BE55-7DAC-006097CAA455}"/>
          </ac:spMkLst>
        </pc:spChg>
        <pc:spChg chg="add mod">
          <ac:chgData name="陈钦霖" userId="80b7fee4-4a28-466f-b344-51c8f8303b30" providerId="ADAL" clId="{7C375E90-28E0-4777-8B68-6DBD10AA8817}" dt="2025-04-14T02:41:51.793" v="10310" actId="1076"/>
          <ac:spMkLst>
            <pc:docMk/>
            <pc:sldMk cId="3811512466" sldId="352"/>
            <ac:spMk id="10" creationId="{7970823C-CF88-DE74-4D38-C1153FF7197C}"/>
          </ac:spMkLst>
        </pc:spChg>
        <pc:spChg chg="add mod">
          <ac:chgData name="陈钦霖" userId="80b7fee4-4a28-466f-b344-51c8f8303b30" providerId="ADAL" clId="{7C375E90-28E0-4777-8B68-6DBD10AA8817}" dt="2025-04-14T10:09:37.862" v="12555" actId="164"/>
          <ac:spMkLst>
            <pc:docMk/>
            <pc:sldMk cId="3811512466" sldId="352"/>
            <ac:spMk id="11" creationId="{7BDCBBFB-BE60-D8A9-C58D-90CCC87C7543}"/>
          </ac:spMkLst>
        </pc:spChg>
        <pc:spChg chg="add mod">
          <ac:chgData name="陈钦霖" userId="80b7fee4-4a28-466f-b344-51c8f8303b30" providerId="ADAL" clId="{7C375E90-28E0-4777-8B68-6DBD10AA8817}" dt="2025-04-14T10:09:37.862" v="12555" actId="164"/>
          <ac:spMkLst>
            <pc:docMk/>
            <pc:sldMk cId="3811512466" sldId="352"/>
            <ac:spMk id="12" creationId="{39C52ED1-C171-DD4F-D1D4-B2BCFAC6CA4D}"/>
          </ac:spMkLst>
        </pc:spChg>
        <pc:grpChg chg="add mod">
          <ac:chgData name="陈钦霖" userId="80b7fee4-4a28-466f-b344-51c8f8303b30" providerId="ADAL" clId="{7C375E90-28E0-4777-8B68-6DBD10AA8817}" dt="2025-04-14T10:09:37.862" v="12555" actId="164"/>
          <ac:grpSpMkLst>
            <pc:docMk/>
            <pc:sldMk cId="3811512466" sldId="352"/>
            <ac:grpSpMk id="13" creationId="{A15D11C2-5BD7-369C-0E06-69554CC4DA55}"/>
          </ac:grpSpMkLst>
        </pc:grpChg>
      </pc:sldChg>
      <pc:sldChg chg="addSp modSp mod modAnim">
        <pc:chgData name="陈钦霖" userId="80b7fee4-4a28-466f-b344-51c8f8303b30" providerId="ADAL" clId="{7C375E90-28E0-4777-8B68-6DBD10AA8817}" dt="2025-04-14T02:44:22.255" v="10371"/>
        <pc:sldMkLst>
          <pc:docMk/>
          <pc:sldMk cId="1331085255" sldId="354"/>
        </pc:sldMkLst>
        <pc:spChg chg="add mod">
          <ac:chgData name="陈钦霖" userId="80b7fee4-4a28-466f-b344-51c8f8303b30" providerId="ADAL" clId="{7C375E90-28E0-4777-8B68-6DBD10AA8817}" dt="2025-04-14T02:43:04.458" v="10311"/>
          <ac:spMkLst>
            <pc:docMk/>
            <pc:sldMk cId="1331085255" sldId="354"/>
            <ac:spMk id="2" creationId="{F1C31789-46F3-1178-AAA7-C8C728793CFE}"/>
          </ac:spMkLst>
        </pc:spChg>
        <pc:spChg chg="add mod">
          <ac:chgData name="陈钦霖" userId="80b7fee4-4a28-466f-b344-51c8f8303b30" providerId="ADAL" clId="{7C375E90-28E0-4777-8B68-6DBD10AA8817}" dt="2025-04-14T02:43:04.458" v="10311"/>
          <ac:spMkLst>
            <pc:docMk/>
            <pc:sldMk cId="1331085255" sldId="354"/>
            <ac:spMk id="3" creationId="{8091BF70-C085-F40F-7123-91DBD1FF62D9}"/>
          </ac:spMkLst>
        </pc:spChg>
        <pc:spChg chg="add mod">
          <ac:chgData name="陈钦霖" userId="80b7fee4-4a28-466f-b344-51c8f8303b30" providerId="ADAL" clId="{7C375E90-28E0-4777-8B68-6DBD10AA8817}" dt="2025-04-14T02:43:35.245" v="10314" actId="14100"/>
          <ac:spMkLst>
            <pc:docMk/>
            <pc:sldMk cId="1331085255" sldId="354"/>
            <ac:spMk id="6" creationId="{53AC547C-9771-017D-62B2-7A43981A9386}"/>
          </ac:spMkLst>
        </pc:spChg>
        <pc:spChg chg="add mod">
          <ac:chgData name="陈钦霖" userId="80b7fee4-4a28-466f-b344-51c8f8303b30" providerId="ADAL" clId="{7C375E90-28E0-4777-8B68-6DBD10AA8817}" dt="2025-04-14T02:44:06.112" v="10365" actId="14100"/>
          <ac:spMkLst>
            <pc:docMk/>
            <pc:sldMk cId="1331085255" sldId="354"/>
            <ac:spMk id="9" creationId="{D6E6BD4E-B4DB-834A-0D80-F4D26B941658}"/>
          </ac:spMkLst>
        </pc:spChg>
      </pc:sldChg>
      <pc:sldChg chg="addSp delSp modSp mod modAnim">
        <pc:chgData name="陈钦霖" userId="80b7fee4-4a28-466f-b344-51c8f8303b30" providerId="ADAL" clId="{7C375E90-28E0-4777-8B68-6DBD10AA8817}" dt="2025-04-14T02:58:48.824" v="10449" actId="478"/>
        <pc:sldMkLst>
          <pc:docMk/>
          <pc:sldMk cId="922140269" sldId="356"/>
        </pc:sldMkLst>
      </pc:sldChg>
      <pc:sldChg chg="modSp mod">
        <pc:chgData name="陈钦霖" userId="80b7fee4-4a28-466f-b344-51c8f8303b30" providerId="ADAL" clId="{7C375E90-28E0-4777-8B68-6DBD10AA8817}" dt="2025-04-14T02:47:44.746" v="10408" actId="1076"/>
        <pc:sldMkLst>
          <pc:docMk/>
          <pc:sldMk cId="1391465689" sldId="361"/>
        </pc:sldMkLst>
        <pc:spChg chg="mod">
          <ac:chgData name="陈钦霖" userId="80b7fee4-4a28-466f-b344-51c8f8303b30" providerId="ADAL" clId="{7C375E90-28E0-4777-8B68-6DBD10AA8817}" dt="2025-04-14T02:47:44.746" v="10408" actId="1076"/>
          <ac:spMkLst>
            <pc:docMk/>
            <pc:sldMk cId="1391465689" sldId="361"/>
            <ac:spMk id="3" creationId="{A4937D00-51C8-F65F-62D5-E40B27E2165E}"/>
          </ac:spMkLst>
        </pc:spChg>
      </pc:sldChg>
      <pc:sldChg chg="modSp mod">
        <pc:chgData name="陈钦霖" userId="80b7fee4-4a28-466f-b344-51c8f8303b30" providerId="ADAL" clId="{7C375E90-28E0-4777-8B68-6DBD10AA8817}" dt="2025-04-14T02:49:40.992" v="10415" actId="20577"/>
        <pc:sldMkLst>
          <pc:docMk/>
          <pc:sldMk cId="3541070120" sldId="362"/>
        </pc:sldMkLst>
        <pc:spChg chg="mod">
          <ac:chgData name="陈钦霖" userId="80b7fee4-4a28-466f-b344-51c8f8303b30" providerId="ADAL" clId="{7C375E90-28E0-4777-8B68-6DBD10AA8817}" dt="2025-04-14T02:49:40.992" v="10415" actId="20577"/>
          <ac:spMkLst>
            <pc:docMk/>
            <pc:sldMk cId="3541070120" sldId="362"/>
            <ac:spMk id="3" creationId="{7B55D6F9-74E8-393A-2B44-787D79E42CEA}"/>
          </ac:spMkLst>
        </pc:spChg>
      </pc:sldChg>
      <pc:sldChg chg="addSp modSp mod modAnim">
        <pc:chgData name="陈钦霖" userId="80b7fee4-4a28-466f-b344-51c8f8303b30" providerId="ADAL" clId="{7C375E90-28E0-4777-8B68-6DBD10AA8817}" dt="2025-04-14T03:14:22.474" v="10828" actId="1076"/>
        <pc:sldMkLst>
          <pc:docMk/>
          <pc:sldMk cId="3604808645" sldId="364"/>
        </pc:sldMkLst>
        <pc:spChg chg="mod">
          <ac:chgData name="陈钦霖" userId="80b7fee4-4a28-466f-b344-51c8f8303b30" providerId="ADAL" clId="{7C375E90-28E0-4777-8B68-6DBD10AA8817}" dt="2025-04-14T03:14:22.474" v="10828" actId="1076"/>
          <ac:spMkLst>
            <pc:docMk/>
            <pc:sldMk cId="3604808645" sldId="364"/>
            <ac:spMk id="6" creationId="{C4FD411B-6A4F-2BAB-5968-03C5F0C6CEA9}"/>
          </ac:spMkLst>
        </pc:spChg>
        <pc:spChg chg="mod">
          <ac:chgData name="陈钦霖" userId="80b7fee4-4a28-466f-b344-51c8f8303b30" providerId="ADAL" clId="{7C375E90-28E0-4777-8B68-6DBD10AA8817}" dt="2025-04-14T03:13:19.972" v="10821" actId="14100"/>
          <ac:spMkLst>
            <pc:docMk/>
            <pc:sldMk cId="3604808645" sldId="364"/>
            <ac:spMk id="7" creationId="{AE85DF07-C84D-E057-0CAD-8EF5563F3764}"/>
          </ac:spMkLst>
        </pc:spChg>
        <pc:spChg chg="mod">
          <ac:chgData name="陈钦霖" userId="80b7fee4-4a28-466f-b344-51c8f8303b30" providerId="ADAL" clId="{7C375E90-28E0-4777-8B68-6DBD10AA8817}" dt="2025-04-14T03:14:22.474" v="10828" actId="1076"/>
          <ac:spMkLst>
            <pc:docMk/>
            <pc:sldMk cId="3604808645" sldId="364"/>
            <ac:spMk id="8" creationId="{B7CBC9F4-AC63-571E-B87B-7B63393E16FA}"/>
          </ac:spMkLst>
        </pc:spChg>
        <pc:spChg chg="add mod">
          <ac:chgData name="陈钦霖" userId="80b7fee4-4a28-466f-b344-51c8f8303b30" providerId="ADAL" clId="{7C375E90-28E0-4777-8B68-6DBD10AA8817}" dt="2025-04-14T03:14:07.281" v="10827" actId="207"/>
          <ac:spMkLst>
            <pc:docMk/>
            <pc:sldMk cId="3604808645" sldId="364"/>
            <ac:spMk id="9" creationId="{F344D1F0-0FC7-E531-EBC2-CAFC657FC565}"/>
          </ac:spMkLst>
        </pc:spChg>
      </pc:sldChg>
      <pc:sldChg chg="addSp modSp mod modAnim">
        <pc:chgData name="陈钦霖" userId="80b7fee4-4a28-466f-b344-51c8f8303b30" providerId="ADAL" clId="{7C375E90-28E0-4777-8B68-6DBD10AA8817}" dt="2025-04-14T02:49:25.727" v="10412"/>
        <pc:sldMkLst>
          <pc:docMk/>
          <pc:sldMk cId="2621050520" sldId="370"/>
        </pc:sldMkLst>
      </pc:sldChg>
      <pc:sldChg chg="addSp modSp mod modAnim">
        <pc:chgData name="陈钦霖" userId="80b7fee4-4a28-466f-b344-51c8f8303b30" providerId="ADAL" clId="{7C375E90-28E0-4777-8B68-6DBD10AA8817}" dt="2025-04-22T08:12:18.406" v="12652" actId="20577"/>
        <pc:sldMkLst>
          <pc:docMk/>
          <pc:sldMk cId="157848144" sldId="371"/>
        </pc:sldMkLst>
        <pc:spChg chg="mod">
          <ac:chgData name="陈钦霖" userId="80b7fee4-4a28-466f-b344-51c8f8303b30" providerId="ADAL" clId="{7C375E90-28E0-4777-8B68-6DBD10AA8817}" dt="2025-04-22T08:12:18.406" v="12652" actId="20577"/>
          <ac:spMkLst>
            <pc:docMk/>
            <pc:sldMk cId="157848144" sldId="371"/>
            <ac:spMk id="2" creationId="{100C487F-E6C0-ABF4-749F-1784E67349D9}"/>
          </ac:spMkLst>
        </pc:spChg>
        <pc:spChg chg="add mod">
          <ac:chgData name="陈钦霖" userId="80b7fee4-4a28-466f-b344-51c8f8303b30" providerId="ADAL" clId="{7C375E90-28E0-4777-8B68-6DBD10AA8817}" dt="2025-04-14T03:20:11.160" v="10878" actId="12788"/>
          <ac:spMkLst>
            <pc:docMk/>
            <pc:sldMk cId="157848144" sldId="371"/>
            <ac:spMk id="5" creationId="{4DB096C4-DA6F-E3B0-992A-0671951D90A1}"/>
          </ac:spMkLst>
        </pc:spChg>
        <pc:spChg chg="mod">
          <ac:chgData name="陈钦霖" userId="80b7fee4-4a28-466f-b344-51c8f8303b30" providerId="ADAL" clId="{7C375E90-28E0-4777-8B68-6DBD10AA8817}" dt="2025-04-14T03:15:45.290" v="10834" actId="207"/>
          <ac:spMkLst>
            <pc:docMk/>
            <pc:sldMk cId="157848144" sldId="371"/>
            <ac:spMk id="6" creationId="{1AAED774-CB1E-7015-8CDE-19E426FEA9CD}"/>
          </ac:spMkLst>
        </pc:spChg>
        <pc:spChg chg="mod">
          <ac:chgData name="陈钦霖" userId="80b7fee4-4a28-466f-b344-51c8f8303b30" providerId="ADAL" clId="{7C375E90-28E0-4777-8B68-6DBD10AA8817}" dt="2025-04-14T03:20:11.160" v="10878" actId="12788"/>
          <ac:spMkLst>
            <pc:docMk/>
            <pc:sldMk cId="157848144" sldId="371"/>
            <ac:spMk id="10" creationId="{26DE1278-C652-942D-9448-1B000E589276}"/>
          </ac:spMkLst>
        </pc:spChg>
        <pc:picChg chg="mod">
          <ac:chgData name="陈钦霖" userId="80b7fee4-4a28-466f-b344-51c8f8303b30" providerId="ADAL" clId="{7C375E90-28E0-4777-8B68-6DBD10AA8817}" dt="2025-04-14T03:16:00.914" v="10835"/>
          <ac:picMkLst>
            <pc:docMk/>
            <pc:sldMk cId="157848144" sldId="371"/>
            <ac:picMk id="8" creationId="{7F13CACA-A1B8-4169-118A-C969CBD22C3C}"/>
          </ac:picMkLst>
        </pc:picChg>
      </pc:sldChg>
      <pc:sldChg chg="add del ord">
        <pc:chgData name="陈钦霖" userId="80b7fee4-4a28-466f-b344-51c8f8303b30" providerId="ADAL" clId="{7C375E90-28E0-4777-8B68-6DBD10AA8817}" dt="2025-04-14T09:59:20.919" v="12284" actId="47"/>
        <pc:sldMkLst>
          <pc:docMk/>
          <pc:sldMk cId="211305173" sldId="372"/>
        </pc:sldMkLst>
      </pc:sldChg>
      <pc:sldChg chg="addSp delSp modSp add mod delAnim modAnim">
        <pc:chgData name="陈钦霖" userId="80b7fee4-4a28-466f-b344-51c8f8303b30" providerId="ADAL" clId="{7C375E90-28E0-4777-8B68-6DBD10AA8817}" dt="2025-04-14T09:56:35.555" v="12138"/>
        <pc:sldMkLst>
          <pc:docMk/>
          <pc:sldMk cId="1029533185" sldId="373"/>
        </pc:sldMkLst>
        <pc:spChg chg="mod">
          <ac:chgData name="陈钦霖" userId="80b7fee4-4a28-466f-b344-51c8f8303b30" providerId="ADAL" clId="{7C375E90-28E0-4777-8B68-6DBD10AA8817}" dt="2025-04-14T09:55:01.418" v="12116" actId="1076"/>
          <ac:spMkLst>
            <pc:docMk/>
            <pc:sldMk cId="1029533185" sldId="373"/>
            <ac:spMk id="18" creationId="{11D4729D-8D2C-7896-178F-9DD81184EB44}"/>
          </ac:spMkLst>
        </pc:spChg>
        <pc:spChg chg="add mod">
          <ac:chgData name="陈钦霖" userId="80b7fee4-4a28-466f-b344-51c8f8303b30" providerId="ADAL" clId="{7C375E90-28E0-4777-8B68-6DBD10AA8817}" dt="2025-04-14T09:56:06.196" v="12131" actId="164"/>
          <ac:spMkLst>
            <pc:docMk/>
            <pc:sldMk cId="1029533185" sldId="373"/>
            <ac:spMk id="24" creationId="{F40D7E13-EB79-CDF0-7087-99FD2DCF71C1}"/>
          </ac:spMkLst>
        </pc:spChg>
        <pc:spChg chg="mod">
          <ac:chgData name="陈钦霖" userId="80b7fee4-4a28-466f-b344-51c8f8303b30" providerId="ADAL" clId="{7C375E90-28E0-4777-8B68-6DBD10AA8817}" dt="2025-04-14T09:32:27.100" v="11505" actId="1076"/>
          <ac:spMkLst>
            <pc:docMk/>
            <pc:sldMk cId="1029533185" sldId="373"/>
            <ac:spMk id="25" creationId="{2A650156-CC01-A421-1606-B7D8A62ACD6B}"/>
          </ac:spMkLst>
        </pc:spChg>
        <pc:spChg chg="mod topLvl">
          <ac:chgData name="陈钦霖" userId="80b7fee4-4a28-466f-b344-51c8f8303b30" providerId="ADAL" clId="{7C375E90-28E0-4777-8B68-6DBD10AA8817}" dt="2025-04-14T09:56:06.196" v="12131" actId="164"/>
          <ac:spMkLst>
            <pc:docMk/>
            <pc:sldMk cId="1029533185" sldId="373"/>
            <ac:spMk id="28" creationId="{4FF0BEBA-F668-E5BE-1D82-53AA87D00B6F}"/>
          </ac:spMkLst>
        </pc:spChg>
        <pc:spChg chg="mod topLvl">
          <ac:chgData name="陈钦霖" userId="80b7fee4-4a28-466f-b344-51c8f8303b30" providerId="ADAL" clId="{7C375E90-28E0-4777-8B68-6DBD10AA8817}" dt="2025-04-14T09:56:06.196" v="12131" actId="164"/>
          <ac:spMkLst>
            <pc:docMk/>
            <pc:sldMk cId="1029533185" sldId="373"/>
            <ac:spMk id="29" creationId="{A5AF70D9-3795-DE76-0846-3E1E4DA94D03}"/>
          </ac:spMkLst>
        </pc:spChg>
        <pc:spChg chg="mod topLvl">
          <ac:chgData name="陈钦霖" userId="80b7fee4-4a28-466f-b344-51c8f8303b30" providerId="ADAL" clId="{7C375E90-28E0-4777-8B68-6DBD10AA8817}" dt="2025-04-14T09:56:06.196" v="12131" actId="164"/>
          <ac:spMkLst>
            <pc:docMk/>
            <pc:sldMk cId="1029533185" sldId="373"/>
            <ac:spMk id="31" creationId="{65F99693-4202-C6EC-86ED-0BFB0310FE28}"/>
          </ac:spMkLst>
        </pc:spChg>
        <pc:spChg chg="mod topLvl">
          <ac:chgData name="陈钦霖" userId="80b7fee4-4a28-466f-b344-51c8f8303b30" providerId="ADAL" clId="{7C375E90-28E0-4777-8B68-6DBD10AA8817}" dt="2025-04-14T09:56:06.196" v="12131" actId="164"/>
          <ac:spMkLst>
            <pc:docMk/>
            <pc:sldMk cId="1029533185" sldId="373"/>
            <ac:spMk id="32" creationId="{E2FDD544-7721-876C-9495-C1499F22B9F2}"/>
          </ac:spMkLst>
        </pc:spChg>
        <pc:spChg chg="mod topLvl">
          <ac:chgData name="陈钦霖" userId="80b7fee4-4a28-466f-b344-51c8f8303b30" providerId="ADAL" clId="{7C375E90-28E0-4777-8B68-6DBD10AA8817}" dt="2025-04-14T09:56:06.196" v="12131" actId="164"/>
          <ac:spMkLst>
            <pc:docMk/>
            <pc:sldMk cId="1029533185" sldId="373"/>
            <ac:spMk id="33" creationId="{A6888A4C-B9D7-EFD8-BA9F-9E3F11D8010C}"/>
          </ac:spMkLst>
        </pc:spChg>
        <pc:spChg chg="mod topLvl">
          <ac:chgData name="陈钦霖" userId="80b7fee4-4a28-466f-b344-51c8f8303b30" providerId="ADAL" clId="{7C375E90-28E0-4777-8B68-6DBD10AA8817}" dt="2025-04-14T09:56:06.196" v="12131" actId="164"/>
          <ac:spMkLst>
            <pc:docMk/>
            <pc:sldMk cId="1029533185" sldId="373"/>
            <ac:spMk id="34" creationId="{C2FA406D-EB1F-233C-3C38-3D11222E1A9D}"/>
          </ac:spMkLst>
        </pc:spChg>
        <pc:spChg chg="mod topLvl">
          <ac:chgData name="陈钦霖" userId="80b7fee4-4a28-466f-b344-51c8f8303b30" providerId="ADAL" clId="{7C375E90-28E0-4777-8B68-6DBD10AA8817}" dt="2025-04-14T09:56:06.196" v="12131" actId="164"/>
          <ac:spMkLst>
            <pc:docMk/>
            <pc:sldMk cId="1029533185" sldId="373"/>
            <ac:spMk id="36" creationId="{21839694-308C-9B36-0A36-B03ABDBF7C9F}"/>
          </ac:spMkLst>
        </pc:spChg>
        <pc:spChg chg="add mod">
          <ac:chgData name="陈钦霖" userId="80b7fee4-4a28-466f-b344-51c8f8303b30" providerId="ADAL" clId="{7C375E90-28E0-4777-8B68-6DBD10AA8817}" dt="2025-04-14T09:55:03.655" v="12117" actId="1076"/>
          <ac:spMkLst>
            <pc:docMk/>
            <pc:sldMk cId="1029533185" sldId="373"/>
            <ac:spMk id="37" creationId="{4DA6A7FF-11E0-1CCF-197B-4211A14EF1B8}"/>
          </ac:spMkLst>
        </pc:spChg>
        <pc:grpChg chg="add mod">
          <ac:chgData name="陈钦霖" userId="80b7fee4-4a28-466f-b344-51c8f8303b30" providerId="ADAL" clId="{7C375E90-28E0-4777-8B68-6DBD10AA8817}" dt="2025-04-14T09:56:06.196" v="12131" actId="164"/>
          <ac:grpSpMkLst>
            <pc:docMk/>
            <pc:sldMk cId="1029533185" sldId="373"/>
            <ac:grpSpMk id="39" creationId="{28877E0A-181C-212E-B6BF-627851D07DBC}"/>
          </ac:grpSpMkLst>
        </pc:grpChg>
        <pc:cxnChg chg="mod topLvl">
          <ac:chgData name="陈钦霖" userId="80b7fee4-4a28-466f-b344-51c8f8303b30" providerId="ADAL" clId="{7C375E90-28E0-4777-8B68-6DBD10AA8817}" dt="2025-04-14T09:56:06.196" v="12131" actId="164"/>
          <ac:cxnSpMkLst>
            <pc:docMk/>
            <pc:sldMk cId="1029533185" sldId="373"/>
            <ac:cxnSpMk id="35" creationId="{9A672C6C-F1B2-B562-8A1B-E218A90A2BDA}"/>
          </ac:cxnSpMkLst>
        </pc:cxnChg>
      </pc:sldChg>
      <pc:sldChg chg="addSp delSp modSp add del mod addAnim delAnim modAnim">
        <pc:chgData name="陈钦霖" userId="80b7fee4-4a28-466f-b344-51c8f8303b30" providerId="ADAL" clId="{7C375E90-28E0-4777-8B68-6DBD10AA8817}" dt="2025-04-14T09:59:18.555" v="12283" actId="47"/>
        <pc:sldMkLst>
          <pc:docMk/>
          <pc:sldMk cId="1508690930" sldId="374"/>
        </pc:sldMkLst>
      </pc:sldChg>
      <pc:sldChg chg="addSp delSp modSp add mod modTransition delAnim modAnim">
        <pc:chgData name="陈钦霖" userId="80b7fee4-4a28-466f-b344-51c8f8303b30" providerId="ADAL" clId="{7C375E90-28E0-4777-8B68-6DBD10AA8817}" dt="2025-04-14T09:57:22.438" v="12149"/>
        <pc:sldMkLst>
          <pc:docMk/>
          <pc:sldMk cId="3627592048" sldId="375"/>
        </pc:sldMkLst>
        <pc:spChg chg="mod">
          <ac:chgData name="陈钦霖" userId="80b7fee4-4a28-466f-b344-51c8f8303b30" providerId="ADAL" clId="{7C375E90-28E0-4777-8B68-6DBD10AA8817}" dt="2025-04-14T09:57:02.873" v="12147"/>
          <ac:spMkLst>
            <pc:docMk/>
            <pc:sldMk cId="3627592048" sldId="375"/>
            <ac:spMk id="5" creationId="{0123C95B-51FC-6E43-A97F-003B1A833AF8}"/>
          </ac:spMkLst>
        </pc:spChg>
        <pc:spChg chg="mod">
          <ac:chgData name="陈钦霖" userId="80b7fee4-4a28-466f-b344-51c8f8303b30" providerId="ADAL" clId="{7C375E90-28E0-4777-8B68-6DBD10AA8817}" dt="2025-04-14T09:57:02.873" v="12147"/>
          <ac:spMkLst>
            <pc:docMk/>
            <pc:sldMk cId="3627592048" sldId="375"/>
            <ac:spMk id="6" creationId="{98BC4222-7274-3E96-4B28-0EF5D4783454}"/>
          </ac:spMkLst>
        </pc:spChg>
        <pc:spChg chg="mod">
          <ac:chgData name="陈钦霖" userId="80b7fee4-4a28-466f-b344-51c8f8303b30" providerId="ADAL" clId="{7C375E90-28E0-4777-8B68-6DBD10AA8817}" dt="2025-04-14T09:57:02.873" v="12147"/>
          <ac:spMkLst>
            <pc:docMk/>
            <pc:sldMk cId="3627592048" sldId="375"/>
            <ac:spMk id="7" creationId="{63BD65F2-94D4-640C-0F2A-2EA8885A77A3}"/>
          </ac:spMkLst>
        </pc:spChg>
        <pc:spChg chg="mod">
          <ac:chgData name="陈钦霖" userId="80b7fee4-4a28-466f-b344-51c8f8303b30" providerId="ADAL" clId="{7C375E90-28E0-4777-8B68-6DBD10AA8817}" dt="2025-04-14T09:57:02.873" v="12147"/>
          <ac:spMkLst>
            <pc:docMk/>
            <pc:sldMk cId="3627592048" sldId="375"/>
            <ac:spMk id="8" creationId="{16436D73-7F46-21B5-C7F2-EB528DE95309}"/>
          </ac:spMkLst>
        </pc:spChg>
        <pc:spChg chg="mod">
          <ac:chgData name="陈钦霖" userId="80b7fee4-4a28-466f-b344-51c8f8303b30" providerId="ADAL" clId="{7C375E90-28E0-4777-8B68-6DBD10AA8817}" dt="2025-04-14T09:57:02.873" v="12147"/>
          <ac:spMkLst>
            <pc:docMk/>
            <pc:sldMk cId="3627592048" sldId="375"/>
            <ac:spMk id="9" creationId="{75BA89F8-6D8B-5BC1-03E4-9A0C99B4A202}"/>
          </ac:spMkLst>
        </pc:spChg>
        <pc:spChg chg="mod">
          <ac:chgData name="陈钦霖" userId="80b7fee4-4a28-466f-b344-51c8f8303b30" providerId="ADAL" clId="{7C375E90-28E0-4777-8B68-6DBD10AA8817}" dt="2025-04-14T09:57:02.873" v="12147"/>
          <ac:spMkLst>
            <pc:docMk/>
            <pc:sldMk cId="3627592048" sldId="375"/>
            <ac:spMk id="10" creationId="{43913E5D-27B5-75E7-6203-177C3A7DC885}"/>
          </ac:spMkLst>
        </pc:spChg>
        <pc:spChg chg="mod">
          <ac:chgData name="陈钦霖" userId="80b7fee4-4a28-466f-b344-51c8f8303b30" providerId="ADAL" clId="{7C375E90-28E0-4777-8B68-6DBD10AA8817}" dt="2025-04-14T09:57:02.873" v="12147"/>
          <ac:spMkLst>
            <pc:docMk/>
            <pc:sldMk cId="3627592048" sldId="375"/>
            <ac:spMk id="12" creationId="{197BA2E0-3EB6-122F-6D0C-952851F753E7}"/>
          </ac:spMkLst>
        </pc:spChg>
        <pc:spChg chg="mod">
          <ac:chgData name="陈钦霖" userId="80b7fee4-4a28-466f-b344-51c8f8303b30" providerId="ADAL" clId="{7C375E90-28E0-4777-8B68-6DBD10AA8817}" dt="2025-04-14T09:57:02.873" v="12147"/>
          <ac:spMkLst>
            <pc:docMk/>
            <pc:sldMk cId="3627592048" sldId="375"/>
            <ac:spMk id="14" creationId="{DC963C7C-087C-CF62-76D6-EA69B3F44602}"/>
          </ac:spMkLst>
        </pc:spChg>
        <pc:spChg chg="mod">
          <ac:chgData name="陈钦霖" userId="80b7fee4-4a28-466f-b344-51c8f8303b30" providerId="ADAL" clId="{7C375E90-28E0-4777-8B68-6DBD10AA8817}" dt="2025-04-14T09:55:15.587" v="12120" actId="1076"/>
          <ac:spMkLst>
            <pc:docMk/>
            <pc:sldMk cId="3627592048" sldId="375"/>
            <ac:spMk id="37" creationId="{56BCB002-D99B-9249-20D1-DD196467E268}"/>
          </ac:spMkLst>
        </pc:spChg>
        <pc:spChg chg="mod">
          <ac:chgData name="陈钦霖" userId="80b7fee4-4a28-466f-b344-51c8f8303b30" providerId="ADAL" clId="{7C375E90-28E0-4777-8B68-6DBD10AA8817}" dt="2025-04-14T09:55:15.587" v="12120" actId="1076"/>
          <ac:spMkLst>
            <pc:docMk/>
            <pc:sldMk cId="3627592048" sldId="375"/>
            <ac:spMk id="38" creationId="{8F8B51FA-FE6B-9264-938F-BB5B34B828B7}"/>
          </ac:spMkLst>
        </pc:spChg>
        <pc:grpChg chg="add mod">
          <ac:chgData name="陈钦霖" userId="80b7fee4-4a28-466f-b344-51c8f8303b30" providerId="ADAL" clId="{7C375E90-28E0-4777-8B68-6DBD10AA8817}" dt="2025-04-14T09:57:02.873" v="12147"/>
          <ac:grpSpMkLst>
            <pc:docMk/>
            <pc:sldMk cId="3627592048" sldId="375"/>
            <ac:grpSpMk id="3" creationId="{327DED28-8254-B0C7-0453-8AC4AD119D1C}"/>
          </ac:grpSpMkLst>
        </pc:grpChg>
        <pc:cxnChg chg="mod">
          <ac:chgData name="陈钦霖" userId="80b7fee4-4a28-466f-b344-51c8f8303b30" providerId="ADAL" clId="{7C375E90-28E0-4777-8B68-6DBD10AA8817}" dt="2025-04-14T09:57:02.873" v="12147"/>
          <ac:cxnSpMkLst>
            <pc:docMk/>
            <pc:sldMk cId="3627592048" sldId="375"/>
            <ac:cxnSpMk id="13" creationId="{ECFB63BD-5FC6-E7E3-6C66-E3B7C2B42384}"/>
          </ac:cxnSpMkLst>
        </pc:cxnChg>
      </pc:sldChg>
      <pc:sldChg chg="addSp delSp modSp add mod">
        <pc:chgData name="陈钦霖" userId="80b7fee4-4a28-466f-b344-51c8f8303b30" providerId="ADAL" clId="{7C375E90-28E0-4777-8B68-6DBD10AA8817}" dt="2025-04-14T09:59:02.479" v="12282" actId="14100"/>
        <pc:sldMkLst>
          <pc:docMk/>
          <pc:sldMk cId="1474218139" sldId="376"/>
        </pc:sldMkLst>
        <pc:spChg chg="add mod">
          <ac:chgData name="陈钦霖" userId="80b7fee4-4a28-466f-b344-51c8f8303b30" providerId="ADAL" clId="{7C375E90-28E0-4777-8B68-6DBD10AA8817}" dt="2025-04-14T09:59:02.479" v="12282" actId="14100"/>
          <ac:spMkLst>
            <pc:docMk/>
            <pc:sldMk cId="1474218139" sldId="376"/>
            <ac:spMk id="15" creationId="{7A743722-7A80-8EEA-0C0E-09B497D70066}"/>
          </ac:spMkLst>
        </pc:spChg>
        <pc:spChg chg="mod">
          <ac:chgData name="陈钦霖" userId="80b7fee4-4a28-466f-b344-51c8f8303b30" providerId="ADAL" clId="{7C375E90-28E0-4777-8B68-6DBD10AA8817}" dt="2025-04-14T09:57:48.179" v="12152" actId="1076"/>
          <ac:spMkLst>
            <pc:docMk/>
            <pc:sldMk cId="1474218139" sldId="376"/>
            <ac:spMk id="38" creationId="{CA347D59-1A89-3DC1-995F-28C0273CEEC3}"/>
          </ac:spMkLst>
        </pc:spChg>
      </pc:sldChg>
      <pc:sldChg chg="addSp delSp modSp add mod modTransition modAnim">
        <pc:chgData name="陈钦霖" userId="80b7fee4-4a28-466f-b344-51c8f8303b30" providerId="ADAL" clId="{7C375E90-28E0-4777-8B68-6DBD10AA8817}" dt="2025-04-22T08:07:42.461" v="12649"/>
        <pc:sldMkLst>
          <pc:docMk/>
          <pc:sldMk cId="3778659326" sldId="377"/>
        </pc:sldMkLst>
        <pc:spChg chg="mod">
          <ac:chgData name="陈钦霖" userId="80b7fee4-4a28-466f-b344-51c8f8303b30" providerId="ADAL" clId="{7C375E90-28E0-4777-8B68-6DBD10AA8817}" dt="2025-04-14T10:02:37.843" v="12377" actId="6549"/>
          <ac:spMkLst>
            <pc:docMk/>
            <pc:sldMk cId="3778659326" sldId="377"/>
            <ac:spMk id="2" creationId="{496DFE1D-9C11-C99B-00F4-DCD708C73A08}"/>
          </ac:spMkLst>
        </pc:spChg>
        <pc:spChg chg="mod topLvl">
          <ac:chgData name="陈钦霖" userId="80b7fee4-4a28-466f-b344-51c8f8303b30" providerId="ADAL" clId="{7C375E90-28E0-4777-8B68-6DBD10AA8817}" dt="2025-04-14T10:03:40.888" v="12385" actId="165"/>
          <ac:spMkLst>
            <pc:docMk/>
            <pc:sldMk cId="3778659326" sldId="377"/>
            <ac:spMk id="3" creationId="{3028ADCA-69BC-4A7C-D1D3-C90E20D8FDDA}"/>
          </ac:spMkLst>
        </pc:spChg>
        <pc:spChg chg="add mod">
          <ac:chgData name="陈钦霖" userId="80b7fee4-4a28-466f-b344-51c8f8303b30" providerId="ADAL" clId="{7C375E90-28E0-4777-8B68-6DBD10AA8817}" dt="2025-04-14T10:07:19.165" v="12514" actId="1076"/>
          <ac:spMkLst>
            <pc:docMk/>
            <pc:sldMk cId="3778659326" sldId="377"/>
            <ac:spMk id="5" creationId="{B32EBAF0-B2F7-FF97-68C3-16395E43EEF5}"/>
          </ac:spMkLst>
        </pc:spChg>
        <pc:spChg chg="mod topLvl">
          <ac:chgData name="陈钦霖" userId="80b7fee4-4a28-466f-b344-51c8f8303b30" providerId="ADAL" clId="{7C375E90-28E0-4777-8B68-6DBD10AA8817}" dt="2025-04-14T10:03:40.888" v="12385" actId="165"/>
          <ac:spMkLst>
            <pc:docMk/>
            <pc:sldMk cId="3778659326" sldId="377"/>
            <ac:spMk id="6" creationId="{17C3E6B5-172C-E965-C7A9-7BB0229A3B9B}"/>
          </ac:spMkLst>
        </pc:spChg>
        <pc:spChg chg="mod topLvl">
          <ac:chgData name="陈钦霖" userId="80b7fee4-4a28-466f-b344-51c8f8303b30" providerId="ADAL" clId="{7C375E90-28E0-4777-8B68-6DBD10AA8817}" dt="2025-04-14T10:03:40.888" v="12385" actId="165"/>
          <ac:spMkLst>
            <pc:docMk/>
            <pc:sldMk cId="3778659326" sldId="377"/>
            <ac:spMk id="7" creationId="{4F972964-17C6-3584-0F60-71F1F5BDA2CC}"/>
          </ac:spMkLst>
        </pc:spChg>
        <pc:spChg chg="mod topLvl">
          <ac:chgData name="陈钦霖" userId="80b7fee4-4a28-466f-b344-51c8f8303b30" providerId="ADAL" clId="{7C375E90-28E0-4777-8B68-6DBD10AA8817}" dt="2025-04-14T10:03:40.888" v="12385" actId="165"/>
          <ac:spMkLst>
            <pc:docMk/>
            <pc:sldMk cId="3778659326" sldId="377"/>
            <ac:spMk id="10" creationId="{7A8A9C9E-698D-8344-956F-D573BF6006E2}"/>
          </ac:spMkLst>
        </pc:spChg>
        <pc:spChg chg="mod topLvl">
          <ac:chgData name="陈钦霖" userId="80b7fee4-4a28-466f-b344-51c8f8303b30" providerId="ADAL" clId="{7C375E90-28E0-4777-8B68-6DBD10AA8817}" dt="2025-04-14T10:03:40.888" v="12385" actId="165"/>
          <ac:spMkLst>
            <pc:docMk/>
            <pc:sldMk cId="3778659326" sldId="377"/>
            <ac:spMk id="15" creationId="{E1CE2249-DC2B-D5DE-73DC-D33893E65558}"/>
          </ac:spMkLst>
        </pc:spChg>
        <pc:spChg chg="mod topLvl">
          <ac:chgData name="陈钦霖" userId="80b7fee4-4a28-466f-b344-51c8f8303b30" providerId="ADAL" clId="{7C375E90-28E0-4777-8B68-6DBD10AA8817}" dt="2025-04-14T10:03:40.888" v="12385" actId="165"/>
          <ac:spMkLst>
            <pc:docMk/>
            <pc:sldMk cId="3778659326" sldId="377"/>
            <ac:spMk id="21" creationId="{4A605291-076E-AE00-23C0-4FD14DC2BEE8}"/>
          </ac:spMkLst>
        </pc:spChg>
        <pc:cxnChg chg="mod topLvl">
          <ac:chgData name="陈钦霖" userId="80b7fee4-4a28-466f-b344-51c8f8303b30" providerId="ADAL" clId="{7C375E90-28E0-4777-8B68-6DBD10AA8817}" dt="2025-04-14T10:03:40.888" v="12385" actId="165"/>
          <ac:cxnSpMkLst>
            <pc:docMk/>
            <pc:sldMk cId="3778659326" sldId="377"/>
            <ac:cxnSpMk id="14" creationId="{B3CD7036-7BF2-6460-1D8C-B50B4AC6C4ED}"/>
          </ac:cxnSpMkLst>
        </pc:cxnChg>
      </pc:sldChg>
      <pc:sldMasterChg chg="modSp modSldLayout">
        <pc:chgData name="陈钦霖" userId="80b7fee4-4a28-466f-b344-51c8f8303b30" providerId="ADAL" clId="{7C375E90-28E0-4777-8B68-6DBD10AA8817}" dt="2025-03-31T02:14:30.773" v="4"/>
        <pc:sldMasterMkLst>
          <pc:docMk/>
          <pc:sldMasterMk cId="2742225321" sldId="2147483660"/>
        </pc:sldMasterMkLst>
        <pc:sldLayoutChg chg="modSp">
          <pc:chgData name="陈钦霖" userId="80b7fee4-4a28-466f-b344-51c8f8303b30" providerId="ADAL" clId="{7C375E90-28E0-4777-8B68-6DBD10AA8817}" dt="2025-03-31T02:14:30.773" v="4"/>
          <pc:sldLayoutMkLst>
            <pc:docMk/>
            <pc:sldMasterMk cId="2742225321" sldId="2147483660"/>
            <pc:sldLayoutMk cId="1590932753" sldId="2147483661"/>
          </pc:sldLayoutMkLst>
        </pc:sldLayoutChg>
        <pc:sldLayoutChg chg="modSp">
          <pc:chgData name="陈钦霖" userId="80b7fee4-4a28-466f-b344-51c8f8303b30" providerId="ADAL" clId="{7C375E90-28E0-4777-8B68-6DBD10AA8817}" dt="2025-03-31T02:14:30.773" v="4"/>
          <pc:sldLayoutMkLst>
            <pc:docMk/>
            <pc:sldMasterMk cId="2742225321" sldId="2147483660"/>
            <pc:sldLayoutMk cId="2601155776" sldId="2147483662"/>
          </pc:sldLayoutMkLst>
        </pc:sldLayoutChg>
        <pc:sldLayoutChg chg="modSp">
          <pc:chgData name="陈钦霖" userId="80b7fee4-4a28-466f-b344-51c8f8303b30" providerId="ADAL" clId="{7C375E90-28E0-4777-8B68-6DBD10AA8817}" dt="2025-03-31T02:14:30.773" v="4"/>
          <pc:sldLayoutMkLst>
            <pc:docMk/>
            <pc:sldMasterMk cId="2742225321" sldId="2147483660"/>
            <pc:sldLayoutMk cId="3361425200" sldId="2147483666"/>
          </pc:sldLayoutMkLst>
        </pc:sldLayoutChg>
      </pc:sldMasterChg>
      <pc:sldMasterChg chg="modSldLayout">
        <pc:chgData name="陈钦霖" userId="80b7fee4-4a28-466f-b344-51c8f8303b30" providerId="ADAL" clId="{7C375E90-28E0-4777-8B68-6DBD10AA8817}" dt="2025-03-31T02:21:33.125" v="106" actId="14100"/>
        <pc:sldMasterMkLst>
          <pc:docMk/>
          <pc:sldMasterMk cId="370599961" sldId="2147483668"/>
        </pc:sldMasterMkLst>
        <pc:sldLayoutChg chg="modSp mod">
          <pc:chgData name="陈钦霖" userId="80b7fee4-4a28-466f-b344-51c8f8303b30" providerId="ADAL" clId="{7C375E90-28E0-4777-8B68-6DBD10AA8817}" dt="2025-03-31T02:21:33.125" v="106" actId="14100"/>
          <pc:sldLayoutMkLst>
            <pc:docMk/>
            <pc:sldMasterMk cId="370599961" sldId="2147483668"/>
            <pc:sldLayoutMk cId="1817744072" sldId="2147483680"/>
          </pc:sldLayoutMkLst>
          <pc:spChg chg="mod">
            <ac:chgData name="陈钦霖" userId="80b7fee4-4a28-466f-b344-51c8f8303b30" providerId="ADAL" clId="{7C375E90-28E0-4777-8B68-6DBD10AA8817}" dt="2025-03-31T02:21:26.664" v="104" actId="14100"/>
            <ac:spMkLst>
              <pc:docMk/>
              <pc:sldMasterMk cId="370599961" sldId="2147483668"/>
              <pc:sldLayoutMk cId="1817744072" sldId="2147483680"/>
              <ac:spMk id="10" creationId="{EAA27CEC-5877-4804-9FE7-7B5729B51345}"/>
            </ac:spMkLst>
          </pc:spChg>
          <pc:spChg chg="mod">
            <ac:chgData name="陈钦霖" userId="80b7fee4-4a28-466f-b344-51c8f8303b30" providerId="ADAL" clId="{7C375E90-28E0-4777-8B68-6DBD10AA8817}" dt="2025-03-31T02:21:30.009" v="105" actId="14100"/>
            <ac:spMkLst>
              <pc:docMk/>
              <pc:sldMasterMk cId="370599961" sldId="2147483668"/>
              <pc:sldLayoutMk cId="1817744072" sldId="2147483680"/>
              <ac:spMk id="11" creationId="{DC088B47-526E-425B-BFBF-8B68BEDDE650}"/>
            </ac:spMkLst>
          </pc:spChg>
          <pc:spChg chg="mod">
            <ac:chgData name="陈钦霖" userId="80b7fee4-4a28-466f-b344-51c8f8303b30" providerId="ADAL" clId="{7C375E90-28E0-4777-8B68-6DBD10AA8817}" dt="2025-03-31T02:21:33.125" v="106" actId="14100"/>
            <ac:spMkLst>
              <pc:docMk/>
              <pc:sldMasterMk cId="370599961" sldId="2147483668"/>
              <pc:sldLayoutMk cId="1817744072" sldId="2147483680"/>
              <ac:spMk id="15" creationId="{041840A2-F421-4E65-A4DF-3787D535CB8D}"/>
            </ac:spMkLst>
          </pc:spChg>
          <pc:spChg chg="mod">
            <ac:chgData name="陈钦霖" userId="80b7fee4-4a28-466f-b344-51c8f8303b30" providerId="ADAL" clId="{7C375E90-28E0-4777-8B68-6DBD10AA8817}" dt="2025-03-31T02:21:23.501" v="103" actId="1076"/>
            <ac:spMkLst>
              <pc:docMk/>
              <pc:sldMasterMk cId="370599961" sldId="2147483668"/>
              <pc:sldLayoutMk cId="1817744072" sldId="2147483680"/>
              <ac:spMk id="17" creationId="{77688641-2A7D-4FBF-899E-F6C433274440}"/>
            </ac:spMkLst>
          </pc:spChg>
          <pc:cxnChg chg="mod">
            <ac:chgData name="陈钦霖" userId="80b7fee4-4a28-466f-b344-51c8f8303b30" providerId="ADAL" clId="{7C375E90-28E0-4777-8B68-6DBD10AA8817}" dt="2025-03-31T02:21:23.501" v="103" actId="1076"/>
            <ac:cxnSpMkLst>
              <pc:docMk/>
              <pc:sldMasterMk cId="370599961" sldId="2147483668"/>
              <pc:sldLayoutMk cId="1817744072" sldId="2147483680"/>
              <ac:cxnSpMk id="7" creationId="{3101AA48-DAEE-437B-886A-9DC075625841}"/>
            </ac:cxnSpMkLst>
          </pc:cxnChg>
        </pc:sldLayoutChg>
      </pc:sldMasterChg>
    </pc:docChg>
  </pc:docChgLst>
  <pc:docChgLst>
    <pc:chgData name="陈钦霖" userId="80b7fee4-4a28-466f-b344-51c8f8303b30" providerId="ADAL" clId="{788D452B-ECAE-40CB-88BF-A708740539BE}"/>
    <pc:docChg chg="undo redo custSel addSld delSld modSld sldOrd addSection modSection">
      <pc:chgData name="陈钦霖" userId="80b7fee4-4a28-466f-b344-51c8f8303b30" providerId="ADAL" clId="{788D452B-ECAE-40CB-88BF-A708740539BE}" dt="2025-04-23T02:33:22.960" v="10391" actId="20577"/>
      <pc:docMkLst>
        <pc:docMk/>
      </pc:docMkLst>
      <pc:sldChg chg="del">
        <pc:chgData name="陈钦霖" userId="80b7fee4-4a28-466f-b344-51c8f8303b30" providerId="ADAL" clId="{788D452B-ECAE-40CB-88BF-A708740539BE}" dt="2025-04-11T10:09:19.516" v="10389" actId="47"/>
        <pc:sldMkLst>
          <pc:docMk/>
          <pc:sldMk cId="4017577159" sldId="285"/>
        </pc:sldMkLst>
      </pc:sldChg>
      <pc:sldChg chg="modSp mod">
        <pc:chgData name="陈钦霖" userId="80b7fee4-4a28-466f-b344-51c8f8303b30" providerId="ADAL" clId="{788D452B-ECAE-40CB-88BF-A708740539BE}" dt="2025-04-11T07:23:03.130" v="7394" actId="20577"/>
        <pc:sldMkLst>
          <pc:docMk/>
          <pc:sldMk cId="3982110820" sldId="292"/>
        </pc:sldMkLst>
        <pc:spChg chg="mod">
          <ac:chgData name="陈钦霖" userId="80b7fee4-4a28-466f-b344-51c8f8303b30" providerId="ADAL" clId="{788D452B-ECAE-40CB-88BF-A708740539BE}" dt="2025-04-11T07:23:03.130" v="7394" actId="20577"/>
          <ac:spMkLst>
            <pc:docMk/>
            <pc:sldMk cId="3982110820" sldId="292"/>
            <ac:spMk id="2" creationId="{A33E30FB-4DA5-447B-B6A9-48E0DFDC80E0}"/>
          </ac:spMkLst>
        </pc:spChg>
      </pc:sldChg>
      <pc:sldChg chg="modSp">
        <pc:chgData name="陈钦霖" userId="80b7fee4-4a28-466f-b344-51c8f8303b30" providerId="ADAL" clId="{788D452B-ECAE-40CB-88BF-A708740539BE}" dt="2025-03-31T11:35:44.666" v="0" actId="13926"/>
        <pc:sldMkLst>
          <pc:docMk/>
          <pc:sldMk cId="2786963318" sldId="295"/>
        </pc:sldMkLst>
        <pc:spChg chg="mod">
          <ac:chgData name="陈钦霖" userId="80b7fee4-4a28-466f-b344-51c8f8303b30" providerId="ADAL" clId="{788D452B-ECAE-40CB-88BF-A708740539BE}" dt="2025-03-31T11:35:44.666" v="0" actId="13926"/>
          <ac:spMkLst>
            <pc:docMk/>
            <pc:sldMk cId="2786963318" sldId="295"/>
            <ac:spMk id="31" creationId="{C636B894-50F2-B299-983F-632C20D05678}"/>
          </ac:spMkLst>
        </pc:spChg>
      </pc:sldChg>
      <pc:sldChg chg="addSp delSp modSp mod delAnim modAnim">
        <pc:chgData name="陈钦霖" userId="80b7fee4-4a28-466f-b344-51c8f8303b30" providerId="ADAL" clId="{788D452B-ECAE-40CB-88BF-A708740539BE}" dt="2025-04-09T07:58:20.730" v="5122" actId="207"/>
        <pc:sldMkLst>
          <pc:docMk/>
          <pc:sldMk cId="1454439383" sldId="300"/>
        </pc:sldMkLst>
        <pc:spChg chg="mod">
          <ac:chgData name="陈钦霖" userId="80b7fee4-4a28-466f-b344-51c8f8303b30" providerId="ADAL" clId="{788D452B-ECAE-40CB-88BF-A708740539BE}" dt="2025-04-02T04:40:02.822" v="2141" actId="1076"/>
          <ac:spMkLst>
            <pc:docMk/>
            <pc:sldMk cId="1454439383" sldId="300"/>
            <ac:spMk id="2" creationId="{DDB129F5-3F9D-C8FA-69B3-2DE7AECE2EAD}"/>
          </ac:spMkLst>
        </pc:spChg>
        <pc:spChg chg="add mod">
          <ac:chgData name="陈钦霖" userId="80b7fee4-4a28-466f-b344-51c8f8303b30" providerId="ADAL" clId="{788D452B-ECAE-40CB-88BF-A708740539BE}" dt="2025-04-09T07:58:20.730" v="5122" actId="207"/>
          <ac:spMkLst>
            <pc:docMk/>
            <pc:sldMk cId="1454439383" sldId="300"/>
            <ac:spMk id="12" creationId="{40EFFF9C-891D-AFFB-7152-4E5949F4CD42}"/>
          </ac:spMkLst>
        </pc:spChg>
        <pc:spChg chg="mod">
          <ac:chgData name="陈钦霖" userId="80b7fee4-4a28-466f-b344-51c8f8303b30" providerId="ADAL" clId="{788D452B-ECAE-40CB-88BF-A708740539BE}" dt="2025-04-02T09:22:30.305" v="3360"/>
          <ac:spMkLst>
            <pc:docMk/>
            <pc:sldMk cId="1454439383" sldId="300"/>
            <ac:spMk id="13" creationId="{60BBC3E0-59EB-EE90-A307-52B8FFCD02A5}"/>
          </ac:spMkLst>
        </pc:spChg>
        <pc:grpChg chg="add mod">
          <ac:chgData name="陈钦霖" userId="80b7fee4-4a28-466f-b344-51c8f8303b30" providerId="ADAL" clId="{788D452B-ECAE-40CB-88BF-A708740539BE}" dt="2025-04-02T09:22:30.305" v="3360"/>
          <ac:grpSpMkLst>
            <pc:docMk/>
            <pc:sldMk cId="1454439383" sldId="300"/>
            <ac:grpSpMk id="8" creationId="{AF4B14A1-6A12-D63C-E4B0-469C54171291}"/>
          </ac:grpSpMkLst>
        </pc:grpChg>
        <pc:picChg chg="mod">
          <ac:chgData name="陈钦霖" userId="80b7fee4-4a28-466f-b344-51c8f8303b30" providerId="ADAL" clId="{788D452B-ECAE-40CB-88BF-A708740539BE}" dt="2025-04-02T09:22:30.305" v="3360"/>
          <ac:picMkLst>
            <pc:docMk/>
            <pc:sldMk cId="1454439383" sldId="300"/>
            <ac:picMk id="14" creationId="{E3493FE8-0B74-E4BF-C943-3634BCEB3C5A}"/>
          </ac:picMkLst>
        </pc:picChg>
      </pc:sldChg>
      <pc:sldChg chg="addSp delSp modSp new mod modTransition modClrScheme modAnim chgLayout">
        <pc:chgData name="陈钦霖" userId="80b7fee4-4a28-466f-b344-51c8f8303b30" providerId="ADAL" clId="{788D452B-ECAE-40CB-88BF-A708740539BE}" dt="2025-04-11T07:23:27.826" v="7396"/>
        <pc:sldMkLst>
          <pc:docMk/>
          <pc:sldMk cId="3414145233" sldId="301"/>
        </pc:sldMkLst>
        <pc:spChg chg="mod ord">
          <ac:chgData name="陈钦霖" userId="80b7fee4-4a28-466f-b344-51c8f8303b30" providerId="ADAL" clId="{788D452B-ECAE-40CB-88BF-A708740539BE}" dt="2025-03-31T11:42:05.123" v="69" actId="700"/>
          <ac:spMkLst>
            <pc:docMk/>
            <pc:sldMk cId="3414145233" sldId="301"/>
            <ac:spMk id="3" creationId="{742ABAFF-EF34-285D-F20C-746BA4EBF243}"/>
          </ac:spMkLst>
        </pc:spChg>
        <pc:spChg chg="add mod">
          <ac:chgData name="陈钦霖" userId="80b7fee4-4a28-466f-b344-51c8f8303b30" providerId="ADAL" clId="{788D452B-ECAE-40CB-88BF-A708740539BE}" dt="2025-04-02T07:09:21.455" v="2257" actId="1076"/>
          <ac:spMkLst>
            <pc:docMk/>
            <pc:sldMk cId="3414145233" sldId="301"/>
            <ac:spMk id="4" creationId="{64A5EC22-55D9-CEFB-CBCA-048E78399BCB}"/>
          </ac:spMkLst>
        </pc:spChg>
        <pc:spChg chg="add mod ord">
          <ac:chgData name="陈钦霖" userId="80b7fee4-4a28-466f-b344-51c8f8303b30" providerId="ADAL" clId="{788D452B-ECAE-40CB-88BF-A708740539BE}" dt="2025-03-31T11:43:02.156" v="114" actId="20577"/>
          <ac:spMkLst>
            <pc:docMk/>
            <pc:sldMk cId="3414145233" sldId="301"/>
            <ac:spMk id="5" creationId="{20339CF2-2698-1718-D0C1-0C793FC20D22}"/>
          </ac:spMkLst>
        </pc:spChg>
        <pc:spChg chg="mod">
          <ac:chgData name="陈钦霖" userId="80b7fee4-4a28-466f-b344-51c8f8303b30" providerId="ADAL" clId="{788D452B-ECAE-40CB-88BF-A708740539BE}" dt="2025-04-09T07:57:14.924" v="5116" actId="207"/>
          <ac:spMkLst>
            <pc:docMk/>
            <pc:sldMk cId="3414145233" sldId="301"/>
            <ac:spMk id="6" creationId="{68FAECA1-8A4B-EDCA-8F9B-09DBC3E354B4}"/>
          </ac:spMkLst>
        </pc:spChg>
        <pc:spChg chg="mod">
          <ac:chgData name="陈钦霖" userId="80b7fee4-4a28-466f-b344-51c8f8303b30" providerId="ADAL" clId="{788D452B-ECAE-40CB-88BF-A708740539BE}" dt="2025-04-02T03:42:14.245" v="1379"/>
          <ac:spMkLst>
            <pc:docMk/>
            <pc:sldMk cId="3414145233" sldId="301"/>
            <ac:spMk id="10" creationId="{131A061A-7F3F-38E0-59D5-EBFA6F4581E0}"/>
          </ac:spMkLst>
        </pc:spChg>
        <pc:grpChg chg="add mod">
          <ac:chgData name="陈钦霖" userId="80b7fee4-4a28-466f-b344-51c8f8303b30" providerId="ADAL" clId="{788D452B-ECAE-40CB-88BF-A708740539BE}" dt="2025-04-02T07:09:10.560" v="2255" actId="1076"/>
          <ac:grpSpMkLst>
            <pc:docMk/>
            <pc:sldMk cId="3414145233" sldId="301"/>
            <ac:grpSpMk id="7" creationId="{82CCA006-BC02-5E3A-77AF-82E90E6FF47E}"/>
          </ac:grpSpMkLst>
        </pc:grpChg>
        <pc:grpChg chg="mod">
          <ac:chgData name="陈钦霖" userId="80b7fee4-4a28-466f-b344-51c8f8303b30" providerId="ADAL" clId="{788D452B-ECAE-40CB-88BF-A708740539BE}" dt="2025-04-02T07:09:10.560" v="2255" actId="1076"/>
          <ac:grpSpMkLst>
            <pc:docMk/>
            <pc:sldMk cId="3414145233" sldId="301"/>
            <ac:grpSpMk id="14" creationId="{E85BA199-A76D-087B-A9CC-3D5F662C6A6B}"/>
          </ac:grpSpMkLst>
        </pc:grpChg>
        <pc:picChg chg="mod">
          <ac:chgData name="陈钦霖" userId="80b7fee4-4a28-466f-b344-51c8f8303b30" providerId="ADAL" clId="{788D452B-ECAE-40CB-88BF-A708740539BE}" dt="2025-04-02T03:42:14.245" v="1379"/>
          <ac:picMkLst>
            <pc:docMk/>
            <pc:sldMk cId="3414145233" sldId="301"/>
            <ac:picMk id="12" creationId="{20B83BDE-3270-E5A1-D0CA-B9382ABF8EEB}"/>
          </ac:picMkLst>
        </pc:picChg>
      </pc:sldChg>
      <pc:sldChg chg="addSp delSp modSp add del mod modTransition">
        <pc:chgData name="陈钦霖" userId="80b7fee4-4a28-466f-b344-51c8f8303b30" providerId="ADAL" clId="{788D452B-ECAE-40CB-88BF-A708740539BE}" dt="2025-04-02T08:25:24.754" v="2995" actId="47"/>
        <pc:sldMkLst>
          <pc:docMk/>
          <pc:sldMk cId="834400246" sldId="302"/>
        </pc:sldMkLst>
      </pc:sldChg>
      <pc:sldChg chg="modSp add del mod">
        <pc:chgData name="陈钦霖" userId="80b7fee4-4a28-466f-b344-51c8f8303b30" providerId="ADAL" clId="{788D452B-ECAE-40CB-88BF-A708740539BE}" dt="2025-04-02T08:25:23.391" v="2994" actId="47"/>
        <pc:sldMkLst>
          <pc:docMk/>
          <pc:sldMk cId="3406020419" sldId="303"/>
        </pc:sldMkLst>
      </pc:sldChg>
      <pc:sldChg chg="addSp delSp modSp add mod delAnim">
        <pc:chgData name="陈钦霖" userId="80b7fee4-4a28-466f-b344-51c8f8303b30" providerId="ADAL" clId="{788D452B-ECAE-40CB-88BF-A708740539BE}" dt="2025-03-31T12:47:52.069" v="1041" actId="1076"/>
        <pc:sldMkLst>
          <pc:docMk/>
          <pc:sldMk cId="528327882" sldId="304"/>
        </pc:sldMkLst>
        <pc:spChg chg="mod">
          <ac:chgData name="陈钦霖" userId="80b7fee4-4a28-466f-b344-51c8f8303b30" providerId="ADAL" clId="{788D452B-ECAE-40CB-88BF-A708740539BE}" dt="2025-03-31T12:39:41.960" v="745" actId="20577"/>
          <ac:spMkLst>
            <pc:docMk/>
            <pc:sldMk cId="528327882" sldId="304"/>
            <ac:spMk id="3" creationId="{5C195EA4-CEFE-4FA0-B915-42A8B4BEAA62}"/>
          </ac:spMkLst>
        </pc:spChg>
        <pc:spChg chg="add mod">
          <ac:chgData name="陈钦霖" userId="80b7fee4-4a28-466f-b344-51c8f8303b30" providerId="ADAL" clId="{788D452B-ECAE-40CB-88BF-A708740539BE}" dt="2025-03-31T12:43:33.109" v="833" actId="20577"/>
          <ac:spMkLst>
            <pc:docMk/>
            <pc:sldMk cId="528327882" sldId="304"/>
            <ac:spMk id="9" creationId="{C6EBF5E5-0BF1-2A84-8EFF-84E6F1511668}"/>
          </ac:spMkLst>
        </pc:spChg>
        <pc:spChg chg="add mod">
          <ac:chgData name="陈钦霖" userId="80b7fee4-4a28-466f-b344-51c8f8303b30" providerId="ADAL" clId="{788D452B-ECAE-40CB-88BF-A708740539BE}" dt="2025-03-31T12:47:52.069" v="1041" actId="1076"/>
          <ac:spMkLst>
            <pc:docMk/>
            <pc:sldMk cId="528327882" sldId="304"/>
            <ac:spMk id="10" creationId="{BD1F91A8-7127-F431-F5C9-6123C39A50BB}"/>
          </ac:spMkLst>
        </pc:spChg>
      </pc:sldChg>
      <pc:sldChg chg="addSp delSp modSp add mod">
        <pc:chgData name="陈钦霖" userId="80b7fee4-4a28-466f-b344-51c8f8303b30" providerId="ADAL" clId="{788D452B-ECAE-40CB-88BF-A708740539BE}" dt="2025-03-31T12:57:03.440" v="1303" actId="1076"/>
        <pc:sldMkLst>
          <pc:docMk/>
          <pc:sldMk cId="3426824455" sldId="305"/>
        </pc:sldMkLst>
        <pc:spChg chg="add mod">
          <ac:chgData name="陈钦霖" userId="80b7fee4-4a28-466f-b344-51c8f8303b30" providerId="ADAL" clId="{788D452B-ECAE-40CB-88BF-A708740539BE}" dt="2025-03-31T12:56:58.107" v="1302" actId="1076"/>
          <ac:spMkLst>
            <pc:docMk/>
            <pc:sldMk cId="3426824455" sldId="305"/>
            <ac:spMk id="2" creationId="{E79F9E19-DF6F-E137-96C9-E78257B3398F}"/>
          </ac:spMkLst>
        </pc:spChg>
        <pc:spChg chg="mod">
          <ac:chgData name="陈钦霖" userId="80b7fee4-4a28-466f-b344-51c8f8303b30" providerId="ADAL" clId="{788D452B-ECAE-40CB-88BF-A708740539BE}" dt="2025-03-31T12:54:56.438" v="1255" actId="20577"/>
          <ac:spMkLst>
            <pc:docMk/>
            <pc:sldMk cId="3426824455" sldId="305"/>
            <ac:spMk id="3" creationId="{94291D37-2CBC-9D4C-63FE-F7928E90827A}"/>
          </ac:spMkLst>
        </pc:spChg>
        <pc:spChg chg="add mod">
          <ac:chgData name="陈钦霖" userId="80b7fee4-4a28-466f-b344-51c8f8303b30" providerId="ADAL" clId="{788D452B-ECAE-40CB-88BF-A708740539BE}" dt="2025-03-31T12:57:03.440" v="1303" actId="1076"/>
          <ac:spMkLst>
            <pc:docMk/>
            <pc:sldMk cId="3426824455" sldId="305"/>
            <ac:spMk id="5" creationId="{1A64D5D1-89C4-0587-B7CE-E2B77E3489DC}"/>
          </ac:spMkLst>
        </pc:spChg>
        <pc:spChg chg="add mod">
          <ac:chgData name="陈钦霖" userId="80b7fee4-4a28-466f-b344-51c8f8303b30" providerId="ADAL" clId="{788D452B-ECAE-40CB-88BF-A708740539BE}" dt="2025-03-31T12:56:58.107" v="1302" actId="1076"/>
          <ac:spMkLst>
            <pc:docMk/>
            <pc:sldMk cId="3426824455" sldId="305"/>
            <ac:spMk id="6" creationId="{336770B5-754F-94E3-20C8-CFF46B59C193}"/>
          </ac:spMkLst>
        </pc:spChg>
        <pc:spChg chg="add mod">
          <ac:chgData name="陈钦霖" userId="80b7fee4-4a28-466f-b344-51c8f8303b30" providerId="ADAL" clId="{788D452B-ECAE-40CB-88BF-A708740539BE}" dt="2025-03-31T12:57:03.440" v="1303" actId="1076"/>
          <ac:spMkLst>
            <pc:docMk/>
            <pc:sldMk cId="3426824455" sldId="305"/>
            <ac:spMk id="7" creationId="{5F249E7E-55FC-8922-200C-784056C9324F}"/>
          </ac:spMkLst>
        </pc:spChg>
        <pc:spChg chg="mod">
          <ac:chgData name="陈钦霖" userId="80b7fee4-4a28-466f-b344-51c8f8303b30" providerId="ADAL" clId="{788D452B-ECAE-40CB-88BF-A708740539BE}" dt="2025-03-31T12:55:14.442" v="1262" actId="1076"/>
          <ac:spMkLst>
            <pc:docMk/>
            <pc:sldMk cId="3426824455" sldId="305"/>
            <ac:spMk id="10" creationId="{F14C786E-75D6-8FE8-999E-47546D1A54C1}"/>
          </ac:spMkLst>
        </pc:spChg>
      </pc:sldChg>
      <pc:sldChg chg="addSp delSp modSp mod ord">
        <pc:chgData name="陈钦霖" userId="80b7fee4-4a28-466f-b344-51c8f8303b30" providerId="ADAL" clId="{788D452B-ECAE-40CB-88BF-A708740539BE}" dt="2025-04-02T08:26:56.658" v="3008"/>
        <pc:sldMkLst>
          <pc:docMk/>
          <pc:sldMk cId="3338405079" sldId="306"/>
        </pc:sldMkLst>
        <pc:spChg chg="mod">
          <ac:chgData name="陈钦霖" userId="80b7fee4-4a28-466f-b344-51c8f8303b30" providerId="ADAL" clId="{788D452B-ECAE-40CB-88BF-A708740539BE}" dt="2025-04-02T03:33:45.949" v="1334" actId="20577"/>
          <ac:spMkLst>
            <pc:docMk/>
            <pc:sldMk cId="3338405079" sldId="306"/>
            <ac:spMk id="5" creationId="{1627D0B6-4533-C7C5-4AB0-43D55A2AB187}"/>
          </ac:spMkLst>
        </pc:spChg>
      </pc:sldChg>
      <pc:sldChg chg="modSp mod">
        <pc:chgData name="陈钦霖" userId="80b7fee4-4a28-466f-b344-51c8f8303b30" providerId="ADAL" clId="{788D452B-ECAE-40CB-88BF-A708740539BE}" dt="2025-04-02T03:33:31.275" v="1329" actId="20577"/>
        <pc:sldMkLst>
          <pc:docMk/>
          <pc:sldMk cId="1742043670" sldId="307"/>
        </pc:sldMkLst>
        <pc:spChg chg="mod">
          <ac:chgData name="陈钦霖" userId="80b7fee4-4a28-466f-b344-51c8f8303b30" providerId="ADAL" clId="{788D452B-ECAE-40CB-88BF-A708740539BE}" dt="2025-04-02T03:33:31.275" v="1329" actId="20577"/>
          <ac:spMkLst>
            <pc:docMk/>
            <pc:sldMk cId="1742043670" sldId="307"/>
            <ac:spMk id="5" creationId="{E45072F4-3502-7CA4-5A1E-2F344BADD785}"/>
          </ac:spMkLst>
        </pc:spChg>
      </pc:sldChg>
      <pc:sldChg chg="addSp delSp modSp del mod delAnim modAnim">
        <pc:chgData name="陈钦霖" userId="80b7fee4-4a28-466f-b344-51c8f8303b30" providerId="ADAL" clId="{788D452B-ECAE-40CB-88BF-A708740539BE}" dt="2025-04-02T09:02:50.736" v="3205" actId="47"/>
        <pc:sldMkLst>
          <pc:docMk/>
          <pc:sldMk cId="977449247" sldId="311"/>
        </pc:sldMkLst>
      </pc:sldChg>
      <pc:sldChg chg="addSp delSp modSp mod ord modAnim">
        <pc:chgData name="陈钦霖" userId="80b7fee4-4a28-466f-b344-51c8f8303b30" providerId="ADAL" clId="{788D452B-ECAE-40CB-88BF-A708740539BE}" dt="2025-04-02T09:13:56.346" v="3266" actId="207"/>
        <pc:sldMkLst>
          <pc:docMk/>
          <pc:sldMk cId="2298063495" sldId="314"/>
        </pc:sldMkLst>
        <pc:spChg chg="add del mod">
          <ac:chgData name="陈钦霖" userId="80b7fee4-4a28-466f-b344-51c8f8303b30" providerId="ADAL" clId="{788D452B-ECAE-40CB-88BF-A708740539BE}" dt="2025-04-02T07:46:02.568" v="2662" actId="1076"/>
          <ac:spMkLst>
            <pc:docMk/>
            <pc:sldMk cId="2298063495" sldId="314"/>
            <ac:spMk id="4" creationId="{6AEB1CF6-BA33-0FFB-B14A-126082751A37}"/>
          </ac:spMkLst>
        </pc:spChg>
        <pc:spChg chg="mod">
          <ac:chgData name="陈钦霖" userId="80b7fee4-4a28-466f-b344-51c8f8303b30" providerId="ADAL" clId="{788D452B-ECAE-40CB-88BF-A708740539BE}" dt="2025-04-02T04:21:45.613" v="1986" actId="1076"/>
          <ac:spMkLst>
            <pc:docMk/>
            <pc:sldMk cId="2298063495" sldId="314"/>
            <ac:spMk id="5" creationId="{FA1E9C36-A68B-803A-EC0F-3FBD57869252}"/>
          </ac:spMkLst>
        </pc:spChg>
        <pc:spChg chg="mod">
          <ac:chgData name="陈钦霖" userId="80b7fee4-4a28-466f-b344-51c8f8303b30" providerId="ADAL" clId="{788D452B-ECAE-40CB-88BF-A708740539BE}" dt="2025-04-02T07:09:29.915" v="2260"/>
          <ac:spMkLst>
            <pc:docMk/>
            <pc:sldMk cId="2298063495" sldId="314"/>
            <ac:spMk id="16" creationId="{008C5502-0B6C-3A6D-D684-144599AE7802}"/>
          </ac:spMkLst>
        </pc:spChg>
        <pc:spChg chg="add mod">
          <ac:chgData name="陈钦霖" userId="80b7fee4-4a28-466f-b344-51c8f8303b30" providerId="ADAL" clId="{788D452B-ECAE-40CB-88BF-A708740539BE}" dt="2025-04-02T07:34:37.955" v="2514" actId="164"/>
          <ac:spMkLst>
            <pc:docMk/>
            <pc:sldMk cId="2298063495" sldId="314"/>
            <ac:spMk id="17" creationId="{6A8023D5-B3DB-CC9A-76C7-9DAEF08C632A}"/>
          </ac:spMkLst>
        </pc:spChg>
        <pc:spChg chg="mod">
          <ac:chgData name="陈钦霖" userId="80b7fee4-4a28-466f-b344-51c8f8303b30" providerId="ADAL" clId="{788D452B-ECAE-40CB-88BF-A708740539BE}" dt="2025-04-02T07:46:02.568" v="2662" actId="1076"/>
          <ac:spMkLst>
            <pc:docMk/>
            <pc:sldMk cId="2298063495" sldId="314"/>
            <ac:spMk id="19" creationId="{1ED5F165-4211-D1D0-541A-989221343C31}"/>
          </ac:spMkLst>
        </pc:spChg>
        <pc:spChg chg="mod">
          <ac:chgData name="陈钦霖" userId="80b7fee4-4a28-466f-b344-51c8f8303b30" providerId="ADAL" clId="{788D452B-ECAE-40CB-88BF-A708740539BE}" dt="2025-04-02T07:09:29.915" v="2260"/>
          <ac:spMkLst>
            <pc:docMk/>
            <pc:sldMk cId="2298063495" sldId="314"/>
            <ac:spMk id="21" creationId="{0627E6A8-D9DC-E858-B592-08C260550B94}"/>
          </ac:spMkLst>
        </pc:spChg>
        <pc:spChg chg="add mod">
          <ac:chgData name="陈钦霖" userId="80b7fee4-4a28-466f-b344-51c8f8303b30" providerId="ADAL" clId="{788D452B-ECAE-40CB-88BF-A708740539BE}" dt="2025-04-02T07:19:09.073" v="2360" actId="207"/>
          <ac:spMkLst>
            <pc:docMk/>
            <pc:sldMk cId="2298063495" sldId="314"/>
            <ac:spMk id="27" creationId="{DB71D4D6-1F33-D35E-8DAA-7256F4B108D0}"/>
          </ac:spMkLst>
        </pc:spChg>
        <pc:spChg chg="mod">
          <ac:chgData name="陈钦霖" userId="80b7fee4-4a28-466f-b344-51c8f8303b30" providerId="ADAL" clId="{788D452B-ECAE-40CB-88BF-A708740539BE}" dt="2025-04-02T07:46:02.568" v="2662" actId="1076"/>
          <ac:spMkLst>
            <pc:docMk/>
            <pc:sldMk cId="2298063495" sldId="314"/>
            <ac:spMk id="29" creationId="{98C1BB59-6B6E-732D-E6E2-AEE8232CD774}"/>
          </ac:spMkLst>
        </pc:spChg>
        <pc:spChg chg="add mod">
          <ac:chgData name="陈钦霖" userId="80b7fee4-4a28-466f-b344-51c8f8303b30" providerId="ADAL" clId="{788D452B-ECAE-40CB-88BF-A708740539BE}" dt="2025-04-02T07:19:09.073" v="2360" actId="207"/>
          <ac:spMkLst>
            <pc:docMk/>
            <pc:sldMk cId="2298063495" sldId="314"/>
            <ac:spMk id="30" creationId="{98CC43A1-5296-FFAE-1009-ECEBE5AC9FBD}"/>
          </ac:spMkLst>
        </pc:spChg>
        <pc:spChg chg="add mod">
          <ac:chgData name="陈钦霖" userId="80b7fee4-4a28-466f-b344-51c8f8303b30" providerId="ADAL" clId="{788D452B-ECAE-40CB-88BF-A708740539BE}" dt="2025-04-02T07:19:09.073" v="2360" actId="207"/>
          <ac:spMkLst>
            <pc:docMk/>
            <pc:sldMk cId="2298063495" sldId="314"/>
            <ac:spMk id="31" creationId="{E17757A6-406E-9EE5-D9C9-7A6BF55E8217}"/>
          </ac:spMkLst>
        </pc:spChg>
        <pc:spChg chg="add mod">
          <ac:chgData name="陈钦霖" userId="80b7fee4-4a28-466f-b344-51c8f8303b30" providerId="ADAL" clId="{788D452B-ECAE-40CB-88BF-A708740539BE}" dt="2025-04-02T07:19:09.073" v="2360" actId="207"/>
          <ac:spMkLst>
            <pc:docMk/>
            <pc:sldMk cId="2298063495" sldId="314"/>
            <ac:spMk id="32" creationId="{1F512531-078E-2341-61FD-A9BB0C1CA166}"/>
          </ac:spMkLst>
        </pc:spChg>
        <pc:spChg chg="add mod">
          <ac:chgData name="陈钦霖" userId="80b7fee4-4a28-466f-b344-51c8f8303b30" providerId="ADAL" clId="{788D452B-ECAE-40CB-88BF-A708740539BE}" dt="2025-04-02T07:19:09.073" v="2360" actId="207"/>
          <ac:spMkLst>
            <pc:docMk/>
            <pc:sldMk cId="2298063495" sldId="314"/>
            <ac:spMk id="33" creationId="{0D251726-82ED-8D05-502F-8CEDC1493368}"/>
          </ac:spMkLst>
        </pc:spChg>
        <pc:spChg chg="mod">
          <ac:chgData name="陈钦霖" userId="80b7fee4-4a28-466f-b344-51c8f8303b30" providerId="ADAL" clId="{788D452B-ECAE-40CB-88BF-A708740539BE}" dt="2025-04-02T07:46:02.568" v="2662" actId="1076"/>
          <ac:spMkLst>
            <pc:docMk/>
            <pc:sldMk cId="2298063495" sldId="314"/>
            <ac:spMk id="45" creationId="{B701ECA2-5B28-719C-72CB-BB34BE04C870}"/>
          </ac:spMkLst>
        </pc:spChg>
        <pc:spChg chg="mod">
          <ac:chgData name="陈钦霖" userId="80b7fee4-4a28-466f-b344-51c8f8303b30" providerId="ADAL" clId="{788D452B-ECAE-40CB-88BF-A708740539BE}" dt="2025-04-02T07:46:02.568" v="2662" actId="1076"/>
          <ac:spMkLst>
            <pc:docMk/>
            <pc:sldMk cId="2298063495" sldId="314"/>
            <ac:spMk id="46" creationId="{AE38AFDB-AA74-A75D-5100-586F22880EF4}"/>
          </ac:spMkLst>
        </pc:spChg>
        <pc:spChg chg="mod">
          <ac:chgData name="陈钦霖" userId="80b7fee4-4a28-466f-b344-51c8f8303b30" providerId="ADAL" clId="{788D452B-ECAE-40CB-88BF-A708740539BE}" dt="2025-04-02T07:46:02.568" v="2662" actId="1076"/>
          <ac:spMkLst>
            <pc:docMk/>
            <pc:sldMk cId="2298063495" sldId="314"/>
            <ac:spMk id="47" creationId="{BB80AFA6-14E4-A938-483E-54538B4271C3}"/>
          </ac:spMkLst>
        </pc:spChg>
        <pc:spChg chg="mod">
          <ac:chgData name="陈钦霖" userId="80b7fee4-4a28-466f-b344-51c8f8303b30" providerId="ADAL" clId="{788D452B-ECAE-40CB-88BF-A708740539BE}" dt="2025-04-02T07:46:02.568" v="2662" actId="1076"/>
          <ac:spMkLst>
            <pc:docMk/>
            <pc:sldMk cId="2298063495" sldId="314"/>
            <ac:spMk id="48" creationId="{1C38866E-8297-8346-08EB-FA8C9CE6826A}"/>
          </ac:spMkLst>
        </pc:spChg>
        <pc:spChg chg="mod">
          <ac:chgData name="陈钦霖" userId="80b7fee4-4a28-466f-b344-51c8f8303b30" providerId="ADAL" clId="{788D452B-ECAE-40CB-88BF-A708740539BE}" dt="2025-04-02T07:46:02.568" v="2662" actId="1076"/>
          <ac:spMkLst>
            <pc:docMk/>
            <pc:sldMk cId="2298063495" sldId="314"/>
            <ac:spMk id="49" creationId="{5B177E69-B7C7-36C4-FAB3-FA8440BE1EF0}"/>
          </ac:spMkLst>
        </pc:spChg>
        <pc:spChg chg="mod">
          <ac:chgData name="陈钦霖" userId="80b7fee4-4a28-466f-b344-51c8f8303b30" providerId="ADAL" clId="{788D452B-ECAE-40CB-88BF-A708740539BE}" dt="2025-04-02T07:46:02.568" v="2662" actId="1076"/>
          <ac:spMkLst>
            <pc:docMk/>
            <pc:sldMk cId="2298063495" sldId="314"/>
            <ac:spMk id="50" creationId="{0D449E90-81AD-DAD1-6369-DE67D8380D9F}"/>
          </ac:spMkLst>
        </pc:spChg>
        <pc:spChg chg="mod ord">
          <ac:chgData name="陈钦霖" userId="80b7fee4-4a28-466f-b344-51c8f8303b30" providerId="ADAL" clId="{788D452B-ECAE-40CB-88BF-A708740539BE}" dt="2025-04-02T07:18:55.160" v="2356" actId="207"/>
          <ac:spMkLst>
            <pc:docMk/>
            <pc:sldMk cId="2298063495" sldId="314"/>
            <ac:spMk id="51" creationId="{40B2CA62-E795-8C0B-CD72-DF528B91FA61}"/>
          </ac:spMkLst>
        </pc:spChg>
        <pc:spChg chg="mod ord">
          <ac:chgData name="陈钦霖" userId="80b7fee4-4a28-466f-b344-51c8f8303b30" providerId="ADAL" clId="{788D452B-ECAE-40CB-88BF-A708740539BE}" dt="2025-04-02T07:18:55.160" v="2356" actId="207"/>
          <ac:spMkLst>
            <pc:docMk/>
            <pc:sldMk cId="2298063495" sldId="314"/>
            <ac:spMk id="52" creationId="{990ADB82-EBE4-F065-62C5-E1622505FB31}"/>
          </ac:spMkLst>
        </pc:spChg>
        <pc:spChg chg="mod ord">
          <ac:chgData name="陈钦霖" userId="80b7fee4-4a28-466f-b344-51c8f8303b30" providerId="ADAL" clId="{788D452B-ECAE-40CB-88BF-A708740539BE}" dt="2025-04-02T07:18:55.160" v="2356" actId="207"/>
          <ac:spMkLst>
            <pc:docMk/>
            <pc:sldMk cId="2298063495" sldId="314"/>
            <ac:spMk id="53" creationId="{BD8AEE6F-93FE-44EC-DA1E-8F5C5D6A72CA}"/>
          </ac:spMkLst>
        </pc:spChg>
        <pc:spChg chg="mod ord">
          <ac:chgData name="陈钦霖" userId="80b7fee4-4a28-466f-b344-51c8f8303b30" providerId="ADAL" clId="{788D452B-ECAE-40CB-88BF-A708740539BE}" dt="2025-04-02T07:18:55.160" v="2356" actId="207"/>
          <ac:spMkLst>
            <pc:docMk/>
            <pc:sldMk cId="2298063495" sldId="314"/>
            <ac:spMk id="54" creationId="{E6356CA1-FEFB-C844-8A47-2040908F49D4}"/>
          </ac:spMkLst>
        </pc:spChg>
        <pc:spChg chg="mod ord">
          <ac:chgData name="陈钦霖" userId="80b7fee4-4a28-466f-b344-51c8f8303b30" providerId="ADAL" clId="{788D452B-ECAE-40CB-88BF-A708740539BE}" dt="2025-04-02T07:18:55.160" v="2356" actId="207"/>
          <ac:spMkLst>
            <pc:docMk/>
            <pc:sldMk cId="2298063495" sldId="314"/>
            <ac:spMk id="55" creationId="{5E3ECBE5-BC62-3547-B630-79DDC9F444EE}"/>
          </ac:spMkLst>
        </pc:spChg>
        <pc:spChg chg="add del mod">
          <ac:chgData name="陈钦霖" userId="80b7fee4-4a28-466f-b344-51c8f8303b30" providerId="ADAL" clId="{788D452B-ECAE-40CB-88BF-A708740539BE}" dt="2025-04-02T07:18:55.160" v="2356" actId="207"/>
          <ac:spMkLst>
            <pc:docMk/>
            <pc:sldMk cId="2298063495" sldId="314"/>
            <ac:spMk id="56" creationId="{D034393E-03DD-87F7-3130-683CCB3A0C3C}"/>
          </ac:spMkLst>
        </pc:spChg>
        <pc:spChg chg="add mod">
          <ac:chgData name="陈钦霖" userId="80b7fee4-4a28-466f-b344-51c8f8303b30" providerId="ADAL" clId="{788D452B-ECAE-40CB-88BF-A708740539BE}" dt="2025-04-02T07:34:37.955" v="2514" actId="164"/>
          <ac:spMkLst>
            <pc:docMk/>
            <pc:sldMk cId="2298063495" sldId="314"/>
            <ac:spMk id="86" creationId="{244C5965-DF6F-6306-D39C-1F6922F5C4F5}"/>
          </ac:spMkLst>
        </pc:spChg>
        <pc:spChg chg="add mod">
          <ac:chgData name="陈钦霖" userId="80b7fee4-4a28-466f-b344-51c8f8303b30" providerId="ADAL" clId="{788D452B-ECAE-40CB-88BF-A708740539BE}" dt="2025-04-02T07:34:37.955" v="2514" actId="164"/>
          <ac:spMkLst>
            <pc:docMk/>
            <pc:sldMk cId="2298063495" sldId="314"/>
            <ac:spMk id="97" creationId="{FDF40CEE-4AF6-2F10-41B2-BC916FEBA326}"/>
          </ac:spMkLst>
        </pc:spChg>
        <pc:spChg chg="add mod ord">
          <ac:chgData name="陈钦霖" userId="80b7fee4-4a28-466f-b344-51c8f8303b30" providerId="ADAL" clId="{788D452B-ECAE-40CB-88BF-A708740539BE}" dt="2025-04-02T09:13:56.346" v="3266" actId="207"/>
          <ac:spMkLst>
            <pc:docMk/>
            <pc:sldMk cId="2298063495" sldId="314"/>
            <ac:spMk id="157" creationId="{88CEDECC-BB7E-1062-F023-E23BC69F5769}"/>
          </ac:spMkLst>
        </pc:spChg>
        <pc:grpChg chg="add mod">
          <ac:chgData name="陈钦霖" userId="80b7fee4-4a28-466f-b344-51c8f8303b30" providerId="ADAL" clId="{788D452B-ECAE-40CB-88BF-A708740539BE}" dt="2025-04-02T07:46:02.568" v="2662" actId="1076"/>
          <ac:grpSpMkLst>
            <pc:docMk/>
            <pc:sldMk cId="2298063495" sldId="314"/>
            <ac:grpSpMk id="6" creationId="{24C48537-EF19-6C38-4C46-38E0603C3C30}"/>
          </ac:grpSpMkLst>
        </pc:grpChg>
        <pc:grpChg chg="add mod">
          <ac:chgData name="陈钦霖" userId="80b7fee4-4a28-466f-b344-51c8f8303b30" providerId="ADAL" clId="{788D452B-ECAE-40CB-88BF-A708740539BE}" dt="2025-04-02T07:03:43.255" v="2202" actId="164"/>
          <ac:grpSpMkLst>
            <pc:docMk/>
            <pc:sldMk cId="2298063495" sldId="314"/>
            <ac:grpSpMk id="7" creationId="{95B1E44D-32D2-D143-2DE5-8038A8A1AFCE}"/>
          </ac:grpSpMkLst>
        </pc:grpChg>
        <pc:grpChg chg="add mod">
          <ac:chgData name="陈钦霖" userId="80b7fee4-4a28-466f-b344-51c8f8303b30" providerId="ADAL" clId="{788D452B-ECAE-40CB-88BF-A708740539BE}" dt="2025-04-02T07:09:29.915" v="2260"/>
          <ac:grpSpMkLst>
            <pc:docMk/>
            <pc:sldMk cId="2298063495" sldId="314"/>
            <ac:grpSpMk id="15" creationId="{6442D95C-6C1F-C5D5-6716-799E29037016}"/>
          </ac:grpSpMkLst>
        </pc:grpChg>
        <pc:grpChg chg="add mod">
          <ac:chgData name="陈钦霖" userId="80b7fee4-4a28-466f-b344-51c8f8303b30" providerId="ADAL" clId="{788D452B-ECAE-40CB-88BF-A708740539BE}" dt="2025-04-02T07:09:29.915" v="2260"/>
          <ac:grpSpMkLst>
            <pc:docMk/>
            <pc:sldMk cId="2298063495" sldId="314"/>
            <ac:grpSpMk id="20" creationId="{C56642EC-EB36-6E9B-0015-B151FABDA899}"/>
          </ac:grpSpMkLst>
        </pc:grpChg>
        <pc:grpChg chg="add mod">
          <ac:chgData name="陈钦霖" userId="80b7fee4-4a28-466f-b344-51c8f8303b30" providerId="ADAL" clId="{788D452B-ECAE-40CB-88BF-A708740539BE}" dt="2025-04-02T07:34:44.714" v="2523" actId="1035"/>
          <ac:grpSpMkLst>
            <pc:docMk/>
            <pc:sldMk cId="2298063495" sldId="314"/>
            <ac:grpSpMk id="103" creationId="{EC3FD7AF-6D6E-7C02-26B2-9BDAD22E2868}"/>
          </ac:grpSpMkLst>
        </pc:grpChg>
        <pc:picChg chg="mod">
          <ac:chgData name="陈钦霖" userId="80b7fee4-4a28-466f-b344-51c8f8303b30" providerId="ADAL" clId="{788D452B-ECAE-40CB-88BF-A708740539BE}" dt="2025-04-02T07:09:29.915" v="2260"/>
          <ac:picMkLst>
            <pc:docMk/>
            <pc:sldMk cId="2298063495" sldId="314"/>
            <ac:picMk id="18" creationId="{026BC06B-377C-8F83-FE69-D18C5DA15296}"/>
          </ac:picMkLst>
        </pc:picChg>
        <pc:picChg chg="mod">
          <ac:chgData name="陈钦霖" userId="80b7fee4-4a28-466f-b344-51c8f8303b30" providerId="ADAL" clId="{788D452B-ECAE-40CB-88BF-A708740539BE}" dt="2025-04-02T07:09:29.915" v="2260"/>
          <ac:picMkLst>
            <pc:docMk/>
            <pc:sldMk cId="2298063495" sldId="314"/>
            <ac:picMk id="25" creationId="{1D058A66-F5FB-3480-460F-915D87F12FBF}"/>
          </ac:picMkLst>
        </pc:picChg>
        <pc:cxnChg chg="add mod">
          <ac:chgData name="陈钦霖" userId="80b7fee4-4a28-466f-b344-51c8f8303b30" providerId="ADAL" clId="{788D452B-ECAE-40CB-88BF-A708740539BE}" dt="2025-04-02T07:35:19.459" v="2533" actId="1036"/>
          <ac:cxnSpMkLst>
            <pc:docMk/>
            <pc:sldMk cId="2298063495" sldId="314"/>
            <ac:cxnSpMk id="41" creationId="{F2832185-E860-0E18-6A19-86172824D116}"/>
          </ac:cxnSpMkLst>
        </pc:cxnChg>
        <pc:cxnChg chg="add mod">
          <ac:chgData name="陈钦霖" userId="80b7fee4-4a28-466f-b344-51c8f8303b30" providerId="ADAL" clId="{788D452B-ECAE-40CB-88BF-A708740539BE}" dt="2025-04-02T07:46:15.402" v="2663" actId="14100"/>
          <ac:cxnSpMkLst>
            <pc:docMk/>
            <pc:sldMk cId="2298063495" sldId="314"/>
            <ac:cxnSpMk id="69" creationId="{994CD394-E8D8-900D-AE23-1C08A5632B2B}"/>
          </ac:cxnSpMkLst>
        </pc:cxnChg>
        <pc:cxnChg chg="add mod">
          <ac:chgData name="陈钦霖" userId="80b7fee4-4a28-466f-b344-51c8f8303b30" providerId="ADAL" clId="{788D452B-ECAE-40CB-88BF-A708740539BE}" dt="2025-04-02T07:42:41.826" v="2605" actId="14100"/>
          <ac:cxnSpMkLst>
            <pc:docMk/>
            <pc:sldMk cId="2298063495" sldId="314"/>
            <ac:cxnSpMk id="102" creationId="{38F2CCD5-D98C-D7F8-33EF-B375229AA1DD}"/>
          </ac:cxnSpMkLst>
        </pc:cxnChg>
      </pc:sldChg>
      <pc:sldChg chg="add del">
        <pc:chgData name="陈钦霖" userId="80b7fee4-4a28-466f-b344-51c8f8303b30" providerId="ADAL" clId="{788D452B-ECAE-40CB-88BF-A708740539BE}" dt="2025-04-02T07:23:55.475" v="2388" actId="47"/>
        <pc:sldMkLst>
          <pc:docMk/>
          <pc:sldMk cId="3272754988" sldId="315"/>
        </pc:sldMkLst>
      </pc:sldChg>
      <pc:sldChg chg="addSp delSp modSp add del mod ord">
        <pc:chgData name="陈钦霖" userId="80b7fee4-4a28-466f-b344-51c8f8303b30" providerId="ADAL" clId="{788D452B-ECAE-40CB-88BF-A708740539BE}" dt="2025-04-02T08:00:25.174" v="2760" actId="47"/>
        <pc:sldMkLst>
          <pc:docMk/>
          <pc:sldMk cId="455311365" sldId="316"/>
        </pc:sldMkLst>
      </pc:sldChg>
      <pc:sldChg chg="addSp delSp modSp add mod modAnim">
        <pc:chgData name="陈钦霖" userId="80b7fee4-4a28-466f-b344-51c8f8303b30" providerId="ADAL" clId="{788D452B-ECAE-40CB-88BF-A708740539BE}" dt="2025-04-02T09:22:21.709" v="3356" actId="478"/>
        <pc:sldMkLst>
          <pc:docMk/>
          <pc:sldMk cId="339572590" sldId="317"/>
        </pc:sldMkLst>
        <pc:spChg chg="mod">
          <ac:chgData name="陈钦霖" userId="80b7fee4-4a28-466f-b344-51c8f8303b30" providerId="ADAL" clId="{788D452B-ECAE-40CB-88BF-A708740539BE}" dt="2025-04-02T07:46:25.378" v="2667"/>
          <ac:spMkLst>
            <pc:docMk/>
            <pc:sldMk cId="339572590" sldId="317"/>
            <ac:spMk id="2" creationId="{B15F23CD-0B48-0DAF-38CE-73E26BF4BA80}"/>
          </ac:spMkLst>
        </pc:spChg>
        <pc:spChg chg="mod">
          <ac:chgData name="陈钦霖" userId="80b7fee4-4a28-466f-b344-51c8f8303b30" providerId="ADAL" clId="{788D452B-ECAE-40CB-88BF-A708740539BE}" dt="2025-04-02T07:48:55.824" v="2689" actId="1076"/>
          <ac:spMkLst>
            <pc:docMk/>
            <pc:sldMk cId="339572590" sldId="317"/>
            <ac:spMk id="19" creationId="{D4CECE1D-0F85-6980-1A8E-835D945EA4CB}"/>
          </ac:spMkLst>
        </pc:spChg>
        <pc:spChg chg="mod">
          <ac:chgData name="陈钦霖" userId="80b7fee4-4a28-466f-b344-51c8f8303b30" providerId="ADAL" clId="{788D452B-ECAE-40CB-88BF-A708740539BE}" dt="2025-04-02T07:48:51.680" v="2687" actId="207"/>
          <ac:spMkLst>
            <pc:docMk/>
            <pc:sldMk cId="339572590" sldId="317"/>
            <ac:spMk id="27" creationId="{1BE0DA41-B942-5850-1E50-5165AACBA33E}"/>
          </ac:spMkLst>
        </pc:spChg>
        <pc:spChg chg="mod">
          <ac:chgData name="陈钦霖" userId="80b7fee4-4a28-466f-b344-51c8f8303b30" providerId="ADAL" clId="{788D452B-ECAE-40CB-88BF-A708740539BE}" dt="2025-04-02T07:49:04.253" v="2690" actId="207"/>
          <ac:spMkLst>
            <pc:docMk/>
            <pc:sldMk cId="339572590" sldId="317"/>
            <ac:spMk id="30" creationId="{E4117CB2-3ED6-27AF-2FB2-0A1E8677B487}"/>
          </ac:spMkLst>
        </pc:spChg>
        <pc:spChg chg="mod">
          <ac:chgData name="陈钦霖" userId="80b7fee4-4a28-466f-b344-51c8f8303b30" providerId="ADAL" clId="{788D452B-ECAE-40CB-88BF-A708740539BE}" dt="2025-04-02T07:49:04.253" v="2690" actId="207"/>
          <ac:spMkLst>
            <pc:docMk/>
            <pc:sldMk cId="339572590" sldId="317"/>
            <ac:spMk id="31" creationId="{196A098C-EDE2-9880-2EBC-7265D32D3035}"/>
          </ac:spMkLst>
        </pc:spChg>
        <pc:spChg chg="mod">
          <ac:chgData name="陈钦霖" userId="80b7fee4-4a28-466f-b344-51c8f8303b30" providerId="ADAL" clId="{788D452B-ECAE-40CB-88BF-A708740539BE}" dt="2025-04-02T07:49:04.253" v="2690" actId="207"/>
          <ac:spMkLst>
            <pc:docMk/>
            <pc:sldMk cId="339572590" sldId="317"/>
            <ac:spMk id="32" creationId="{F0836071-9F00-26BA-BE26-C7EE3125EA65}"/>
          </ac:spMkLst>
        </pc:spChg>
        <pc:spChg chg="mod">
          <ac:chgData name="陈钦霖" userId="80b7fee4-4a28-466f-b344-51c8f8303b30" providerId="ADAL" clId="{788D452B-ECAE-40CB-88BF-A708740539BE}" dt="2025-04-02T07:49:04.253" v="2690" actId="207"/>
          <ac:spMkLst>
            <pc:docMk/>
            <pc:sldMk cId="339572590" sldId="317"/>
            <ac:spMk id="33" creationId="{64B50CC6-44E8-241B-22B8-ADCB986C2D10}"/>
          </ac:spMkLst>
        </pc:spChg>
        <pc:spChg chg="mod">
          <ac:chgData name="陈钦霖" userId="80b7fee4-4a28-466f-b344-51c8f8303b30" providerId="ADAL" clId="{788D452B-ECAE-40CB-88BF-A708740539BE}" dt="2025-04-02T07:48:45.460" v="2685" actId="207"/>
          <ac:spMkLst>
            <pc:docMk/>
            <pc:sldMk cId="339572590" sldId="317"/>
            <ac:spMk id="48" creationId="{95113013-32B7-5B36-CA5B-AF450FB7C0D9}"/>
          </ac:spMkLst>
        </pc:spChg>
        <pc:spChg chg="mod">
          <ac:chgData name="陈钦霖" userId="80b7fee4-4a28-466f-b344-51c8f8303b30" providerId="ADAL" clId="{788D452B-ECAE-40CB-88BF-A708740539BE}" dt="2025-04-02T07:49:11.532" v="2692" actId="207"/>
          <ac:spMkLst>
            <pc:docMk/>
            <pc:sldMk cId="339572590" sldId="317"/>
            <ac:spMk id="49" creationId="{7E175581-F8B0-308A-35E9-0ED90B8AF34B}"/>
          </ac:spMkLst>
        </pc:spChg>
        <pc:spChg chg="mod">
          <ac:chgData name="陈钦霖" userId="80b7fee4-4a28-466f-b344-51c8f8303b30" providerId="ADAL" clId="{788D452B-ECAE-40CB-88BF-A708740539BE}" dt="2025-04-02T07:48:47.450" v="2686" actId="207"/>
          <ac:spMkLst>
            <pc:docMk/>
            <pc:sldMk cId="339572590" sldId="317"/>
            <ac:spMk id="51" creationId="{BF90AA61-D123-B95B-BA18-E1677C5B6823}"/>
          </ac:spMkLst>
        </pc:spChg>
        <pc:spChg chg="mod">
          <ac:chgData name="陈钦霖" userId="80b7fee4-4a28-466f-b344-51c8f8303b30" providerId="ADAL" clId="{788D452B-ECAE-40CB-88BF-A708740539BE}" dt="2025-04-02T07:48:47.450" v="2686" actId="207"/>
          <ac:spMkLst>
            <pc:docMk/>
            <pc:sldMk cId="339572590" sldId="317"/>
            <ac:spMk id="52" creationId="{773B016E-EBBA-CA2A-2CDA-F4E73368B559}"/>
          </ac:spMkLst>
        </pc:spChg>
        <pc:spChg chg="mod">
          <ac:chgData name="陈钦霖" userId="80b7fee4-4a28-466f-b344-51c8f8303b30" providerId="ADAL" clId="{788D452B-ECAE-40CB-88BF-A708740539BE}" dt="2025-04-02T07:48:47.450" v="2686" actId="207"/>
          <ac:spMkLst>
            <pc:docMk/>
            <pc:sldMk cId="339572590" sldId="317"/>
            <ac:spMk id="53" creationId="{682FB4AF-1CBF-0654-92D4-86E81CE6BF14}"/>
          </ac:spMkLst>
        </pc:spChg>
        <pc:spChg chg="mod">
          <ac:chgData name="陈钦霖" userId="80b7fee4-4a28-466f-b344-51c8f8303b30" providerId="ADAL" clId="{788D452B-ECAE-40CB-88BF-A708740539BE}" dt="2025-04-02T07:48:47.450" v="2686" actId="207"/>
          <ac:spMkLst>
            <pc:docMk/>
            <pc:sldMk cId="339572590" sldId="317"/>
            <ac:spMk id="54" creationId="{A7219CEB-EC2B-52E6-29CE-C218684C792E}"/>
          </ac:spMkLst>
        </pc:spChg>
        <pc:spChg chg="mod">
          <ac:chgData name="陈钦霖" userId="80b7fee4-4a28-466f-b344-51c8f8303b30" providerId="ADAL" clId="{788D452B-ECAE-40CB-88BF-A708740539BE}" dt="2025-04-02T07:48:47.450" v="2686" actId="207"/>
          <ac:spMkLst>
            <pc:docMk/>
            <pc:sldMk cId="339572590" sldId="317"/>
            <ac:spMk id="55" creationId="{7AB384C3-D3F0-E1E4-83EA-B7FE746CBDDD}"/>
          </ac:spMkLst>
        </pc:spChg>
        <pc:spChg chg="mod">
          <ac:chgData name="陈钦霖" userId="80b7fee4-4a28-466f-b344-51c8f8303b30" providerId="ADAL" clId="{788D452B-ECAE-40CB-88BF-A708740539BE}" dt="2025-04-02T07:48:47.450" v="2686" actId="207"/>
          <ac:spMkLst>
            <pc:docMk/>
            <pc:sldMk cId="339572590" sldId="317"/>
            <ac:spMk id="56" creationId="{16354D05-61F9-3264-BBF6-8ECF9EAF06DC}"/>
          </ac:spMkLst>
        </pc:spChg>
        <pc:spChg chg="mod">
          <ac:chgData name="陈钦霖" userId="80b7fee4-4a28-466f-b344-51c8f8303b30" providerId="ADAL" clId="{788D452B-ECAE-40CB-88BF-A708740539BE}" dt="2025-04-02T07:46:25.378" v="2667"/>
          <ac:spMkLst>
            <pc:docMk/>
            <pc:sldMk cId="339572590" sldId="317"/>
            <ac:spMk id="63" creationId="{8A705032-64BD-AD52-428C-BB843C583F8A}"/>
          </ac:spMkLst>
        </pc:spChg>
        <pc:spChg chg="mod topLvl">
          <ac:chgData name="陈钦霖" userId="80b7fee4-4a28-466f-b344-51c8f8303b30" providerId="ADAL" clId="{788D452B-ECAE-40CB-88BF-A708740539BE}" dt="2025-04-02T09:02:04.345" v="3192" actId="165"/>
          <ac:spMkLst>
            <pc:docMk/>
            <pc:sldMk cId="339572590" sldId="317"/>
            <ac:spMk id="91" creationId="{DF466FAC-441D-2DF1-90D5-AD947772EDFB}"/>
          </ac:spMkLst>
        </pc:spChg>
        <pc:grpChg chg="add mod">
          <ac:chgData name="陈钦霖" userId="80b7fee4-4a28-466f-b344-51c8f8303b30" providerId="ADAL" clId="{788D452B-ECAE-40CB-88BF-A708740539BE}" dt="2025-04-02T07:46:25.378" v="2667"/>
          <ac:grpSpMkLst>
            <pc:docMk/>
            <pc:sldMk cId="339572590" sldId="317"/>
            <ac:grpSpMk id="64" creationId="{40144AF2-D96D-0C8F-3734-C78181F21A3B}"/>
          </ac:grpSpMkLst>
        </pc:grpChg>
        <pc:picChg chg="mod topLvl">
          <ac:chgData name="陈钦霖" userId="80b7fee4-4a28-466f-b344-51c8f8303b30" providerId="ADAL" clId="{788D452B-ECAE-40CB-88BF-A708740539BE}" dt="2025-04-02T09:02:06.652" v="3193" actId="165"/>
          <ac:picMkLst>
            <pc:docMk/>
            <pc:sldMk cId="339572590" sldId="317"/>
            <ac:picMk id="93" creationId="{667A0383-B6B2-5022-7CBC-58FCC6C7EE64}"/>
          </ac:picMkLst>
        </pc:picChg>
        <pc:picChg chg="mod topLvl">
          <ac:chgData name="陈钦霖" userId="80b7fee4-4a28-466f-b344-51c8f8303b30" providerId="ADAL" clId="{788D452B-ECAE-40CB-88BF-A708740539BE}" dt="2025-04-02T09:02:06.652" v="3193" actId="165"/>
          <ac:picMkLst>
            <pc:docMk/>
            <pc:sldMk cId="339572590" sldId="317"/>
            <ac:picMk id="94" creationId="{D57FA8C2-1D2C-2B16-E2AB-5AA03891DCA8}"/>
          </ac:picMkLst>
        </pc:picChg>
        <pc:cxnChg chg="add mod">
          <ac:chgData name="陈钦霖" userId="80b7fee4-4a28-466f-b344-51c8f8303b30" providerId="ADAL" clId="{788D452B-ECAE-40CB-88BF-A708740539BE}" dt="2025-04-02T07:50:54.132" v="2706" actId="14100"/>
          <ac:cxnSpMkLst>
            <pc:docMk/>
            <pc:sldMk cId="339572590" sldId="317"/>
            <ac:cxnSpMk id="13" creationId="{745C5BAB-DD97-008A-3012-FF221F26D789}"/>
          </ac:cxnSpMkLst>
        </pc:cxnChg>
        <pc:cxnChg chg="add mod">
          <ac:chgData name="陈钦霖" userId="80b7fee4-4a28-466f-b344-51c8f8303b30" providerId="ADAL" clId="{788D452B-ECAE-40CB-88BF-A708740539BE}" dt="2025-04-02T07:56:55.911" v="2730" actId="14100"/>
          <ac:cxnSpMkLst>
            <pc:docMk/>
            <pc:sldMk cId="339572590" sldId="317"/>
            <ac:cxnSpMk id="70" creationId="{CAFF977D-6F3C-9F8A-FCCE-A1A60F484BA0}"/>
          </ac:cxnSpMkLst>
        </pc:cxnChg>
        <pc:cxnChg chg="add mod">
          <ac:chgData name="陈钦霖" userId="80b7fee4-4a28-466f-b344-51c8f8303b30" providerId="ADAL" clId="{788D452B-ECAE-40CB-88BF-A708740539BE}" dt="2025-04-02T07:58:39.055" v="2745"/>
          <ac:cxnSpMkLst>
            <pc:docMk/>
            <pc:sldMk cId="339572590" sldId="317"/>
            <ac:cxnSpMk id="87" creationId="{BCC07B11-712A-CEAC-4656-B111E86C1BF4}"/>
          </ac:cxnSpMkLst>
        </pc:cxnChg>
      </pc:sldChg>
      <pc:sldChg chg="addSp delSp modSp add mod modAnim">
        <pc:chgData name="陈钦霖" userId="80b7fee4-4a28-466f-b344-51c8f8303b30" providerId="ADAL" clId="{788D452B-ECAE-40CB-88BF-A708740539BE}" dt="2025-04-02T09:14:00.872" v="3268"/>
        <pc:sldMkLst>
          <pc:docMk/>
          <pc:sldMk cId="1433044408" sldId="318"/>
        </pc:sldMkLst>
        <pc:spChg chg="mod">
          <ac:chgData name="陈钦霖" userId="80b7fee4-4a28-466f-b344-51c8f8303b30" providerId="ADAL" clId="{788D452B-ECAE-40CB-88BF-A708740539BE}" dt="2025-04-02T08:02:03.061" v="2767" actId="164"/>
          <ac:spMkLst>
            <pc:docMk/>
            <pc:sldMk cId="1433044408" sldId="318"/>
            <ac:spMk id="4" creationId="{EFE59FF2-B1CA-4B57-DF3C-9DB1B78D51A7}"/>
          </ac:spMkLst>
        </pc:spChg>
        <pc:spChg chg="topLvl">
          <ac:chgData name="陈钦霖" userId="80b7fee4-4a28-466f-b344-51c8f8303b30" providerId="ADAL" clId="{788D452B-ECAE-40CB-88BF-A708740539BE}" dt="2025-04-02T08:15:25.897" v="2937" actId="478"/>
          <ac:spMkLst>
            <pc:docMk/>
            <pc:sldMk cId="1433044408" sldId="318"/>
            <ac:spMk id="17" creationId="{737F3D29-82C9-81F1-6E86-E89CD486B035}"/>
          </ac:spMkLst>
        </pc:spChg>
        <pc:spChg chg="mod">
          <ac:chgData name="陈钦霖" userId="80b7fee4-4a28-466f-b344-51c8f8303b30" providerId="ADAL" clId="{788D452B-ECAE-40CB-88BF-A708740539BE}" dt="2025-04-02T08:02:03.061" v="2767" actId="164"/>
          <ac:spMkLst>
            <pc:docMk/>
            <pc:sldMk cId="1433044408" sldId="318"/>
            <ac:spMk id="19" creationId="{E3C83A5E-E073-54C9-1D45-08CA0B5BD815}"/>
          </ac:spMkLst>
        </pc:spChg>
        <pc:spChg chg="mod">
          <ac:chgData name="陈钦霖" userId="80b7fee4-4a28-466f-b344-51c8f8303b30" providerId="ADAL" clId="{788D452B-ECAE-40CB-88BF-A708740539BE}" dt="2025-04-02T08:02:03.061" v="2767" actId="164"/>
          <ac:spMkLst>
            <pc:docMk/>
            <pc:sldMk cId="1433044408" sldId="318"/>
            <ac:spMk id="29" creationId="{00A7CDA3-1F3D-1D75-1C13-D3C277A5CF1B}"/>
          </ac:spMkLst>
        </pc:spChg>
        <pc:spChg chg="mod">
          <ac:chgData name="陈钦霖" userId="80b7fee4-4a28-466f-b344-51c8f8303b30" providerId="ADAL" clId="{788D452B-ECAE-40CB-88BF-A708740539BE}" dt="2025-04-02T08:02:03.061" v="2767" actId="164"/>
          <ac:spMkLst>
            <pc:docMk/>
            <pc:sldMk cId="1433044408" sldId="318"/>
            <ac:spMk id="45" creationId="{E51E69AA-1662-2A16-726E-21E19016A52F}"/>
          </ac:spMkLst>
        </pc:spChg>
        <pc:spChg chg="mod">
          <ac:chgData name="陈钦霖" userId="80b7fee4-4a28-466f-b344-51c8f8303b30" providerId="ADAL" clId="{788D452B-ECAE-40CB-88BF-A708740539BE}" dt="2025-04-02T08:02:03.061" v="2767" actId="164"/>
          <ac:spMkLst>
            <pc:docMk/>
            <pc:sldMk cId="1433044408" sldId="318"/>
            <ac:spMk id="46" creationId="{DE37B466-BA4F-15E4-ABEC-628FE076C292}"/>
          </ac:spMkLst>
        </pc:spChg>
        <pc:spChg chg="mod">
          <ac:chgData name="陈钦霖" userId="80b7fee4-4a28-466f-b344-51c8f8303b30" providerId="ADAL" clId="{788D452B-ECAE-40CB-88BF-A708740539BE}" dt="2025-04-02T08:02:03.061" v="2767" actId="164"/>
          <ac:spMkLst>
            <pc:docMk/>
            <pc:sldMk cId="1433044408" sldId="318"/>
            <ac:spMk id="47" creationId="{FEE4D8D4-B30C-CE89-266D-043848313ED8}"/>
          </ac:spMkLst>
        </pc:spChg>
        <pc:spChg chg="mod">
          <ac:chgData name="陈钦霖" userId="80b7fee4-4a28-466f-b344-51c8f8303b30" providerId="ADAL" clId="{788D452B-ECAE-40CB-88BF-A708740539BE}" dt="2025-04-02T08:02:03.061" v="2767" actId="164"/>
          <ac:spMkLst>
            <pc:docMk/>
            <pc:sldMk cId="1433044408" sldId="318"/>
            <ac:spMk id="48" creationId="{45756B51-0066-23BA-B0E6-EA91C016053C}"/>
          </ac:spMkLst>
        </pc:spChg>
        <pc:spChg chg="mod">
          <ac:chgData name="陈钦霖" userId="80b7fee4-4a28-466f-b344-51c8f8303b30" providerId="ADAL" clId="{788D452B-ECAE-40CB-88BF-A708740539BE}" dt="2025-04-02T08:02:03.061" v="2767" actId="164"/>
          <ac:spMkLst>
            <pc:docMk/>
            <pc:sldMk cId="1433044408" sldId="318"/>
            <ac:spMk id="49" creationId="{D03492CA-58BF-F246-6C57-F8FFCCBB18D6}"/>
          </ac:spMkLst>
        </pc:spChg>
        <pc:spChg chg="mod">
          <ac:chgData name="陈钦霖" userId="80b7fee4-4a28-466f-b344-51c8f8303b30" providerId="ADAL" clId="{788D452B-ECAE-40CB-88BF-A708740539BE}" dt="2025-04-02T08:02:03.061" v="2767" actId="164"/>
          <ac:spMkLst>
            <pc:docMk/>
            <pc:sldMk cId="1433044408" sldId="318"/>
            <ac:spMk id="50" creationId="{D0ACAA9A-4B5B-5A2C-0215-6B124650A66F}"/>
          </ac:spMkLst>
        </pc:spChg>
        <pc:spChg chg="mod">
          <ac:chgData name="陈钦霖" userId="80b7fee4-4a28-466f-b344-51c8f8303b30" providerId="ADAL" clId="{788D452B-ECAE-40CB-88BF-A708740539BE}" dt="2025-04-02T09:14:00.872" v="3268"/>
          <ac:spMkLst>
            <pc:docMk/>
            <pc:sldMk cId="1433044408" sldId="318"/>
            <ac:spMk id="157" creationId="{96DC7FE9-4928-5497-A005-78C6E814A2CE}"/>
          </ac:spMkLst>
        </pc:spChg>
        <pc:grpChg chg="add mod">
          <ac:chgData name="陈钦霖" userId="80b7fee4-4a28-466f-b344-51c8f8303b30" providerId="ADAL" clId="{788D452B-ECAE-40CB-88BF-A708740539BE}" dt="2025-04-02T08:02:03.061" v="2767" actId="164"/>
          <ac:grpSpMkLst>
            <pc:docMk/>
            <pc:sldMk cId="1433044408" sldId="318"/>
            <ac:grpSpMk id="2" creationId="{814ED8A6-4B5F-AC27-BAAD-15F11AABDD68}"/>
          </ac:grpSpMkLst>
        </pc:grpChg>
      </pc:sldChg>
      <pc:sldChg chg="addSp delSp modSp add mod delAnim modAnim">
        <pc:chgData name="陈钦霖" userId="80b7fee4-4a28-466f-b344-51c8f8303b30" providerId="ADAL" clId="{788D452B-ECAE-40CB-88BF-A708740539BE}" dt="2025-04-02T09:13:45.906" v="3264" actId="207"/>
        <pc:sldMkLst>
          <pc:docMk/>
          <pc:sldMk cId="1246177043" sldId="319"/>
        </pc:sldMkLst>
        <pc:spChg chg="mod">
          <ac:chgData name="陈钦霖" userId="80b7fee4-4a28-466f-b344-51c8f8303b30" providerId="ADAL" clId="{788D452B-ECAE-40CB-88BF-A708740539BE}" dt="2025-04-02T08:59:44.041" v="3163"/>
          <ac:spMkLst>
            <pc:docMk/>
            <pc:sldMk cId="1246177043" sldId="319"/>
            <ac:spMk id="12" creationId="{3044B5F5-3BD4-5E64-BADD-D99E67BE9160}"/>
          </ac:spMkLst>
        </pc:spChg>
        <pc:spChg chg="mod">
          <ac:chgData name="陈钦霖" userId="80b7fee4-4a28-466f-b344-51c8f8303b30" providerId="ADAL" clId="{788D452B-ECAE-40CB-88BF-A708740539BE}" dt="2025-04-02T08:38:14.353" v="3016" actId="207"/>
          <ac:spMkLst>
            <pc:docMk/>
            <pc:sldMk cId="1246177043" sldId="319"/>
            <ac:spMk id="30" creationId="{8E618A8D-DB57-3A0F-A283-BDB84BDCDB27}"/>
          </ac:spMkLst>
        </pc:spChg>
        <pc:spChg chg="mod">
          <ac:chgData name="陈钦霖" userId="80b7fee4-4a28-466f-b344-51c8f8303b30" providerId="ADAL" clId="{788D452B-ECAE-40CB-88BF-A708740539BE}" dt="2025-04-02T08:39:11.839" v="3018" actId="207"/>
          <ac:spMkLst>
            <pc:docMk/>
            <pc:sldMk cId="1246177043" sldId="319"/>
            <ac:spMk id="31" creationId="{5BBB4B82-0F5C-44D3-252F-0B10A739EE62}"/>
          </ac:spMkLst>
        </pc:spChg>
        <pc:spChg chg="mod">
          <ac:chgData name="陈钦霖" userId="80b7fee4-4a28-466f-b344-51c8f8303b30" providerId="ADAL" clId="{788D452B-ECAE-40CB-88BF-A708740539BE}" dt="2025-04-02T08:04:27.071" v="2782" actId="207"/>
          <ac:spMkLst>
            <pc:docMk/>
            <pc:sldMk cId="1246177043" sldId="319"/>
            <ac:spMk id="49" creationId="{69533949-F443-EA64-0214-26B8F0D92ED3}"/>
          </ac:spMkLst>
        </pc:spChg>
        <pc:spChg chg="mod">
          <ac:chgData name="陈钦霖" userId="80b7fee4-4a28-466f-b344-51c8f8303b30" providerId="ADAL" clId="{788D452B-ECAE-40CB-88BF-A708740539BE}" dt="2025-04-02T08:36:54.616" v="3013" actId="207"/>
          <ac:spMkLst>
            <pc:docMk/>
            <pc:sldMk cId="1246177043" sldId="319"/>
            <ac:spMk id="55" creationId="{921A169B-A549-666E-5F8E-30FB4C465E05}"/>
          </ac:spMkLst>
        </pc:spChg>
        <pc:spChg chg="mod">
          <ac:chgData name="陈钦霖" userId="80b7fee4-4a28-466f-b344-51c8f8303b30" providerId="ADAL" clId="{788D452B-ECAE-40CB-88BF-A708740539BE}" dt="2025-04-02T09:13:45.906" v="3264" actId="207"/>
          <ac:spMkLst>
            <pc:docMk/>
            <pc:sldMk cId="1246177043" sldId="319"/>
            <ac:spMk id="157" creationId="{7E41BB59-0F18-BBFB-F9E4-ACF874BF9CF0}"/>
          </ac:spMkLst>
        </pc:spChg>
        <pc:grpChg chg="add mod">
          <ac:chgData name="陈钦霖" userId="80b7fee4-4a28-466f-b344-51c8f8303b30" providerId="ADAL" clId="{788D452B-ECAE-40CB-88BF-A708740539BE}" dt="2025-04-02T08:59:56.441" v="3165" actId="1035"/>
          <ac:grpSpMkLst>
            <pc:docMk/>
            <pc:sldMk cId="1246177043" sldId="319"/>
            <ac:grpSpMk id="11" creationId="{BCF8DE5B-CE90-E060-C402-A778BE7A9F75}"/>
          </ac:grpSpMkLst>
        </pc:grpChg>
        <pc:picChg chg="mod">
          <ac:chgData name="陈钦霖" userId="80b7fee4-4a28-466f-b344-51c8f8303b30" providerId="ADAL" clId="{788D452B-ECAE-40CB-88BF-A708740539BE}" dt="2025-04-02T08:59:44.041" v="3163"/>
          <ac:picMkLst>
            <pc:docMk/>
            <pc:sldMk cId="1246177043" sldId="319"/>
            <ac:picMk id="17" creationId="{990D163D-2A24-2D4C-B46E-CE6AD441A364}"/>
          </ac:picMkLst>
        </pc:picChg>
      </pc:sldChg>
      <pc:sldChg chg="addSp delSp modSp add del mod delAnim modAnim">
        <pc:chgData name="陈钦霖" userId="80b7fee4-4a28-466f-b344-51c8f8303b30" providerId="ADAL" clId="{788D452B-ECAE-40CB-88BF-A708740539BE}" dt="2025-04-02T08:08:02.711" v="2790" actId="47"/>
        <pc:sldMkLst>
          <pc:docMk/>
          <pc:sldMk cId="2227517564" sldId="320"/>
        </pc:sldMkLst>
      </pc:sldChg>
      <pc:sldChg chg="delSp modSp add del mod delAnim">
        <pc:chgData name="陈钦霖" userId="80b7fee4-4a28-466f-b344-51c8f8303b30" providerId="ADAL" clId="{788D452B-ECAE-40CB-88BF-A708740539BE}" dt="2025-04-02T08:09:05.486" v="2804" actId="47"/>
        <pc:sldMkLst>
          <pc:docMk/>
          <pc:sldMk cId="2559669879" sldId="320"/>
        </pc:sldMkLst>
      </pc:sldChg>
      <pc:sldChg chg="addSp delSp modSp add mod">
        <pc:chgData name="陈钦霖" userId="80b7fee4-4a28-466f-b344-51c8f8303b30" providerId="ADAL" clId="{788D452B-ECAE-40CB-88BF-A708740539BE}" dt="2025-04-02T09:14:03.562" v="3270"/>
        <pc:sldMkLst>
          <pc:docMk/>
          <pc:sldMk cId="4187860484" sldId="321"/>
        </pc:sldMkLst>
        <pc:spChg chg="add del mod topLvl">
          <ac:chgData name="陈钦霖" userId="80b7fee4-4a28-466f-b344-51c8f8303b30" providerId="ADAL" clId="{788D452B-ECAE-40CB-88BF-A708740539BE}" dt="2025-04-02T08:15:51.783" v="2938" actId="478"/>
          <ac:spMkLst>
            <pc:docMk/>
            <pc:sldMk cId="4187860484" sldId="321"/>
            <ac:spMk id="8" creationId="{27F207F9-D9CA-874F-52D9-FBE96D2CEFF1}"/>
          </ac:spMkLst>
        </pc:spChg>
        <pc:spChg chg="mod">
          <ac:chgData name="陈钦霖" userId="80b7fee4-4a28-466f-b344-51c8f8303b30" providerId="ADAL" clId="{788D452B-ECAE-40CB-88BF-A708740539BE}" dt="2025-04-02T09:14:03.562" v="3270"/>
          <ac:spMkLst>
            <pc:docMk/>
            <pc:sldMk cId="4187860484" sldId="321"/>
            <ac:spMk id="157" creationId="{2DA245A6-3161-9ED9-2CD5-2246D2463F5E}"/>
          </ac:spMkLst>
        </pc:spChg>
      </pc:sldChg>
      <pc:sldChg chg="addSp delSp modSp add mod delAnim modAnim">
        <pc:chgData name="陈钦霖" userId="80b7fee4-4a28-466f-b344-51c8f8303b30" providerId="ADAL" clId="{788D452B-ECAE-40CB-88BF-A708740539BE}" dt="2025-04-02T09:22:22.757" v="3357" actId="478"/>
        <pc:sldMkLst>
          <pc:docMk/>
          <pc:sldMk cId="3722697313" sldId="322"/>
        </pc:sldMkLst>
        <pc:spChg chg="mod topLvl">
          <ac:chgData name="陈钦霖" userId="80b7fee4-4a28-466f-b344-51c8f8303b30" providerId="ADAL" clId="{788D452B-ECAE-40CB-88BF-A708740539BE}" dt="2025-04-02T08:20:01.883" v="2977" actId="14100"/>
          <ac:spMkLst>
            <pc:docMk/>
            <pc:sldMk cId="3722697313" sldId="322"/>
            <ac:spMk id="2" creationId="{30854348-3BBF-B37F-E847-0516B4CE2BE3}"/>
          </ac:spMkLst>
        </pc:spChg>
        <pc:spChg chg="mod">
          <ac:chgData name="陈钦霖" userId="80b7fee4-4a28-466f-b344-51c8f8303b30" providerId="ADAL" clId="{788D452B-ECAE-40CB-88BF-A708740539BE}" dt="2025-04-02T09:01:59.359" v="3191"/>
          <ac:spMkLst>
            <pc:docMk/>
            <pc:sldMk cId="3722697313" sldId="322"/>
            <ac:spMk id="65" creationId="{15C5BFE4-97CB-348C-0D8E-CBB9B818539E}"/>
          </ac:spMkLst>
        </pc:spChg>
        <pc:grpChg chg="add mod">
          <ac:chgData name="陈钦霖" userId="80b7fee4-4a28-466f-b344-51c8f8303b30" providerId="ADAL" clId="{788D452B-ECAE-40CB-88BF-A708740539BE}" dt="2025-04-02T09:01:59.359" v="3191"/>
          <ac:grpSpMkLst>
            <pc:docMk/>
            <pc:sldMk cId="3722697313" sldId="322"/>
            <ac:grpSpMk id="61" creationId="{2C3AD08B-D460-6824-3E03-CE1EEF320A78}"/>
          </ac:grpSpMkLst>
        </pc:grpChg>
        <pc:grpChg chg="mod">
          <ac:chgData name="陈钦霖" userId="80b7fee4-4a28-466f-b344-51c8f8303b30" providerId="ADAL" clId="{788D452B-ECAE-40CB-88BF-A708740539BE}" dt="2025-04-02T09:01:59.359" v="3191"/>
          <ac:grpSpMkLst>
            <pc:docMk/>
            <pc:sldMk cId="3722697313" sldId="322"/>
            <ac:grpSpMk id="66" creationId="{55BADAE3-2749-379E-3266-4454D626D263}"/>
          </ac:grpSpMkLst>
        </pc:grpChg>
        <pc:picChg chg="mod">
          <ac:chgData name="陈钦霖" userId="80b7fee4-4a28-466f-b344-51c8f8303b30" providerId="ADAL" clId="{788D452B-ECAE-40CB-88BF-A708740539BE}" dt="2025-04-02T09:01:59.359" v="3191"/>
          <ac:picMkLst>
            <pc:docMk/>
            <pc:sldMk cId="3722697313" sldId="322"/>
            <ac:picMk id="67" creationId="{DFDB7186-E77F-C2AE-60C4-C250D60B5CE2}"/>
          </ac:picMkLst>
        </pc:picChg>
        <pc:picChg chg="mod">
          <ac:chgData name="陈钦霖" userId="80b7fee4-4a28-466f-b344-51c8f8303b30" providerId="ADAL" clId="{788D452B-ECAE-40CB-88BF-A708740539BE}" dt="2025-04-02T09:01:59.359" v="3191"/>
          <ac:picMkLst>
            <pc:docMk/>
            <pc:sldMk cId="3722697313" sldId="322"/>
            <ac:picMk id="68" creationId="{CA5C8D95-D4A1-74AC-B42C-AB9D1D1B17F2}"/>
          </ac:picMkLst>
        </pc:picChg>
        <pc:cxnChg chg="add mod">
          <ac:chgData name="陈钦霖" userId="80b7fee4-4a28-466f-b344-51c8f8303b30" providerId="ADAL" clId="{788D452B-ECAE-40CB-88BF-A708740539BE}" dt="2025-04-02T08:21:01.603" v="2982" actId="14100"/>
          <ac:cxnSpMkLst>
            <pc:docMk/>
            <pc:sldMk cId="3722697313" sldId="322"/>
            <ac:cxnSpMk id="24" creationId="{BD1CAD0A-CF61-791D-32F3-19F2CBDECB6E}"/>
          </ac:cxnSpMkLst>
        </pc:cxnChg>
      </pc:sldChg>
      <pc:sldChg chg="addSp delSp modSp add del mod modClrScheme modAnim chgLayout">
        <pc:chgData name="陈钦霖" userId="80b7fee4-4a28-466f-b344-51c8f8303b30" providerId="ADAL" clId="{788D452B-ECAE-40CB-88BF-A708740539BE}" dt="2025-04-02T09:02:48.982" v="3204" actId="47"/>
        <pc:sldMkLst>
          <pc:docMk/>
          <pc:sldMk cId="2403686037" sldId="323"/>
        </pc:sldMkLst>
      </pc:sldChg>
      <pc:sldChg chg="addSp delSp modSp add mod delAnim modAnim">
        <pc:chgData name="陈钦霖" userId="80b7fee4-4a28-466f-b344-51c8f8303b30" providerId="ADAL" clId="{788D452B-ECAE-40CB-88BF-A708740539BE}" dt="2025-04-09T07:58:31.713" v="5123" actId="207"/>
        <pc:sldMkLst>
          <pc:docMk/>
          <pc:sldMk cId="3223714920" sldId="323"/>
        </pc:sldMkLst>
        <pc:spChg chg="add mod ord">
          <ac:chgData name="陈钦霖" userId="80b7fee4-4a28-466f-b344-51c8f8303b30" providerId="ADAL" clId="{788D452B-ECAE-40CB-88BF-A708740539BE}" dt="2025-04-09T07:58:31.713" v="5123" actId="207"/>
          <ac:spMkLst>
            <pc:docMk/>
            <pc:sldMk cId="3223714920" sldId="323"/>
            <ac:spMk id="8" creationId="{DDCC57D8-9B8F-8E4B-6E2F-97B62A5798F8}"/>
          </ac:spMkLst>
        </pc:spChg>
        <pc:spChg chg="add mod">
          <ac:chgData name="陈钦霖" userId="80b7fee4-4a28-466f-b344-51c8f8303b30" providerId="ADAL" clId="{788D452B-ECAE-40CB-88BF-A708740539BE}" dt="2025-04-02T09:13:39.802" v="3262" actId="207"/>
          <ac:spMkLst>
            <pc:docMk/>
            <pc:sldMk cId="3223714920" sldId="323"/>
            <ac:spMk id="9" creationId="{F8B753CE-8CD4-4D94-AB1E-B93BE653D7A2}"/>
          </ac:spMkLst>
        </pc:spChg>
        <pc:spChg chg="add mod">
          <ac:chgData name="陈钦霖" userId="80b7fee4-4a28-466f-b344-51c8f8303b30" providerId="ADAL" clId="{788D452B-ECAE-40CB-88BF-A708740539BE}" dt="2025-04-02T09:13:05.393" v="3253"/>
          <ac:spMkLst>
            <pc:docMk/>
            <pc:sldMk cId="3223714920" sldId="323"/>
            <ac:spMk id="13" creationId="{ACEDD463-B3C1-99BE-052A-2C002634176A}"/>
          </ac:spMkLst>
        </pc:spChg>
        <pc:spChg chg="add mod">
          <ac:chgData name="陈钦霖" userId="80b7fee4-4a28-466f-b344-51c8f8303b30" providerId="ADAL" clId="{788D452B-ECAE-40CB-88BF-A708740539BE}" dt="2025-04-02T09:13:05.393" v="3253"/>
          <ac:spMkLst>
            <pc:docMk/>
            <pc:sldMk cId="3223714920" sldId="323"/>
            <ac:spMk id="14" creationId="{F511B743-F31B-EFE0-6FEF-5E4B53C11025}"/>
          </ac:spMkLst>
        </pc:spChg>
        <pc:spChg chg="add mod">
          <ac:chgData name="陈钦霖" userId="80b7fee4-4a28-466f-b344-51c8f8303b30" providerId="ADAL" clId="{788D452B-ECAE-40CB-88BF-A708740539BE}" dt="2025-04-02T09:13:05.393" v="3253"/>
          <ac:spMkLst>
            <pc:docMk/>
            <pc:sldMk cId="3223714920" sldId="323"/>
            <ac:spMk id="28" creationId="{E16AB62F-53FF-AE76-4C6F-09693F739E0F}"/>
          </ac:spMkLst>
        </pc:spChg>
        <pc:spChg chg="add mod">
          <ac:chgData name="陈钦霖" userId="80b7fee4-4a28-466f-b344-51c8f8303b30" providerId="ADAL" clId="{788D452B-ECAE-40CB-88BF-A708740539BE}" dt="2025-04-02T09:13:05.393" v="3253"/>
          <ac:spMkLst>
            <pc:docMk/>
            <pc:sldMk cId="3223714920" sldId="323"/>
            <ac:spMk id="34" creationId="{8A7602E5-83AE-4135-9BE7-8F11665B4566}"/>
          </ac:spMkLst>
        </pc:spChg>
        <pc:spChg chg="add mod">
          <ac:chgData name="陈钦霖" userId="80b7fee4-4a28-466f-b344-51c8f8303b30" providerId="ADAL" clId="{788D452B-ECAE-40CB-88BF-A708740539BE}" dt="2025-04-02T09:13:05.393" v="3253"/>
          <ac:spMkLst>
            <pc:docMk/>
            <pc:sldMk cId="3223714920" sldId="323"/>
            <ac:spMk id="35" creationId="{E75D1AE8-76FF-4F0E-73D6-2CC2B7C8AD12}"/>
          </ac:spMkLst>
        </pc:spChg>
        <pc:spChg chg="add mod">
          <ac:chgData name="陈钦霖" userId="80b7fee4-4a28-466f-b344-51c8f8303b30" providerId="ADAL" clId="{788D452B-ECAE-40CB-88BF-A708740539BE}" dt="2025-04-02T09:13:05.393" v="3253"/>
          <ac:spMkLst>
            <pc:docMk/>
            <pc:sldMk cId="3223714920" sldId="323"/>
            <ac:spMk id="36" creationId="{5CB8A4EA-1140-986D-BBB0-89E64C44AC5D}"/>
          </ac:spMkLst>
        </pc:spChg>
        <pc:spChg chg="mod">
          <ac:chgData name="陈钦霖" userId="80b7fee4-4a28-466f-b344-51c8f8303b30" providerId="ADAL" clId="{788D452B-ECAE-40CB-88BF-A708740539BE}" dt="2025-04-02T09:13:05.393" v="3253"/>
          <ac:spMkLst>
            <pc:docMk/>
            <pc:sldMk cId="3223714920" sldId="323"/>
            <ac:spMk id="40" creationId="{9DE72566-CEB2-CF8B-C778-B0FEFA75F705}"/>
          </ac:spMkLst>
        </pc:spChg>
        <pc:spChg chg="mod">
          <ac:chgData name="陈钦霖" userId="80b7fee4-4a28-466f-b344-51c8f8303b30" providerId="ADAL" clId="{788D452B-ECAE-40CB-88BF-A708740539BE}" dt="2025-04-02T09:13:05.393" v="3253"/>
          <ac:spMkLst>
            <pc:docMk/>
            <pc:sldMk cId="3223714920" sldId="323"/>
            <ac:spMk id="41" creationId="{070C86E7-C3CB-C06F-76E2-94CDED07A017}"/>
          </ac:spMkLst>
        </pc:spChg>
        <pc:spChg chg="mod">
          <ac:chgData name="陈钦霖" userId="80b7fee4-4a28-466f-b344-51c8f8303b30" providerId="ADAL" clId="{788D452B-ECAE-40CB-88BF-A708740539BE}" dt="2025-04-02T09:13:05.393" v="3253"/>
          <ac:spMkLst>
            <pc:docMk/>
            <pc:sldMk cId="3223714920" sldId="323"/>
            <ac:spMk id="42" creationId="{05E4C73E-CE63-D0E8-5B0E-44F53F4D741F}"/>
          </ac:spMkLst>
        </pc:spChg>
        <pc:spChg chg="mod">
          <ac:chgData name="陈钦霖" userId="80b7fee4-4a28-466f-b344-51c8f8303b30" providerId="ADAL" clId="{788D452B-ECAE-40CB-88BF-A708740539BE}" dt="2025-04-02T09:13:05.393" v="3253"/>
          <ac:spMkLst>
            <pc:docMk/>
            <pc:sldMk cId="3223714920" sldId="323"/>
            <ac:spMk id="44" creationId="{CCE3A997-D11F-1001-D66C-8C3974C8ACAF}"/>
          </ac:spMkLst>
        </pc:spChg>
        <pc:spChg chg="add mod">
          <ac:chgData name="陈钦霖" userId="80b7fee4-4a28-466f-b344-51c8f8303b30" providerId="ADAL" clId="{788D452B-ECAE-40CB-88BF-A708740539BE}" dt="2025-04-02T09:14:58.065" v="3280" actId="207"/>
          <ac:spMkLst>
            <pc:docMk/>
            <pc:sldMk cId="3223714920" sldId="323"/>
            <ac:spMk id="70" creationId="{67CE7BDA-E16E-D0CD-902C-5D6D0DFF6D3D}"/>
          </ac:spMkLst>
        </pc:spChg>
        <pc:spChg chg="add mod">
          <ac:chgData name="陈钦霖" userId="80b7fee4-4a28-466f-b344-51c8f8303b30" providerId="ADAL" clId="{788D452B-ECAE-40CB-88BF-A708740539BE}" dt="2025-04-02T09:20:56.197" v="3349" actId="208"/>
          <ac:spMkLst>
            <pc:docMk/>
            <pc:sldMk cId="3223714920" sldId="323"/>
            <ac:spMk id="83" creationId="{BF34B8E1-BEC2-D50B-B2A9-12450BA1B206}"/>
          </ac:spMkLst>
        </pc:spChg>
        <pc:grpChg chg="mod">
          <ac:chgData name="陈钦霖" userId="80b7fee4-4a28-466f-b344-51c8f8303b30" providerId="ADAL" clId="{788D452B-ECAE-40CB-88BF-A708740539BE}" dt="2025-04-02T09:19:03.895" v="3328" actId="1076"/>
          <ac:grpSpMkLst>
            <pc:docMk/>
            <pc:sldMk cId="3223714920" sldId="323"/>
            <ac:grpSpMk id="11" creationId="{AFB9E6E9-F20E-4222-B5E7-2387E944F1A7}"/>
          </ac:grpSpMkLst>
        </pc:grpChg>
        <pc:grpChg chg="add mod">
          <ac:chgData name="陈钦霖" userId="80b7fee4-4a28-466f-b344-51c8f8303b30" providerId="ADAL" clId="{788D452B-ECAE-40CB-88BF-A708740539BE}" dt="2025-04-02T09:20:40.692" v="3346" actId="1076"/>
          <ac:grpSpMkLst>
            <pc:docMk/>
            <pc:sldMk cId="3223714920" sldId="323"/>
            <ac:grpSpMk id="87" creationId="{FEC10A6B-CC81-6228-5703-E31B99DBB87A}"/>
          </ac:grpSpMkLst>
        </pc:grpChg>
        <pc:cxnChg chg="add mod">
          <ac:chgData name="陈钦霖" userId="80b7fee4-4a28-466f-b344-51c8f8303b30" providerId="ADAL" clId="{788D452B-ECAE-40CB-88BF-A708740539BE}" dt="2025-04-09T07:30:45.898" v="4536" actId="1038"/>
          <ac:cxnSpMkLst>
            <pc:docMk/>
            <pc:sldMk cId="3223714920" sldId="323"/>
            <ac:cxnSpMk id="75" creationId="{80E8EC47-3755-CE76-30F1-451EACACB86C}"/>
          </ac:cxnSpMkLst>
        </pc:cxnChg>
        <pc:cxnChg chg="add mod">
          <ac:chgData name="陈钦霖" userId="80b7fee4-4a28-466f-b344-51c8f8303b30" providerId="ADAL" clId="{788D452B-ECAE-40CB-88BF-A708740539BE}" dt="2025-04-02T09:20:56.197" v="3349" actId="208"/>
          <ac:cxnSpMkLst>
            <pc:docMk/>
            <pc:sldMk cId="3223714920" sldId="323"/>
            <ac:cxnSpMk id="85" creationId="{961BCD6F-0B75-E434-C36F-844966AF0ADA}"/>
          </ac:cxnSpMkLst>
        </pc:cxnChg>
      </pc:sldChg>
      <pc:sldChg chg="new del">
        <pc:chgData name="陈钦霖" userId="80b7fee4-4a28-466f-b344-51c8f8303b30" providerId="ADAL" clId="{788D452B-ECAE-40CB-88BF-A708740539BE}" dt="2025-04-02T08:26:10.997" v="3001" actId="680"/>
        <pc:sldMkLst>
          <pc:docMk/>
          <pc:sldMk cId="4160247262" sldId="323"/>
        </pc:sldMkLst>
      </pc:sldChg>
      <pc:sldChg chg="delSp modSp add mod modAnim">
        <pc:chgData name="陈钦霖" userId="80b7fee4-4a28-466f-b344-51c8f8303b30" providerId="ADAL" clId="{788D452B-ECAE-40CB-88BF-A708740539BE}" dt="2025-04-02T09:23:38.997" v="3363" actId="478"/>
        <pc:sldMkLst>
          <pc:docMk/>
          <pc:sldMk cId="2273818885" sldId="324"/>
        </pc:sldMkLst>
      </pc:sldChg>
      <pc:sldChg chg="addSp delSp modSp mod modAnim">
        <pc:chgData name="陈钦霖" userId="80b7fee4-4a28-466f-b344-51c8f8303b30" providerId="ADAL" clId="{788D452B-ECAE-40CB-88BF-A708740539BE}" dt="2025-04-09T06:24:35.559" v="3539"/>
        <pc:sldMkLst>
          <pc:docMk/>
          <pc:sldMk cId="1699682957" sldId="334"/>
        </pc:sldMkLst>
        <pc:spChg chg="add mod">
          <ac:chgData name="陈钦霖" userId="80b7fee4-4a28-466f-b344-51c8f8303b30" providerId="ADAL" clId="{788D452B-ECAE-40CB-88BF-A708740539BE}" dt="2025-04-09T06:24:25.689" v="3538" actId="14100"/>
          <ac:spMkLst>
            <pc:docMk/>
            <pc:sldMk cId="1699682957" sldId="334"/>
            <ac:spMk id="5" creationId="{A9ADBDAA-4801-3F78-20C0-E292DDB7BBA7}"/>
          </ac:spMkLst>
        </pc:spChg>
      </pc:sldChg>
      <pc:sldChg chg="modSp mod">
        <pc:chgData name="陈钦霖" userId="80b7fee4-4a28-466f-b344-51c8f8303b30" providerId="ADAL" clId="{788D452B-ECAE-40CB-88BF-A708740539BE}" dt="2025-04-09T06:25:23.776" v="3542" actId="1076"/>
        <pc:sldMkLst>
          <pc:docMk/>
          <pc:sldMk cId="2306677596" sldId="338"/>
        </pc:sldMkLst>
        <pc:spChg chg="mod">
          <ac:chgData name="陈钦霖" userId="80b7fee4-4a28-466f-b344-51c8f8303b30" providerId="ADAL" clId="{788D452B-ECAE-40CB-88BF-A708740539BE}" dt="2025-04-09T06:25:23.776" v="3542" actId="1076"/>
          <ac:spMkLst>
            <pc:docMk/>
            <pc:sldMk cId="2306677596" sldId="338"/>
            <ac:spMk id="15" creationId="{305844B6-2653-D39A-8030-43AFC7086DDA}"/>
          </ac:spMkLst>
        </pc:spChg>
      </pc:sldChg>
      <pc:sldChg chg="addSp delSp modSp mod modTransition modAnim">
        <pc:chgData name="陈钦霖" userId="80b7fee4-4a28-466f-b344-51c8f8303b30" providerId="ADAL" clId="{788D452B-ECAE-40CB-88BF-A708740539BE}" dt="2025-04-09T06:36:50.697" v="3776"/>
        <pc:sldMkLst>
          <pc:docMk/>
          <pc:sldMk cId="3315222554" sldId="339"/>
        </pc:sldMkLst>
      </pc:sldChg>
      <pc:sldChg chg="addSp modSp mod modTransition modAnim">
        <pc:chgData name="陈钦霖" userId="80b7fee4-4a28-466f-b344-51c8f8303b30" providerId="ADAL" clId="{788D452B-ECAE-40CB-88BF-A708740539BE}" dt="2025-04-09T06:46:25.360" v="3886"/>
        <pc:sldMkLst>
          <pc:docMk/>
          <pc:sldMk cId="704939017" sldId="340"/>
        </pc:sldMkLst>
        <pc:spChg chg="mod">
          <ac:chgData name="陈钦霖" userId="80b7fee4-4a28-466f-b344-51c8f8303b30" providerId="ADAL" clId="{788D452B-ECAE-40CB-88BF-A708740539BE}" dt="2025-04-09T06:33:24.362" v="3694" actId="207"/>
          <ac:spMkLst>
            <pc:docMk/>
            <pc:sldMk cId="704939017" sldId="340"/>
            <ac:spMk id="2" creationId="{0F2A3589-E278-9DBC-21A7-68AF81BCEFB7}"/>
          </ac:spMkLst>
        </pc:spChg>
        <pc:spChg chg="add mod">
          <ac:chgData name="陈钦霖" userId="80b7fee4-4a28-466f-b344-51c8f8303b30" providerId="ADAL" clId="{788D452B-ECAE-40CB-88BF-A708740539BE}" dt="2025-04-09T06:46:08.306" v="3885" actId="1076"/>
          <ac:spMkLst>
            <pc:docMk/>
            <pc:sldMk cId="704939017" sldId="340"/>
            <ac:spMk id="3" creationId="{C084F18B-CA7C-5C20-B981-5E62E715509F}"/>
          </ac:spMkLst>
        </pc:spChg>
      </pc:sldChg>
      <pc:sldChg chg="addSp delSp modSp mod modTransition delAnim modAnim">
        <pc:chgData name="陈钦霖" userId="80b7fee4-4a28-466f-b344-51c8f8303b30" providerId="ADAL" clId="{788D452B-ECAE-40CB-88BF-A708740539BE}" dt="2025-04-11T07:28:47.585" v="7421" actId="14100"/>
        <pc:sldMkLst>
          <pc:docMk/>
          <pc:sldMk cId="3217296085" sldId="341"/>
        </pc:sldMkLst>
        <pc:spChg chg="mod ord">
          <ac:chgData name="陈钦霖" userId="80b7fee4-4a28-466f-b344-51c8f8303b30" providerId="ADAL" clId="{788D452B-ECAE-40CB-88BF-A708740539BE}" dt="2025-04-09T07:40:14.495" v="4747" actId="1076"/>
          <ac:spMkLst>
            <pc:docMk/>
            <pc:sldMk cId="3217296085" sldId="341"/>
            <ac:spMk id="3" creationId="{9A0A527D-7787-ABA9-B6DD-2A90B5FC52A6}"/>
          </ac:spMkLst>
        </pc:spChg>
        <pc:spChg chg="add mod">
          <ac:chgData name="陈钦霖" userId="80b7fee4-4a28-466f-b344-51c8f8303b30" providerId="ADAL" clId="{788D452B-ECAE-40CB-88BF-A708740539BE}" dt="2025-04-11T07:28:47.585" v="7421" actId="14100"/>
          <ac:spMkLst>
            <pc:docMk/>
            <pc:sldMk cId="3217296085" sldId="341"/>
            <ac:spMk id="7" creationId="{BB984672-A6CB-263B-417F-4448DC124FC0}"/>
          </ac:spMkLst>
        </pc:spChg>
      </pc:sldChg>
      <pc:sldChg chg="delSp modSp add mod modTransition modAnim">
        <pc:chgData name="陈钦霖" userId="80b7fee4-4a28-466f-b344-51c8f8303b30" providerId="ADAL" clId="{788D452B-ECAE-40CB-88BF-A708740539BE}" dt="2025-04-09T08:17:37.081" v="5452" actId="207"/>
        <pc:sldMkLst>
          <pc:docMk/>
          <pc:sldMk cId="2852894591" sldId="342"/>
        </pc:sldMkLst>
      </pc:sldChg>
      <pc:sldChg chg="addSp modSp add mod modTransition modAnim">
        <pc:chgData name="陈钦霖" userId="80b7fee4-4a28-466f-b344-51c8f8303b30" providerId="ADAL" clId="{788D452B-ECAE-40CB-88BF-A708740539BE}" dt="2025-04-09T06:56:24.341" v="4266"/>
        <pc:sldMkLst>
          <pc:docMk/>
          <pc:sldMk cId="3485822057" sldId="343"/>
        </pc:sldMkLst>
        <pc:spChg chg="mod">
          <ac:chgData name="陈钦霖" userId="80b7fee4-4a28-466f-b344-51c8f8303b30" providerId="ADAL" clId="{788D452B-ECAE-40CB-88BF-A708740539BE}" dt="2025-04-09T06:47:19.173" v="3934" actId="207"/>
          <ac:spMkLst>
            <pc:docMk/>
            <pc:sldMk cId="3485822057" sldId="343"/>
            <ac:spMk id="2" creationId="{68EF2061-D01C-272B-1DA4-AAEEBB519BB2}"/>
          </ac:spMkLst>
        </pc:spChg>
        <pc:spChg chg="mod">
          <ac:chgData name="陈钦霖" userId="80b7fee4-4a28-466f-b344-51c8f8303b30" providerId="ADAL" clId="{788D452B-ECAE-40CB-88BF-A708740539BE}" dt="2025-04-09T06:49:57.551" v="4076" actId="14100"/>
          <ac:spMkLst>
            <pc:docMk/>
            <pc:sldMk cId="3485822057" sldId="343"/>
            <ac:spMk id="3" creationId="{92E24C92-5C89-3F11-D154-28FA06385997}"/>
          </ac:spMkLst>
        </pc:spChg>
        <pc:spChg chg="add mod">
          <ac:chgData name="陈钦霖" userId="80b7fee4-4a28-466f-b344-51c8f8303b30" providerId="ADAL" clId="{788D452B-ECAE-40CB-88BF-A708740539BE}" dt="2025-04-09T06:51:14.670" v="4079" actId="1076"/>
          <ac:spMkLst>
            <pc:docMk/>
            <pc:sldMk cId="3485822057" sldId="343"/>
            <ac:spMk id="6" creationId="{7343B4D0-C407-D4C2-88AA-1EE00F68DAE9}"/>
          </ac:spMkLst>
        </pc:spChg>
        <pc:spChg chg="add mod">
          <ac:chgData name="陈钦霖" userId="80b7fee4-4a28-466f-b344-51c8f8303b30" providerId="ADAL" clId="{788D452B-ECAE-40CB-88BF-A708740539BE}" dt="2025-04-09T06:54:38.017" v="4212" actId="1076"/>
          <ac:spMkLst>
            <pc:docMk/>
            <pc:sldMk cId="3485822057" sldId="343"/>
            <ac:spMk id="7" creationId="{61792070-F3E1-3503-D7AB-AC7BC0E59B41}"/>
          </ac:spMkLst>
        </pc:spChg>
        <pc:spChg chg="add mod">
          <ac:chgData name="陈钦霖" userId="80b7fee4-4a28-466f-b344-51c8f8303b30" providerId="ADAL" clId="{788D452B-ECAE-40CB-88BF-A708740539BE}" dt="2025-04-09T06:54:30.573" v="4210" actId="1076"/>
          <ac:spMkLst>
            <pc:docMk/>
            <pc:sldMk cId="3485822057" sldId="343"/>
            <ac:spMk id="8" creationId="{6C4AC588-F962-9491-FC08-0FB48777C61F}"/>
          </ac:spMkLst>
        </pc:spChg>
        <pc:spChg chg="add mod">
          <ac:chgData name="陈钦霖" userId="80b7fee4-4a28-466f-b344-51c8f8303b30" providerId="ADAL" clId="{788D452B-ECAE-40CB-88BF-A708740539BE}" dt="2025-04-09T06:54:32.973" v="4211" actId="1076"/>
          <ac:spMkLst>
            <pc:docMk/>
            <pc:sldMk cId="3485822057" sldId="343"/>
            <ac:spMk id="9" creationId="{56E8BB90-B663-8FEC-29AD-4C4EF3D1446F}"/>
          </ac:spMkLst>
        </pc:spChg>
        <pc:spChg chg="add mod">
          <ac:chgData name="陈钦霖" userId="80b7fee4-4a28-466f-b344-51c8f8303b30" providerId="ADAL" clId="{788D452B-ECAE-40CB-88BF-A708740539BE}" dt="2025-04-09T06:54:40.803" v="4213" actId="1076"/>
          <ac:spMkLst>
            <pc:docMk/>
            <pc:sldMk cId="3485822057" sldId="343"/>
            <ac:spMk id="10" creationId="{498E74CB-4844-6EEA-FC32-94E79DA2C3C2}"/>
          </ac:spMkLst>
        </pc:spChg>
        <pc:spChg chg="add mod">
          <ac:chgData name="陈钦霖" userId="80b7fee4-4a28-466f-b344-51c8f8303b30" providerId="ADAL" clId="{788D452B-ECAE-40CB-88BF-A708740539BE}" dt="2025-04-09T06:56:21.728" v="4265" actId="1076"/>
          <ac:spMkLst>
            <pc:docMk/>
            <pc:sldMk cId="3485822057" sldId="343"/>
            <ac:spMk id="11" creationId="{C8859B3F-8928-75CD-0530-718DC748F4C7}"/>
          </ac:spMkLst>
        </pc:spChg>
        <pc:spChg chg="mod">
          <ac:chgData name="陈钦霖" userId="80b7fee4-4a28-466f-b344-51c8f8303b30" providerId="ADAL" clId="{788D452B-ECAE-40CB-88BF-A708740539BE}" dt="2025-04-09T06:55:13.648" v="4222"/>
          <ac:spMkLst>
            <pc:docMk/>
            <pc:sldMk cId="3485822057" sldId="343"/>
            <ac:spMk id="30" creationId="{E7EA4F6A-9439-5137-00EE-E8199F06C7F3}"/>
          </ac:spMkLst>
        </pc:spChg>
      </pc:sldChg>
      <pc:sldChg chg="addSp delSp modSp add mod modTransition modAnim">
        <pc:chgData name="陈钦霖" userId="80b7fee4-4a28-466f-b344-51c8f8303b30" providerId="ADAL" clId="{788D452B-ECAE-40CB-88BF-A708740539BE}" dt="2025-04-11T08:13:07.548" v="8112" actId="14100"/>
        <pc:sldMkLst>
          <pc:docMk/>
          <pc:sldMk cId="2414350527" sldId="344"/>
        </pc:sldMkLst>
        <pc:spChg chg="mod ord">
          <ac:chgData name="陈钦霖" userId="80b7fee4-4a28-466f-b344-51c8f8303b30" providerId="ADAL" clId="{788D452B-ECAE-40CB-88BF-A708740539BE}" dt="2025-04-11T08:12:32.261" v="8104" actId="1035"/>
          <ac:spMkLst>
            <pc:docMk/>
            <pc:sldMk cId="2414350527" sldId="344"/>
            <ac:spMk id="3" creationId="{EE99EBBA-B4A6-C7FD-3BC2-EB856AD9070F}"/>
          </ac:spMkLst>
        </pc:spChg>
        <pc:spChg chg="add mod">
          <ac:chgData name="陈钦霖" userId="80b7fee4-4a28-466f-b344-51c8f8303b30" providerId="ADAL" clId="{788D452B-ECAE-40CB-88BF-A708740539BE}" dt="2025-04-11T08:13:07.548" v="8112" actId="14100"/>
          <ac:spMkLst>
            <pc:docMk/>
            <pc:sldMk cId="2414350527" sldId="344"/>
            <ac:spMk id="6" creationId="{A31E33D6-7674-64D4-9A30-9A2795D64035}"/>
          </ac:spMkLst>
        </pc:spChg>
        <pc:spChg chg="mod">
          <ac:chgData name="陈钦霖" userId="80b7fee4-4a28-466f-b344-51c8f8303b30" providerId="ADAL" clId="{788D452B-ECAE-40CB-88BF-A708740539BE}" dt="2025-04-11T07:53:54.500" v="7828" actId="13926"/>
          <ac:spMkLst>
            <pc:docMk/>
            <pc:sldMk cId="2414350527" sldId="344"/>
            <ac:spMk id="7" creationId="{1BD7E220-9685-A936-B75E-BA0A66F2E4BE}"/>
          </ac:spMkLst>
        </pc:spChg>
      </pc:sldChg>
      <pc:sldChg chg="addSp delSp modSp add del mod">
        <pc:chgData name="陈钦霖" userId="80b7fee4-4a28-466f-b344-51c8f8303b30" providerId="ADAL" clId="{788D452B-ECAE-40CB-88BF-A708740539BE}" dt="2025-04-09T08:27:40.533" v="5641" actId="47"/>
        <pc:sldMkLst>
          <pc:docMk/>
          <pc:sldMk cId="2053981770" sldId="345"/>
        </pc:sldMkLst>
      </pc:sldChg>
      <pc:sldChg chg="addSp delSp modSp add mod modTransition delAnim modAnim">
        <pc:chgData name="陈钦霖" userId="80b7fee4-4a28-466f-b344-51c8f8303b30" providerId="ADAL" clId="{788D452B-ECAE-40CB-88BF-A708740539BE}" dt="2025-04-11T08:48:51.527" v="8723"/>
        <pc:sldMkLst>
          <pc:docMk/>
          <pc:sldMk cId="1065483541" sldId="346"/>
        </pc:sldMkLst>
        <pc:spChg chg="mod">
          <ac:chgData name="陈钦霖" userId="80b7fee4-4a28-466f-b344-51c8f8303b30" providerId="ADAL" clId="{788D452B-ECAE-40CB-88BF-A708740539BE}" dt="2025-04-11T08:48:51.527" v="8723"/>
          <ac:spMkLst>
            <pc:docMk/>
            <pc:sldMk cId="1065483541" sldId="346"/>
            <ac:spMk id="7" creationId="{DF45CB33-D6E1-56B3-EDE3-1305AA31C246}"/>
          </ac:spMkLst>
        </pc:spChg>
        <pc:spChg chg="add mod">
          <ac:chgData name="陈钦霖" userId="80b7fee4-4a28-466f-b344-51c8f8303b30" providerId="ADAL" clId="{788D452B-ECAE-40CB-88BF-A708740539BE}" dt="2025-04-09T09:14:21.210" v="6461" actId="207"/>
          <ac:spMkLst>
            <pc:docMk/>
            <pc:sldMk cId="1065483541" sldId="346"/>
            <ac:spMk id="12" creationId="{8AD8D84F-38A2-C9FE-4D7C-7F2A7C2EE2FB}"/>
          </ac:spMkLst>
        </pc:spChg>
      </pc:sldChg>
      <pc:sldChg chg="addSp delSp modSp add mod modTransition delAnim modAnim">
        <pc:chgData name="陈钦霖" userId="80b7fee4-4a28-466f-b344-51c8f8303b30" providerId="ADAL" clId="{788D452B-ECAE-40CB-88BF-A708740539BE}" dt="2025-04-11T08:11:47.205" v="8084" actId="14100"/>
        <pc:sldMkLst>
          <pc:docMk/>
          <pc:sldMk cId="3142020702" sldId="347"/>
        </pc:sldMkLst>
        <pc:spChg chg="add mod">
          <ac:chgData name="陈钦霖" userId="80b7fee4-4a28-466f-b344-51c8f8303b30" providerId="ADAL" clId="{788D452B-ECAE-40CB-88BF-A708740539BE}" dt="2025-04-11T08:11:47.205" v="8084" actId="14100"/>
          <ac:spMkLst>
            <pc:docMk/>
            <pc:sldMk cId="3142020702" sldId="347"/>
            <ac:spMk id="2" creationId="{38F6B774-59D4-B0DD-EAFC-502E978390CF}"/>
          </ac:spMkLst>
        </pc:spChg>
        <pc:spChg chg="mod">
          <ac:chgData name="陈钦霖" userId="80b7fee4-4a28-466f-b344-51c8f8303b30" providerId="ADAL" clId="{788D452B-ECAE-40CB-88BF-A708740539BE}" dt="2025-04-11T07:29:02.473" v="7423" actId="14100"/>
          <ac:spMkLst>
            <pc:docMk/>
            <pc:sldMk cId="3142020702" sldId="347"/>
            <ac:spMk id="7" creationId="{71E0B82B-032E-63A2-5609-717A51CAD595}"/>
          </ac:spMkLst>
        </pc:spChg>
        <pc:spChg chg="mod ord">
          <ac:chgData name="陈钦霖" userId="80b7fee4-4a28-466f-b344-51c8f8303b30" providerId="ADAL" clId="{788D452B-ECAE-40CB-88BF-A708740539BE}" dt="2025-04-11T08:11:37.338" v="8080" actId="1076"/>
          <ac:spMkLst>
            <pc:docMk/>
            <pc:sldMk cId="3142020702" sldId="347"/>
            <ac:spMk id="9" creationId="{F82F6B92-61AC-C4DC-0BE5-5525D6F1CD74}"/>
          </ac:spMkLst>
        </pc:spChg>
      </pc:sldChg>
      <pc:sldChg chg="addSp delSp modSp add mod modTransition delAnim modAnim">
        <pc:chgData name="陈钦霖" userId="80b7fee4-4a28-466f-b344-51c8f8303b30" providerId="ADAL" clId="{788D452B-ECAE-40CB-88BF-A708740539BE}" dt="2025-04-11T07:28:42.424" v="7416" actId="14100"/>
        <pc:sldMkLst>
          <pc:docMk/>
          <pc:sldMk cId="122310706" sldId="348"/>
        </pc:sldMkLst>
        <pc:spChg chg="mod">
          <ac:chgData name="陈钦霖" userId="80b7fee4-4a28-466f-b344-51c8f8303b30" providerId="ADAL" clId="{788D452B-ECAE-40CB-88BF-A708740539BE}" dt="2025-04-11T07:28:42.424" v="7416" actId="14100"/>
          <ac:spMkLst>
            <pc:docMk/>
            <pc:sldMk cId="122310706" sldId="348"/>
            <ac:spMk id="7" creationId="{00B1A82C-1DAD-C7A0-47FC-49D39906A211}"/>
          </ac:spMkLst>
        </pc:spChg>
        <pc:spChg chg="add del mod">
          <ac:chgData name="陈钦霖" userId="80b7fee4-4a28-466f-b344-51c8f8303b30" providerId="ADAL" clId="{788D452B-ECAE-40CB-88BF-A708740539BE}" dt="2025-04-09T08:24:53.091" v="5604" actId="478"/>
          <ac:spMkLst>
            <pc:docMk/>
            <pc:sldMk cId="122310706" sldId="348"/>
            <ac:spMk id="9" creationId="{CE07EAF9-AA40-0FF3-EEC4-8E4E4BB2B300}"/>
          </ac:spMkLst>
        </pc:spChg>
      </pc:sldChg>
      <pc:sldChg chg="addSp delSp modSp add mod modTransition delAnim modAnim">
        <pc:chgData name="陈钦霖" userId="80b7fee4-4a28-466f-b344-51c8f8303b30" providerId="ADAL" clId="{788D452B-ECAE-40CB-88BF-A708740539BE}" dt="2025-04-11T08:39:50.048" v="8542" actId="478"/>
        <pc:sldMkLst>
          <pc:docMk/>
          <pc:sldMk cId="33067921" sldId="349"/>
        </pc:sldMkLst>
        <pc:spChg chg="add mod">
          <ac:chgData name="陈钦霖" userId="80b7fee4-4a28-466f-b344-51c8f8303b30" providerId="ADAL" clId="{788D452B-ECAE-40CB-88BF-A708740539BE}" dt="2025-04-11T08:36:24.518" v="8509" actId="14100"/>
          <ac:spMkLst>
            <pc:docMk/>
            <pc:sldMk cId="33067921" sldId="349"/>
            <ac:spMk id="2" creationId="{684C7D7F-D5A2-3336-5143-00AD7CC626DF}"/>
          </ac:spMkLst>
        </pc:spChg>
        <pc:spChg chg="add mod">
          <ac:chgData name="陈钦霖" userId="80b7fee4-4a28-466f-b344-51c8f8303b30" providerId="ADAL" clId="{788D452B-ECAE-40CB-88BF-A708740539BE}" dt="2025-04-09T09:14:26.485" v="6462" actId="207"/>
          <ac:spMkLst>
            <pc:docMk/>
            <pc:sldMk cId="33067921" sldId="349"/>
            <ac:spMk id="5" creationId="{590DD048-73E4-5284-3EFB-778144EE4E40}"/>
          </ac:spMkLst>
        </pc:spChg>
        <pc:spChg chg="mod">
          <ac:chgData name="陈钦霖" userId="80b7fee4-4a28-466f-b344-51c8f8303b30" providerId="ADAL" clId="{788D452B-ECAE-40CB-88BF-A708740539BE}" dt="2025-04-11T08:35:04.340" v="8492" actId="1076"/>
          <ac:spMkLst>
            <pc:docMk/>
            <pc:sldMk cId="33067921" sldId="349"/>
            <ac:spMk id="7" creationId="{CCD37102-DF04-75E9-3ECD-B0C927CA6EBD}"/>
          </ac:spMkLst>
        </pc:spChg>
        <pc:cxnChg chg="add mod">
          <ac:chgData name="陈钦霖" userId="80b7fee4-4a28-466f-b344-51c8f8303b30" providerId="ADAL" clId="{788D452B-ECAE-40CB-88BF-A708740539BE}" dt="2025-04-11T08:38:04.976" v="8524"/>
          <ac:cxnSpMkLst>
            <pc:docMk/>
            <pc:sldMk cId="33067921" sldId="349"/>
            <ac:cxnSpMk id="6" creationId="{86FF59DF-6EAE-12DA-4B7E-1BFFF75456B3}"/>
          </ac:cxnSpMkLst>
        </pc:cxnChg>
        <pc:cxnChg chg="add mod">
          <ac:chgData name="陈钦霖" userId="80b7fee4-4a28-466f-b344-51c8f8303b30" providerId="ADAL" clId="{788D452B-ECAE-40CB-88BF-A708740539BE}" dt="2025-04-11T08:38:06.030" v="8525" actId="108"/>
          <ac:cxnSpMkLst>
            <pc:docMk/>
            <pc:sldMk cId="33067921" sldId="349"/>
            <ac:cxnSpMk id="9" creationId="{117586E0-4A16-238E-F523-AE617F7F0815}"/>
          </ac:cxnSpMkLst>
        </pc:cxnChg>
        <pc:cxnChg chg="add mod">
          <ac:chgData name="陈钦霖" userId="80b7fee4-4a28-466f-b344-51c8f8303b30" providerId="ADAL" clId="{788D452B-ECAE-40CB-88BF-A708740539BE}" dt="2025-04-11T08:38:10.309" v="8527" actId="14100"/>
          <ac:cxnSpMkLst>
            <pc:docMk/>
            <pc:sldMk cId="33067921" sldId="349"/>
            <ac:cxnSpMk id="11" creationId="{3E935FAD-38AF-40E9-83EF-4F165169A569}"/>
          </ac:cxnSpMkLst>
        </pc:cxnChg>
      </pc:sldChg>
      <pc:sldChg chg="modSp add mod modTransition">
        <pc:chgData name="陈钦霖" userId="80b7fee4-4a28-466f-b344-51c8f8303b30" providerId="ADAL" clId="{788D452B-ECAE-40CB-88BF-A708740539BE}" dt="2025-04-11T08:42:15.320" v="8588" actId="20577"/>
        <pc:sldMkLst>
          <pc:docMk/>
          <pc:sldMk cId="2394495218" sldId="350"/>
        </pc:sldMkLst>
        <pc:spChg chg="mod">
          <ac:chgData name="陈钦霖" userId="80b7fee4-4a28-466f-b344-51c8f8303b30" providerId="ADAL" clId="{788D452B-ECAE-40CB-88BF-A708740539BE}" dt="2025-04-09T09:14:30.658" v="6463" actId="207"/>
          <ac:spMkLst>
            <pc:docMk/>
            <pc:sldMk cId="2394495218" sldId="350"/>
            <ac:spMk id="5" creationId="{FAA3D92E-C09B-D8E5-832F-CD39DCDD7B0E}"/>
          </ac:spMkLst>
        </pc:spChg>
        <pc:spChg chg="mod">
          <ac:chgData name="陈钦霖" userId="80b7fee4-4a28-466f-b344-51c8f8303b30" providerId="ADAL" clId="{788D452B-ECAE-40CB-88BF-A708740539BE}" dt="2025-04-11T08:42:15.320" v="8588" actId="20577"/>
          <ac:spMkLst>
            <pc:docMk/>
            <pc:sldMk cId="2394495218" sldId="350"/>
            <ac:spMk id="7" creationId="{CD01A697-F2BB-D6AF-0E48-836373D623DD}"/>
          </ac:spMkLst>
        </pc:spChg>
      </pc:sldChg>
      <pc:sldChg chg="modSp add mod modTransition">
        <pc:chgData name="陈钦霖" userId="80b7fee4-4a28-466f-b344-51c8f8303b30" providerId="ADAL" clId="{788D452B-ECAE-40CB-88BF-A708740539BE}" dt="2025-04-11T08:20:14.139" v="8261" actId="20577"/>
        <pc:sldMkLst>
          <pc:docMk/>
          <pc:sldMk cId="1684022049" sldId="351"/>
        </pc:sldMkLst>
        <pc:spChg chg="mod">
          <ac:chgData name="陈钦霖" userId="80b7fee4-4a28-466f-b344-51c8f8303b30" providerId="ADAL" clId="{788D452B-ECAE-40CB-88BF-A708740539BE}" dt="2025-04-09T09:14:46.359" v="6467" actId="207"/>
          <ac:spMkLst>
            <pc:docMk/>
            <pc:sldMk cId="1684022049" sldId="351"/>
            <ac:spMk id="5" creationId="{F8A87C05-E90A-9325-157B-DE344DDBDD4D}"/>
          </ac:spMkLst>
        </pc:spChg>
        <pc:spChg chg="mod">
          <ac:chgData name="陈钦霖" userId="80b7fee4-4a28-466f-b344-51c8f8303b30" providerId="ADAL" clId="{788D452B-ECAE-40CB-88BF-A708740539BE}" dt="2025-04-11T08:20:14.139" v="8261" actId="20577"/>
          <ac:spMkLst>
            <pc:docMk/>
            <pc:sldMk cId="1684022049" sldId="351"/>
            <ac:spMk id="7" creationId="{27583222-BBC2-A253-90C0-5C86FECC1D94}"/>
          </ac:spMkLst>
        </pc:spChg>
      </pc:sldChg>
      <pc:sldChg chg="addSp delSp modSp add mod modTransition modAnim">
        <pc:chgData name="陈钦霖" userId="80b7fee4-4a28-466f-b344-51c8f8303b30" providerId="ADAL" clId="{788D452B-ECAE-40CB-88BF-A708740539BE}" dt="2025-04-11T09:36:23.986" v="9528" actId="20577"/>
        <pc:sldMkLst>
          <pc:docMk/>
          <pc:sldMk cId="3811512466" sldId="352"/>
        </pc:sldMkLst>
        <pc:spChg chg="add mod">
          <ac:chgData name="陈钦霖" userId="80b7fee4-4a28-466f-b344-51c8f8303b30" providerId="ADAL" clId="{788D452B-ECAE-40CB-88BF-A708740539BE}" dt="2025-04-11T09:36:23.986" v="9528" actId="20577"/>
          <ac:spMkLst>
            <pc:docMk/>
            <pc:sldMk cId="3811512466" sldId="352"/>
            <ac:spMk id="2" creationId="{6FA1167C-A784-6179-2958-BEAEB853EAC8}"/>
          </ac:spMkLst>
        </pc:spChg>
        <pc:spChg chg="mod">
          <ac:chgData name="陈钦霖" userId="80b7fee4-4a28-466f-b344-51c8f8303b30" providerId="ADAL" clId="{788D452B-ECAE-40CB-88BF-A708740539BE}" dt="2025-04-09T09:14:49.534" v="6468" actId="207"/>
          <ac:spMkLst>
            <pc:docMk/>
            <pc:sldMk cId="3811512466" sldId="352"/>
            <ac:spMk id="5" creationId="{D65E1D70-3CA9-0527-87BA-E35DE1862CEC}"/>
          </ac:spMkLst>
        </pc:spChg>
        <pc:spChg chg="add mod">
          <ac:chgData name="陈钦霖" userId="80b7fee4-4a28-466f-b344-51c8f8303b30" providerId="ADAL" clId="{788D452B-ECAE-40CB-88BF-A708740539BE}" dt="2025-04-11T09:29:20.784" v="9371" actId="1076"/>
          <ac:spMkLst>
            <pc:docMk/>
            <pc:sldMk cId="3811512466" sldId="352"/>
            <ac:spMk id="6" creationId="{B0DB9140-755B-BC67-2CB1-ED79C426ACA0}"/>
          </ac:spMkLst>
        </pc:spChg>
        <pc:spChg chg="mod">
          <ac:chgData name="陈钦霖" userId="80b7fee4-4a28-466f-b344-51c8f8303b30" providerId="ADAL" clId="{788D452B-ECAE-40CB-88BF-A708740539BE}" dt="2025-04-11T08:46:01.895" v="8646"/>
          <ac:spMkLst>
            <pc:docMk/>
            <pc:sldMk cId="3811512466" sldId="352"/>
            <ac:spMk id="7" creationId="{C897E918-7F04-D1C8-AD76-0BB20B6EFE26}"/>
          </ac:spMkLst>
        </pc:spChg>
        <pc:spChg chg="add mod">
          <ac:chgData name="陈钦霖" userId="80b7fee4-4a28-466f-b344-51c8f8303b30" providerId="ADAL" clId="{788D452B-ECAE-40CB-88BF-A708740539BE}" dt="2025-04-11T09:29:42.936" v="9379" actId="1036"/>
          <ac:spMkLst>
            <pc:docMk/>
            <pc:sldMk cId="3811512466" sldId="352"/>
            <ac:spMk id="8" creationId="{DC0881DD-AF77-90AF-2ED2-3D1A36A12451}"/>
          </ac:spMkLst>
        </pc:spChg>
        <pc:spChg chg="add mod">
          <ac:chgData name="陈钦霖" userId="80b7fee4-4a28-466f-b344-51c8f8303b30" providerId="ADAL" clId="{788D452B-ECAE-40CB-88BF-A708740539BE}" dt="2025-04-11T09:30:13.576" v="9393" actId="1037"/>
          <ac:spMkLst>
            <pc:docMk/>
            <pc:sldMk cId="3811512466" sldId="352"/>
            <ac:spMk id="9" creationId="{69B2A89D-52CD-EB0E-0B79-FC3649F7A074}"/>
          </ac:spMkLst>
        </pc:spChg>
      </pc:sldChg>
      <pc:sldChg chg="modSp add mod modTransition">
        <pc:chgData name="陈钦霖" userId="80b7fee4-4a28-466f-b344-51c8f8303b30" providerId="ADAL" clId="{788D452B-ECAE-40CB-88BF-A708740539BE}" dt="2025-04-11T07:30:25.585" v="7433" actId="14100"/>
        <pc:sldMkLst>
          <pc:docMk/>
          <pc:sldMk cId="2377117284" sldId="353"/>
        </pc:sldMkLst>
        <pc:spChg chg="mod">
          <ac:chgData name="陈钦霖" userId="80b7fee4-4a28-466f-b344-51c8f8303b30" providerId="ADAL" clId="{788D452B-ECAE-40CB-88BF-A708740539BE}" dt="2025-04-09T09:14:53.227" v="6469" actId="207"/>
          <ac:spMkLst>
            <pc:docMk/>
            <pc:sldMk cId="2377117284" sldId="353"/>
            <ac:spMk id="5" creationId="{940E3E93-5D2A-AF75-7E72-489900E15EAF}"/>
          </ac:spMkLst>
        </pc:spChg>
        <pc:spChg chg="mod">
          <ac:chgData name="陈钦霖" userId="80b7fee4-4a28-466f-b344-51c8f8303b30" providerId="ADAL" clId="{788D452B-ECAE-40CB-88BF-A708740539BE}" dt="2025-04-11T07:30:25.585" v="7433" actId="14100"/>
          <ac:spMkLst>
            <pc:docMk/>
            <pc:sldMk cId="2377117284" sldId="353"/>
            <ac:spMk id="7" creationId="{D955EBBF-FD14-4889-715E-C1F6F58E96A9}"/>
          </ac:spMkLst>
        </pc:spChg>
      </pc:sldChg>
      <pc:sldChg chg="modSp add mod modTransition">
        <pc:chgData name="陈钦霖" userId="80b7fee4-4a28-466f-b344-51c8f8303b30" providerId="ADAL" clId="{788D452B-ECAE-40CB-88BF-A708740539BE}" dt="2025-04-11T08:46:23.106" v="8659" actId="207"/>
        <pc:sldMkLst>
          <pc:docMk/>
          <pc:sldMk cId="1331085255" sldId="354"/>
        </pc:sldMkLst>
        <pc:spChg chg="mod">
          <ac:chgData name="陈钦霖" userId="80b7fee4-4a28-466f-b344-51c8f8303b30" providerId="ADAL" clId="{788D452B-ECAE-40CB-88BF-A708740539BE}" dt="2025-04-09T09:14:59.267" v="6470" actId="207"/>
          <ac:spMkLst>
            <pc:docMk/>
            <pc:sldMk cId="1331085255" sldId="354"/>
            <ac:spMk id="5" creationId="{4943BA89-5645-686B-2B8B-C551A111A3DA}"/>
          </ac:spMkLst>
        </pc:spChg>
        <pc:spChg chg="mod">
          <ac:chgData name="陈钦霖" userId="80b7fee4-4a28-466f-b344-51c8f8303b30" providerId="ADAL" clId="{788D452B-ECAE-40CB-88BF-A708740539BE}" dt="2025-04-11T08:46:23.106" v="8659" actId="207"/>
          <ac:spMkLst>
            <pc:docMk/>
            <pc:sldMk cId="1331085255" sldId="354"/>
            <ac:spMk id="7" creationId="{D2328F30-4903-B3A1-3E38-A2F466423AAD}"/>
          </ac:spMkLst>
        </pc:spChg>
      </pc:sldChg>
      <pc:sldChg chg="addSp delSp modSp add mod modTransition delAnim modAnim">
        <pc:chgData name="陈钦霖" userId="80b7fee4-4a28-466f-b344-51c8f8303b30" providerId="ADAL" clId="{788D452B-ECAE-40CB-88BF-A708740539BE}" dt="2025-04-11T08:49:02.064" v="8724"/>
        <pc:sldMkLst>
          <pc:docMk/>
          <pc:sldMk cId="4113551678" sldId="355"/>
        </pc:sldMkLst>
        <pc:spChg chg="add mod">
          <ac:chgData name="陈钦霖" userId="80b7fee4-4a28-466f-b344-51c8f8303b30" providerId="ADAL" clId="{788D452B-ECAE-40CB-88BF-A708740539BE}" dt="2025-04-09T09:14:17.323" v="6460" actId="207"/>
          <ac:spMkLst>
            <pc:docMk/>
            <pc:sldMk cId="4113551678" sldId="355"/>
            <ac:spMk id="2" creationId="{1F8B5207-517E-52F9-83F2-C05B24A36091}"/>
          </ac:spMkLst>
        </pc:spChg>
        <pc:spChg chg="mod">
          <ac:chgData name="陈钦霖" userId="80b7fee4-4a28-466f-b344-51c8f8303b30" providerId="ADAL" clId="{788D452B-ECAE-40CB-88BF-A708740539BE}" dt="2025-04-11T08:23:58.227" v="8384" actId="207"/>
          <ac:spMkLst>
            <pc:docMk/>
            <pc:sldMk cId="4113551678" sldId="355"/>
            <ac:spMk id="3" creationId="{316B5C88-CBC8-8AE8-D9CC-09AB36F78551}"/>
          </ac:spMkLst>
        </pc:spChg>
        <pc:spChg chg="mod">
          <ac:chgData name="陈钦霖" userId="80b7fee4-4a28-466f-b344-51c8f8303b30" providerId="ADAL" clId="{788D452B-ECAE-40CB-88BF-A708740539BE}" dt="2025-04-11T08:49:02.064" v="8724"/>
          <ac:spMkLst>
            <pc:docMk/>
            <pc:sldMk cId="4113551678" sldId="355"/>
            <ac:spMk id="7" creationId="{D87B81E8-E173-D338-1310-8ED684BF36D8}"/>
          </ac:spMkLst>
        </pc:spChg>
        <pc:spChg chg="add mod">
          <ac:chgData name="陈钦霖" userId="80b7fee4-4a28-466f-b344-51c8f8303b30" providerId="ADAL" clId="{788D452B-ECAE-40CB-88BF-A708740539BE}" dt="2025-04-11T08:25:58.511" v="8422" actId="14100"/>
          <ac:spMkLst>
            <pc:docMk/>
            <pc:sldMk cId="4113551678" sldId="355"/>
            <ac:spMk id="13" creationId="{E50F33B7-8BF8-E3D4-DE30-DCCF7CFEA120}"/>
          </ac:spMkLst>
        </pc:spChg>
        <pc:spChg chg="add mod">
          <ac:chgData name="陈钦霖" userId="80b7fee4-4a28-466f-b344-51c8f8303b30" providerId="ADAL" clId="{788D452B-ECAE-40CB-88BF-A708740539BE}" dt="2025-04-11T08:48:35.687" v="8712" actId="14100"/>
          <ac:spMkLst>
            <pc:docMk/>
            <pc:sldMk cId="4113551678" sldId="355"/>
            <ac:spMk id="14" creationId="{47CC6132-0038-C49B-DD95-192DB932D089}"/>
          </ac:spMkLst>
        </pc:spChg>
        <pc:spChg chg="add mod">
          <ac:chgData name="陈钦霖" userId="80b7fee4-4a28-466f-b344-51c8f8303b30" providerId="ADAL" clId="{788D452B-ECAE-40CB-88BF-A708740539BE}" dt="2025-04-11T08:48:23.581" v="8707" actId="1035"/>
          <ac:spMkLst>
            <pc:docMk/>
            <pc:sldMk cId="4113551678" sldId="355"/>
            <ac:spMk id="15" creationId="{CABE8BDA-0FED-5D56-917B-5BACDE72FBB6}"/>
          </ac:spMkLst>
        </pc:spChg>
        <pc:spChg chg="add mod">
          <ac:chgData name="陈钦霖" userId="80b7fee4-4a28-466f-b344-51c8f8303b30" providerId="ADAL" clId="{788D452B-ECAE-40CB-88BF-A708740539BE}" dt="2025-04-11T08:48:23.581" v="8707" actId="1035"/>
          <ac:spMkLst>
            <pc:docMk/>
            <pc:sldMk cId="4113551678" sldId="355"/>
            <ac:spMk id="16" creationId="{D17674BD-ED7B-288D-5E02-E36DCD46139D}"/>
          </ac:spMkLst>
        </pc:spChg>
        <pc:spChg chg="add mod">
          <ac:chgData name="陈钦霖" userId="80b7fee4-4a28-466f-b344-51c8f8303b30" providerId="ADAL" clId="{788D452B-ECAE-40CB-88BF-A708740539BE}" dt="2025-04-11T08:48:23.581" v="8707" actId="1035"/>
          <ac:spMkLst>
            <pc:docMk/>
            <pc:sldMk cId="4113551678" sldId="355"/>
            <ac:spMk id="17" creationId="{5772A592-FB47-7355-8042-F7CDA1BFD6F1}"/>
          </ac:spMkLst>
        </pc:spChg>
      </pc:sldChg>
      <pc:sldChg chg="addSp delSp modSp add mod modTransition modAnim">
        <pc:chgData name="陈钦霖" userId="80b7fee4-4a28-466f-b344-51c8f8303b30" providerId="ADAL" clId="{788D452B-ECAE-40CB-88BF-A708740539BE}" dt="2025-04-11T09:28:54.415" v="9365" actId="14100"/>
        <pc:sldMkLst>
          <pc:docMk/>
          <pc:sldMk cId="922140269" sldId="356"/>
        </pc:sldMkLst>
        <pc:spChg chg="add mod">
          <ac:chgData name="陈钦霖" userId="80b7fee4-4a28-466f-b344-51c8f8303b30" providerId="ADAL" clId="{788D452B-ECAE-40CB-88BF-A708740539BE}" dt="2025-04-11T09:04:30.373" v="9036" actId="207"/>
          <ac:spMkLst>
            <pc:docMk/>
            <pc:sldMk cId="922140269" sldId="356"/>
            <ac:spMk id="2" creationId="{751F39E9-1211-F5F9-C29A-A21E30A2E5BB}"/>
          </ac:spMkLst>
        </pc:spChg>
        <pc:spChg chg="add mod">
          <ac:chgData name="陈钦霖" userId="80b7fee4-4a28-466f-b344-51c8f8303b30" providerId="ADAL" clId="{788D452B-ECAE-40CB-88BF-A708740539BE}" dt="2025-04-11T09:04:28.641" v="9035" actId="207"/>
          <ac:spMkLst>
            <pc:docMk/>
            <pc:sldMk cId="922140269" sldId="356"/>
            <ac:spMk id="3" creationId="{AC1053CA-D987-4BCF-5EFF-A5FFEEFD9BE9}"/>
          </ac:spMkLst>
        </pc:spChg>
        <pc:spChg chg="mod">
          <ac:chgData name="陈钦霖" userId="80b7fee4-4a28-466f-b344-51c8f8303b30" providerId="ADAL" clId="{788D452B-ECAE-40CB-88BF-A708740539BE}" dt="2025-04-09T09:14:38.793" v="6465" actId="207"/>
          <ac:spMkLst>
            <pc:docMk/>
            <pc:sldMk cId="922140269" sldId="356"/>
            <ac:spMk id="5" creationId="{4A64EEA2-E9FF-78CE-ED0A-6CA7E1431DEC}"/>
          </ac:spMkLst>
        </pc:spChg>
        <pc:spChg chg="add mod">
          <ac:chgData name="陈钦霖" userId="80b7fee4-4a28-466f-b344-51c8f8303b30" providerId="ADAL" clId="{788D452B-ECAE-40CB-88BF-A708740539BE}" dt="2025-04-11T09:04:37.384" v="9039" actId="207"/>
          <ac:spMkLst>
            <pc:docMk/>
            <pc:sldMk cId="922140269" sldId="356"/>
            <ac:spMk id="6" creationId="{49DE1F09-F039-9D93-508D-C710186E7F61}"/>
          </ac:spMkLst>
        </pc:spChg>
        <pc:spChg chg="mod">
          <ac:chgData name="陈钦霖" userId="80b7fee4-4a28-466f-b344-51c8f8303b30" providerId="ADAL" clId="{788D452B-ECAE-40CB-88BF-A708740539BE}" dt="2025-04-11T08:49:36.503" v="8738" actId="207"/>
          <ac:spMkLst>
            <pc:docMk/>
            <pc:sldMk cId="922140269" sldId="356"/>
            <ac:spMk id="7" creationId="{D44B1D03-CCB1-F776-1982-5403DEF1545A}"/>
          </ac:spMkLst>
        </pc:spChg>
        <pc:spChg chg="add mod">
          <ac:chgData name="陈钦霖" userId="80b7fee4-4a28-466f-b344-51c8f8303b30" providerId="ADAL" clId="{788D452B-ECAE-40CB-88BF-A708740539BE}" dt="2025-04-11T09:04:32.863" v="9037" actId="207"/>
          <ac:spMkLst>
            <pc:docMk/>
            <pc:sldMk cId="922140269" sldId="356"/>
            <ac:spMk id="8" creationId="{FC576CFE-C9C0-BD34-C51E-B3C30CEED5D1}"/>
          </ac:spMkLst>
        </pc:spChg>
        <pc:spChg chg="add mod">
          <ac:chgData name="陈钦霖" userId="80b7fee4-4a28-466f-b344-51c8f8303b30" providerId="ADAL" clId="{788D452B-ECAE-40CB-88BF-A708740539BE}" dt="2025-04-11T09:04:39.519" v="9040" actId="207"/>
          <ac:spMkLst>
            <pc:docMk/>
            <pc:sldMk cId="922140269" sldId="356"/>
            <ac:spMk id="9" creationId="{D36236FC-74AC-1785-F09F-4C6153EA116C}"/>
          </ac:spMkLst>
        </pc:spChg>
        <pc:spChg chg="add mod">
          <ac:chgData name="陈钦霖" userId="80b7fee4-4a28-466f-b344-51c8f8303b30" providerId="ADAL" clId="{788D452B-ECAE-40CB-88BF-A708740539BE}" dt="2025-04-11T09:04:35.123" v="9038" actId="207"/>
          <ac:spMkLst>
            <pc:docMk/>
            <pc:sldMk cId="922140269" sldId="356"/>
            <ac:spMk id="10" creationId="{502A6C91-F33C-888C-EE62-04EC479DE2CF}"/>
          </ac:spMkLst>
        </pc:spChg>
        <pc:spChg chg="add mod">
          <ac:chgData name="陈钦霖" userId="80b7fee4-4a28-466f-b344-51c8f8303b30" providerId="ADAL" clId="{788D452B-ECAE-40CB-88BF-A708740539BE}" dt="2025-04-11T08:55:39.990" v="8869" actId="1036"/>
          <ac:spMkLst>
            <pc:docMk/>
            <pc:sldMk cId="922140269" sldId="356"/>
            <ac:spMk id="12" creationId="{82424BDD-25B3-BB61-E0E9-43DDC34796E1}"/>
          </ac:spMkLst>
        </pc:spChg>
        <pc:spChg chg="add mod">
          <ac:chgData name="陈钦霖" userId="80b7fee4-4a28-466f-b344-51c8f8303b30" providerId="ADAL" clId="{788D452B-ECAE-40CB-88BF-A708740539BE}" dt="2025-04-11T08:55:52.079" v="8877" actId="14100"/>
          <ac:spMkLst>
            <pc:docMk/>
            <pc:sldMk cId="922140269" sldId="356"/>
            <ac:spMk id="13" creationId="{E9C16C75-EE9C-104B-84E6-06FBC9FAD229}"/>
          </ac:spMkLst>
        </pc:spChg>
        <pc:spChg chg="add mod">
          <ac:chgData name="陈钦霖" userId="80b7fee4-4a28-466f-b344-51c8f8303b30" providerId="ADAL" clId="{788D452B-ECAE-40CB-88BF-A708740539BE}" dt="2025-04-11T08:56:03.670" v="8881" actId="1035"/>
          <ac:spMkLst>
            <pc:docMk/>
            <pc:sldMk cId="922140269" sldId="356"/>
            <ac:spMk id="14" creationId="{42E2A1C2-ED7D-69C3-DFAB-255D47FA16F1}"/>
          </ac:spMkLst>
        </pc:spChg>
        <pc:spChg chg="add mod">
          <ac:chgData name="陈钦霖" userId="80b7fee4-4a28-466f-b344-51c8f8303b30" providerId="ADAL" clId="{788D452B-ECAE-40CB-88BF-A708740539BE}" dt="2025-04-11T08:56:57.890" v="8891" actId="14100"/>
          <ac:spMkLst>
            <pc:docMk/>
            <pc:sldMk cId="922140269" sldId="356"/>
            <ac:spMk id="15" creationId="{5175FD33-6AF5-62CB-B955-182E2F5366E3}"/>
          </ac:spMkLst>
        </pc:spChg>
        <pc:spChg chg="add mod ord">
          <ac:chgData name="陈钦霖" userId="80b7fee4-4a28-466f-b344-51c8f8303b30" providerId="ADAL" clId="{788D452B-ECAE-40CB-88BF-A708740539BE}" dt="2025-04-11T09:18:26.491" v="9246" actId="688"/>
          <ac:spMkLst>
            <pc:docMk/>
            <pc:sldMk cId="922140269" sldId="356"/>
            <ac:spMk id="17" creationId="{13A9390D-2158-3219-B0A9-40280814BEF5}"/>
          </ac:spMkLst>
        </pc:spChg>
        <pc:spChg chg="add mod ord">
          <ac:chgData name="陈钦霖" userId="80b7fee4-4a28-466f-b344-51c8f8303b30" providerId="ADAL" clId="{788D452B-ECAE-40CB-88BF-A708740539BE}" dt="2025-04-11T09:18:37.527" v="9250" actId="14100"/>
          <ac:spMkLst>
            <pc:docMk/>
            <pc:sldMk cId="922140269" sldId="356"/>
            <ac:spMk id="19" creationId="{4B9ABFB2-101F-F6BB-5DAF-2FE0CBBCCEA0}"/>
          </ac:spMkLst>
        </pc:spChg>
        <pc:spChg chg="add mod">
          <ac:chgData name="陈钦霖" userId="80b7fee4-4a28-466f-b344-51c8f8303b30" providerId="ADAL" clId="{788D452B-ECAE-40CB-88BF-A708740539BE}" dt="2025-04-11T09:28:54.415" v="9365" actId="14100"/>
          <ac:spMkLst>
            <pc:docMk/>
            <pc:sldMk cId="922140269" sldId="356"/>
            <ac:spMk id="20" creationId="{AC5BAF30-1E11-5ACE-8EF6-1683F3896336}"/>
          </ac:spMkLst>
        </pc:spChg>
      </pc:sldChg>
      <pc:sldChg chg="addSp delSp modSp add mod modTransition modAnim">
        <pc:chgData name="陈钦霖" userId="80b7fee4-4a28-466f-b344-51c8f8303b30" providerId="ADAL" clId="{788D452B-ECAE-40CB-88BF-A708740539BE}" dt="2025-04-11T09:29:03.345" v="9367" actId="14100"/>
        <pc:sldMkLst>
          <pc:docMk/>
          <pc:sldMk cId="190816905" sldId="357"/>
        </pc:sldMkLst>
        <pc:spChg chg="add mod">
          <ac:chgData name="陈钦霖" userId="80b7fee4-4a28-466f-b344-51c8f8303b30" providerId="ADAL" clId="{788D452B-ECAE-40CB-88BF-A708740539BE}" dt="2025-04-11T09:04:49.208" v="9041" actId="207"/>
          <ac:spMkLst>
            <pc:docMk/>
            <pc:sldMk cId="190816905" sldId="357"/>
            <ac:spMk id="2" creationId="{B3F074EF-8550-3E89-5E7D-13391C816FEE}"/>
          </ac:spMkLst>
        </pc:spChg>
        <pc:spChg chg="mod">
          <ac:chgData name="陈钦霖" userId="80b7fee4-4a28-466f-b344-51c8f8303b30" providerId="ADAL" clId="{788D452B-ECAE-40CB-88BF-A708740539BE}" dt="2025-04-09T09:14:42.371" v="6466" actId="207"/>
          <ac:spMkLst>
            <pc:docMk/>
            <pc:sldMk cId="190816905" sldId="357"/>
            <ac:spMk id="5" creationId="{83821C51-CE26-CCE1-A50D-32A4FFB190C9}"/>
          </ac:spMkLst>
        </pc:spChg>
        <pc:spChg chg="add mod">
          <ac:chgData name="陈钦霖" userId="80b7fee4-4a28-466f-b344-51c8f8303b30" providerId="ADAL" clId="{788D452B-ECAE-40CB-88BF-A708740539BE}" dt="2025-04-11T09:10:16.394" v="9143" actId="14100"/>
          <ac:spMkLst>
            <pc:docMk/>
            <pc:sldMk cId="190816905" sldId="357"/>
            <ac:spMk id="6" creationId="{FAB39411-EE82-538A-F473-34D9A3D1193D}"/>
          </ac:spMkLst>
        </pc:spChg>
        <pc:spChg chg="mod">
          <ac:chgData name="陈钦霖" userId="80b7fee4-4a28-466f-b344-51c8f8303b30" providerId="ADAL" clId="{788D452B-ECAE-40CB-88BF-A708740539BE}" dt="2025-04-11T09:11:29.051" v="9165" actId="14100"/>
          <ac:spMkLst>
            <pc:docMk/>
            <pc:sldMk cId="190816905" sldId="357"/>
            <ac:spMk id="7" creationId="{7BAA40A9-C61C-C4DA-8A0C-F8598366A8C0}"/>
          </ac:spMkLst>
        </pc:spChg>
        <pc:spChg chg="add mod ord">
          <ac:chgData name="陈钦霖" userId="80b7fee4-4a28-466f-b344-51c8f8303b30" providerId="ADAL" clId="{788D452B-ECAE-40CB-88BF-A708740539BE}" dt="2025-04-11T09:29:03.345" v="9367" actId="14100"/>
          <ac:spMkLst>
            <pc:docMk/>
            <pc:sldMk cId="190816905" sldId="357"/>
            <ac:spMk id="9" creationId="{C0037EC9-B71E-27D8-5BED-D55AF00421EF}"/>
          </ac:spMkLst>
        </pc:spChg>
        <pc:spChg chg="add mod">
          <ac:chgData name="陈钦霖" userId="80b7fee4-4a28-466f-b344-51c8f8303b30" providerId="ADAL" clId="{788D452B-ECAE-40CB-88BF-A708740539BE}" dt="2025-04-11T09:06:25.951" v="9053"/>
          <ac:spMkLst>
            <pc:docMk/>
            <pc:sldMk cId="190816905" sldId="357"/>
            <ac:spMk id="10" creationId="{D6057828-CB46-C9E4-A686-0DAD11F8B048}"/>
          </ac:spMkLst>
        </pc:spChg>
        <pc:spChg chg="add mod">
          <ac:chgData name="陈钦霖" userId="80b7fee4-4a28-466f-b344-51c8f8303b30" providerId="ADAL" clId="{788D452B-ECAE-40CB-88BF-A708740539BE}" dt="2025-04-11T09:08:39.307" v="9116"/>
          <ac:spMkLst>
            <pc:docMk/>
            <pc:sldMk cId="190816905" sldId="357"/>
            <ac:spMk id="11" creationId="{C0805F86-3972-8F32-3649-EEF8725F75F5}"/>
          </ac:spMkLst>
        </pc:spChg>
        <pc:spChg chg="add mod">
          <ac:chgData name="陈钦霖" userId="80b7fee4-4a28-466f-b344-51c8f8303b30" providerId="ADAL" clId="{788D452B-ECAE-40CB-88BF-A708740539BE}" dt="2025-04-11T09:08:40.467" v="9117"/>
          <ac:spMkLst>
            <pc:docMk/>
            <pc:sldMk cId="190816905" sldId="357"/>
            <ac:spMk id="12" creationId="{F0F9C254-DA51-DCD4-D4CD-4F3DA1D2897A}"/>
          </ac:spMkLst>
        </pc:spChg>
        <pc:spChg chg="add mod">
          <ac:chgData name="陈钦霖" userId="80b7fee4-4a28-466f-b344-51c8f8303b30" providerId="ADAL" clId="{788D452B-ECAE-40CB-88BF-A708740539BE}" dt="2025-04-11T09:10:43.278" v="9151" actId="1076"/>
          <ac:spMkLst>
            <pc:docMk/>
            <pc:sldMk cId="190816905" sldId="357"/>
            <ac:spMk id="13" creationId="{7DFB156E-C0A0-ABC4-9D70-72022F620767}"/>
          </ac:spMkLst>
        </pc:spChg>
        <pc:spChg chg="add mod">
          <ac:chgData name="陈钦霖" userId="80b7fee4-4a28-466f-b344-51c8f8303b30" providerId="ADAL" clId="{788D452B-ECAE-40CB-88BF-A708740539BE}" dt="2025-04-11T09:10:57.583" v="9153" actId="14100"/>
          <ac:spMkLst>
            <pc:docMk/>
            <pc:sldMk cId="190816905" sldId="357"/>
            <ac:spMk id="14" creationId="{34A76E91-81D8-A7C7-FD01-F4D487F9A6E8}"/>
          </ac:spMkLst>
        </pc:spChg>
        <pc:spChg chg="add mod">
          <ac:chgData name="陈钦霖" userId="80b7fee4-4a28-466f-b344-51c8f8303b30" providerId="ADAL" clId="{788D452B-ECAE-40CB-88BF-A708740539BE}" dt="2025-04-11T09:10:30.447" v="9150" actId="1037"/>
          <ac:spMkLst>
            <pc:docMk/>
            <pc:sldMk cId="190816905" sldId="357"/>
            <ac:spMk id="15" creationId="{28383C48-4020-6593-768E-38AF5BAC00F9}"/>
          </ac:spMkLst>
        </pc:spChg>
        <pc:spChg chg="add mod">
          <ac:chgData name="陈钦霖" userId="80b7fee4-4a28-466f-b344-51c8f8303b30" providerId="ADAL" clId="{788D452B-ECAE-40CB-88BF-A708740539BE}" dt="2025-04-11T09:11:21.661" v="9159" actId="20577"/>
          <ac:spMkLst>
            <pc:docMk/>
            <pc:sldMk cId="190816905" sldId="357"/>
            <ac:spMk id="16" creationId="{0C47B9A9-7FC4-5347-43FF-F2B24AB56125}"/>
          </ac:spMkLst>
        </pc:spChg>
        <pc:spChg chg="add mod">
          <ac:chgData name="陈钦霖" userId="80b7fee4-4a28-466f-b344-51c8f8303b30" providerId="ADAL" clId="{788D452B-ECAE-40CB-88BF-A708740539BE}" dt="2025-04-11T09:11:23.521" v="9161" actId="20577"/>
          <ac:spMkLst>
            <pc:docMk/>
            <pc:sldMk cId="190816905" sldId="357"/>
            <ac:spMk id="17" creationId="{BB3DC235-DDC8-0796-A0E8-D4B156FAFB99}"/>
          </ac:spMkLst>
        </pc:spChg>
        <pc:spChg chg="add mod">
          <ac:chgData name="陈钦霖" userId="80b7fee4-4a28-466f-b344-51c8f8303b30" providerId="ADAL" clId="{788D452B-ECAE-40CB-88BF-A708740539BE}" dt="2025-04-11T09:11:35.230" v="9170" actId="1038"/>
          <ac:spMkLst>
            <pc:docMk/>
            <pc:sldMk cId="190816905" sldId="357"/>
            <ac:spMk id="18" creationId="{9E16D0EC-634F-40B6-A708-D2E48F5F0F55}"/>
          </ac:spMkLst>
        </pc:spChg>
        <pc:spChg chg="add mod">
          <ac:chgData name="陈钦霖" userId="80b7fee4-4a28-466f-b344-51c8f8303b30" providerId="ADAL" clId="{788D452B-ECAE-40CB-88BF-A708740539BE}" dt="2025-04-11T09:16:19.872" v="9216"/>
          <ac:spMkLst>
            <pc:docMk/>
            <pc:sldMk cId="190816905" sldId="357"/>
            <ac:spMk id="21" creationId="{99894E3A-7036-6877-9D9A-511D9861C1C5}"/>
          </ac:spMkLst>
        </pc:spChg>
        <pc:cxnChg chg="add mod">
          <ac:chgData name="陈钦霖" userId="80b7fee4-4a28-466f-b344-51c8f8303b30" providerId="ADAL" clId="{788D452B-ECAE-40CB-88BF-A708740539BE}" dt="2025-04-11T09:16:41.199" v="9221" actId="14100"/>
          <ac:cxnSpMkLst>
            <pc:docMk/>
            <pc:sldMk cId="190816905" sldId="357"/>
            <ac:cxnSpMk id="23" creationId="{1266E93E-B7A6-8394-ED94-94231E2AA26D}"/>
          </ac:cxnSpMkLst>
        </pc:cxnChg>
      </pc:sldChg>
      <pc:sldChg chg="modSp add mod modTransition">
        <pc:chgData name="陈钦霖" userId="80b7fee4-4a28-466f-b344-51c8f8303b30" providerId="ADAL" clId="{788D452B-ECAE-40CB-88BF-A708740539BE}" dt="2025-04-11T08:42:04.730" v="8584" actId="20577"/>
        <pc:sldMkLst>
          <pc:docMk/>
          <pc:sldMk cId="825691769" sldId="358"/>
        </pc:sldMkLst>
        <pc:spChg chg="mod">
          <ac:chgData name="陈钦霖" userId="80b7fee4-4a28-466f-b344-51c8f8303b30" providerId="ADAL" clId="{788D452B-ECAE-40CB-88BF-A708740539BE}" dt="2025-04-09T09:14:34.367" v="6464" actId="207"/>
          <ac:spMkLst>
            <pc:docMk/>
            <pc:sldMk cId="825691769" sldId="358"/>
            <ac:spMk id="5" creationId="{040C5092-6F5F-740D-ED59-8F1E23468AC5}"/>
          </ac:spMkLst>
        </pc:spChg>
        <pc:spChg chg="mod">
          <ac:chgData name="陈钦霖" userId="80b7fee4-4a28-466f-b344-51c8f8303b30" providerId="ADAL" clId="{788D452B-ECAE-40CB-88BF-A708740539BE}" dt="2025-04-11T08:42:04.730" v="8584" actId="20577"/>
          <ac:spMkLst>
            <pc:docMk/>
            <pc:sldMk cId="825691769" sldId="358"/>
            <ac:spMk id="7" creationId="{91FE1B46-2373-8420-679F-51774AC6D26B}"/>
          </ac:spMkLst>
        </pc:spChg>
      </pc:sldChg>
      <pc:sldChg chg="delSp modSp add mod modTransition">
        <pc:chgData name="陈钦霖" userId="80b7fee4-4a28-466f-b344-51c8f8303b30" providerId="ADAL" clId="{788D452B-ECAE-40CB-88BF-A708740539BE}" dt="2025-04-11T07:29:19.869" v="7425" actId="14100"/>
        <pc:sldMkLst>
          <pc:docMk/>
          <pc:sldMk cId="3780114022" sldId="359"/>
        </pc:sldMkLst>
        <pc:spChg chg="mod">
          <ac:chgData name="陈钦霖" userId="80b7fee4-4a28-466f-b344-51c8f8303b30" providerId="ADAL" clId="{788D452B-ECAE-40CB-88BF-A708740539BE}" dt="2025-04-11T07:29:19.869" v="7425" actId="14100"/>
          <ac:spMkLst>
            <pc:docMk/>
            <pc:sldMk cId="3780114022" sldId="359"/>
            <ac:spMk id="7" creationId="{BD5E07A3-2C60-9467-9F83-23917A755C9B}"/>
          </ac:spMkLst>
        </pc:spChg>
      </pc:sldChg>
      <pc:sldChg chg="addSp delSp modSp add mod modTransition delAnim">
        <pc:chgData name="陈钦霖" userId="80b7fee4-4a28-466f-b344-51c8f8303b30" providerId="ADAL" clId="{788D452B-ECAE-40CB-88BF-A708740539BE}" dt="2025-04-11T08:13:55.486" v="8154" actId="14100"/>
        <pc:sldMkLst>
          <pc:docMk/>
          <pc:sldMk cId="3078631100" sldId="360"/>
        </pc:sldMkLst>
        <pc:spChg chg="add mod">
          <ac:chgData name="陈钦霖" userId="80b7fee4-4a28-466f-b344-51c8f8303b30" providerId="ADAL" clId="{788D452B-ECAE-40CB-88BF-A708740539BE}" dt="2025-04-09T09:14:10.262" v="6459" actId="207"/>
          <ac:spMkLst>
            <pc:docMk/>
            <pc:sldMk cId="3078631100" sldId="360"/>
            <ac:spMk id="2" creationId="{88900985-0C03-7855-98A7-83D219FB485C}"/>
          </ac:spMkLst>
        </pc:spChg>
        <pc:spChg chg="add mod">
          <ac:chgData name="陈钦霖" userId="80b7fee4-4a28-466f-b344-51c8f8303b30" providerId="ADAL" clId="{788D452B-ECAE-40CB-88BF-A708740539BE}" dt="2025-04-11T08:13:55.486" v="8154" actId="14100"/>
          <ac:spMkLst>
            <pc:docMk/>
            <pc:sldMk cId="3078631100" sldId="360"/>
            <ac:spMk id="3" creationId="{D6600883-4FB9-DBDF-5AFB-D22729CD53DD}"/>
          </ac:spMkLst>
        </pc:spChg>
        <pc:spChg chg="mod">
          <ac:chgData name="陈钦霖" userId="80b7fee4-4a28-466f-b344-51c8f8303b30" providerId="ADAL" clId="{788D452B-ECAE-40CB-88BF-A708740539BE}" dt="2025-04-11T07:29:26.167" v="7426" actId="14100"/>
          <ac:spMkLst>
            <pc:docMk/>
            <pc:sldMk cId="3078631100" sldId="360"/>
            <ac:spMk id="7" creationId="{CD71E83C-04BA-AE7E-3842-3FF9D37F5A6B}"/>
          </ac:spMkLst>
        </pc:spChg>
      </pc:sldChg>
      <pc:sldChg chg="addSp delSp modSp add mod modTransition modAnim">
        <pc:chgData name="陈钦霖" userId="80b7fee4-4a28-466f-b344-51c8f8303b30" providerId="ADAL" clId="{788D452B-ECAE-40CB-88BF-A708740539BE}" dt="2025-04-11T09:47:56.099" v="9885"/>
        <pc:sldMkLst>
          <pc:docMk/>
          <pc:sldMk cId="1391465689" sldId="361"/>
        </pc:sldMkLst>
        <pc:spChg chg="add mod">
          <ac:chgData name="陈钦霖" userId="80b7fee4-4a28-466f-b344-51c8f8303b30" providerId="ADAL" clId="{788D452B-ECAE-40CB-88BF-A708740539BE}" dt="2025-04-09T09:16:15.879" v="6472"/>
          <ac:spMkLst>
            <pc:docMk/>
            <pc:sldMk cId="1391465689" sldId="361"/>
            <ac:spMk id="2" creationId="{D514AAF4-AB9A-FCED-C08F-6BEFBF4C2570}"/>
          </ac:spMkLst>
        </pc:spChg>
        <pc:spChg chg="add mod ord">
          <ac:chgData name="陈钦霖" userId="80b7fee4-4a28-466f-b344-51c8f8303b30" providerId="ADAL" clId="{788D452B-ECAE-40CB-88BF-A708740539BE}" dt="2025-04-11T09:46:04.192" v="9818" actId="166"/>
          <ac:spMkLst>
            <pc:docMk/>
            <pc:sldMk cId="1391465689" sldId="361"/>
            <ac:spMk id="3" creationId="{A4937D00-51C8-F65F-62D5-E40B27E2165E}"/>
          </ac:spMkLst>
        </pc:spChg>
        <pc:spChg chg="add mod">
          <ac:chgData name="陈钦霖" userId="80b7fee4-4a28-466f-b344-51c8f8303b30" providerId="ADAL" clId="{788D452B-ECAE-40CB-88BF-A708740539BE}" dt="2025-04-11T09:47:29.877" v="9860" actId="1076"/>
          <ac:spMkLst>
            <pc:docMk/>
            <pc:sldMk cId="1391465689" sldId="361"/>
            <ac:spMk id="6" creationId="{737584E5-A5E0-2CF2-37BC-6075F4EBD708}"/>
          </ac:spMkLst>
        </pc:spChg>
        <pc:spChg chg="mod">
          <ac:chgData name="陈钦霖" userId="80b7fee4-4a28-466f-b344-51c8f8303b30" providerId="ADAL" clId="{788D452B-ECAE-40CB-88BF-A708740539BE}" dt="2025-04-11T07:30:39.135" v="7435" actId="14100"/>
          <ac:spMkLst>
            <pc:docMk/>
            <pc:sldMk cId="1391465689" sldId="361"/>
            <ac:spMk id="7" creationId="{05407DAB-56D4-C1F1-9999-C52F369D8CCF}"/>
          </ac:spMkLst>
        </pc:spChg>
        <pc:spChg chg="add mod">
          <ac:chgData name="陈钦霖" userId="80b7fee4-4a28-466f-b344-51c8f8303b30" providerId="ADAL" clId="{788D452B-ECAE-40CB-88BF-A708740539BE}" dt="2025-04-11T09:46:10.779" v="9820" actId="14100"/>
          <ac:spMkLst>
            <pc:docMk/>
            <pc:sldMk cId="1391465689" sldId="361"/>
            <ac:spMk id="8" creationId="{F6F64170-D4D6-3FAD-686D-775B7EC3D6B5}"/>
          </ac:spMkLst>
        </pc:spChg>
        <pc:spChg chg="add mod">
          <ac:chgData name="陈钦霖" userId="80b7fee4-4a28-466f-b344-51c8f8303b30" providerId="ADAL" clId="{788D452B-ECAE-40CB-88BF-A708740539BE}" dt="2025-04-11T09:46:55.166" v="9838" actId="1037"/>
          <ac:spMkLst>
            <pc:docMk/>
            <pc:sldMk cId="1391465689" sldId="361"/>
            <ac:spMk id="9" creationId="{F180C1AE-837A-8BE6-5FC7-FC1BAF849F73}"/>
          </ac:spMkLst>
        </pc:spChg>
        <pc:spChg chg="add mod">
          <ac:chgData name="陈钦霖" userId="80b7fee4-4a28-466f-b344-51c8f8303b30" providerId="ADAL" clId="{788D452B-ECAE-40CB-88BF-A708740539BE}" dt="2025-04-11T09:46:52.760" v="9836" actId="14100"/>
          <ac:spMkLst>
            <pc:docMk/>
            <pc:sldMk cId="1391465689" sldId="361"/>
            <ac:spMk id="10" creationId="{A80B1728-8AA4-1115-DDF5-27649F0B0BED}"/>
          </ac:spMkLst>
        </pc:spChg>
        <pc:spChg chg="add mod">
          <ac:chgData name="陈钦霖" userId="80b7fee4-4a28-466f-b344-51c8f8303b30" providerId="ADAL" clId="{788D452B-ECAE-40CB-88BF-A708740539BE}" dt="2025-04-11T09:47:44.273" v="9880" actId="14100"/>
          <ac:spMkLst>
            <pc:docMk/>
            <pc:sldMk cId="1391465689" sldId="361"/>
            <ac:spMk id="11" creationId="{6C5C9EA9-DF88-C1BB-A75B-B2F0DD211273}"/>
          </ac:spMkLst>
        </pc:spChg>
      </pc:sldChg>
      <pc:sldChg chg="addSp delSp modSp add mod">
        <pc:chgData name="陈钦霖" userId="80b7fee4-4a28-466f-b344-51c8f8303b30" providerId="ADAL" clId="{788D452B-ECAE-40CB-88BF-A708740539BE}" dt="2025-04-11T07:30:51.305" v="7437" actId="20577"/>
        <pc:sldMkLst>
          <pc:docMk/>
          <pc:sldMk cId="3541070120" sldId="362"/>
        </pc:sldMkLst>
        <pc:spChg chg="add mod">
          <ac:chgData name="陈钦霖" userId="80b7fee4-4a28-466f-b344-51c8f8303b30" providerId="ADAL" clId="{788D452B-ECAE-40CB-88BF-A708740539BE}" dt="2025-04-09T09:35:00.847" v="6828" actId="14100"/>
          <ac:spMkLst>
            <pc:docMk/>
            <pc:sldMk cId="3541070120" sldId="362"/>
            <ac:spMk id="3" creationId="{7B55D6F9-74E8-393A-2B44-787D79E42CEA}"/>
          </ac:spMkLst>
        </pc:spChg>
        <pc:spChg chg="mod">
          <ac:chgData name="陈钦霖" userId="80b7fee4-4a28-466f-b344-51c8f8303b30" providerId="ADAL" clId="{788D452B-ECAE-40CB-88BF-A708740539BE}" dt="2025-04-11T07:30:51.305" v="7437" actId="20577"/>
          <ac:spMkLst>
            <pc:docMk/>
            <pc:sldMk cId="3541070120" sldId="362"/>
            <ac:spMk id="7" creationId="{FF51C57B-015E-A154-1188-CB8E59A4D91A}"/>
          </ac:spMkLst>
        </pc:spChg>
      </pc:sldChg>
      <pc:sldChg chg="delSp modSp add del mod">
        <pc:chgData name="陈钦霖" userId="80b7fee4-4a28-466f-b344-51c8f8303b30" providerId="ADAL" clId="{788D452B-ECAE-40CB-88BF-A708740539BE}" dt="2025-04-09T09:41:27.338" v="6984" actId="47"/>
        <pc:sldMkLst>
          <pc:docMk/>
          <pc:sldMk cId="3250072295" sldId="363"/>
        </pc:sldMkLst>
      </pc:sldChg>
      <pc:sldChg chg="addSp delSp modSp add mod">
        <pc:chgData name="陈钦霖" userId="80b7fee4-4a28-466f-b344-51c8f8303b30" providerId="ADAL" clId="{788D452B-ECAE-40CB-88BF-A708740539BE}" dt="2025-04-11T07:32:55.720" v="7439" actId="478"/>
        <pc:sldMkLst>
          <pc:docMk/>
          <pc:sldMk cId="3604808645" sldId="364"/>
        </pc:sldMkLst>
        <pc:spChg chg="add mod">
          <ac:chgData name="陈钦霖" userId="80b7fee4-4a28-466f-b344-51c8f8303b30" providerId="ADAL" clId="{788D452B-ECAE-40CB-88BF-A708740539BE}" dt="2025-04-09T09:41:22.321" v="6983" actId="552"/>
          <ac:spMkLst>
            <pc:docMk/>
            <pc:sldMk cId="3604808645" sldId="364"/>
            <ac:spMk id="2" creationId="{91D16C58-756C-8D32-268D-3151E6A76CAB}"/>
          </ac:spMkLst>
        </pc:spChg>
        <pc:spChg chg="add mod">
          <ac:chgData name="陈钦霖" userId="80b7fee4-4a28-466f-b344-51c8f8303b30" providerId="ADAL" clId="{788D452B-ECAE-40CB-88BF-A708740539BE}" dt="2025-04-09T09:41:22.321" v="6983" actId="552"/>
          <ac:spMkLst>
            <pc:docMk/>
            <pc:sldMk cId="3604808645" sldId="364"/>
            <ac:spMk id="3" creationId="{6AC03DAD-BE44-9446-9E58-0C286530ACA5}"/>
          </ac:spMkLst>
        </pc:spChg>
        <pc:spChg chg="add mod">
          <ac:chgData name="陈钦霖" userId="80b7fee4-4a28-466f-b344-51c8f8303b30" providerId="ADAL" clId="{788D452B-ECAE-40CB-88BF-A708740539BE}" dt="2025-04-09T09:41:22.321" v="6983" actId="552"/>
          <ac:spMkLst>
            <pc:docMk/>
            <pc:sldMk cId="3604808645" sldId="364"/>
            <ac:spMk id="5" creationId="{D46362D8-EF01-3515-B33F-89506284C863}"/>
          </ac:spMkLst>
        </pc:spChg>
        <pc:spChg chg="add mod">
          <ac:chgData name="陈钦霖" userId="80b7fee4-4a28-466f-b344-51c8f8303b30" providerId="ADAL" clId="{788D452B-ECAE-40CB-88BF-A708740539BE}" dt="2025-04-09T09:47:31.983" v="7161" actId="6549"/>
          <ac:spMkLst>
            <pc:docMk/>
            <pc:sldMk cId="3604808645" sldId="364"/>
            <ac:spMk id="6" creationId="{C4FD411B-6A4F-2BAB-5968-03C5F0C6CEA9}"/>
          </ac:spMkLst>
        </pc:spChg>
        <pc:spChg chg="mod">
          <ac:chgData name="陈钦霖" userId="80b7fee4-4a28-466f-b344-51c8f8303b30" providerId="ADAL" clId="{788D452B-ECAE-40CB-88BF-A708740539BE}" dt="2025-04-11T07:30:58.368" v="7438" actId="14100"/>
          <ac:spMkLst>
            <pc:docMk/>
            <pc:sldMk cId="3604808645" sldId="364"/>
            <ac:spMk id="7" creationId="{AE85DF07-C84D-E057-0CAD-8EF5563F3764}"/>
          </ac:spMkLst>
        </pc:spChg>
        <pc:spChg chg="add mod">
          <ac:chgData name="陈钦霖" userId="80b7fee4-4a28-466f-b344-51c8f8303b30" providerId="ADAL" clId="{788D452B-ECAE-40CB-88BF-A708740539BE}" dt="2025-04-09T09:47:31.127" v="7160" actId="6549"/>
          <ac:spMkLst>
            <pc:docMk/>
            <pc:sldMk cId="3604808645" sldId="364"/>
            <ac:spMk id="8" creationId="{B7CBC9F4-AC63-571E-B87B-7B63393E16FA}"/>
          </ac:spMkLst>
        </pc:spChg>
        <pc:spChg chg="mod">
          <ac:chgData name="陈钦霖" userId="80b7fee4-4a28-466f-b344-51c8f8303b30" providerId="ADAL" clId="{788D452B-ECAE-40CB-88BF-A708740539BE}" dt="2025-04-09T09:48:32.723" v="7168" actId="20577"/>
          <ac:spMkLst>
            <pc:docMk/>
            <pc:sldMk cId="3604808645" sldId="364"/>
            <ac:spMk id="30" creationId="{BB3064A4-DD10-318D-C6ED-25D34A7E1721}"/>
          </ac:spMkLst>
        </pc:spChg>
      </pc:sldChg>
      <pc:sldChg chg="addSp delSp modSp add mod modAnim">
        <pc:chgData name="陈钦霖" userId="80b7fee4-4a28-466f-b344-51c8f8303b30" providerId="ADAL" clId="{788D452B-ECAE-40CB-88BF-A708740539BE}" dt="2025-04-11T08:09:23.048" v="8060"/>
        <pc:sldMkLst>
          <pc:docMk/>
          <pc:sldMk cId="442427934" sldId="365"/>
        </pc:sldMkLst>
        <pc:spChg chg="add mod">
          <ac:chgData name="陈钦霖" userId="80b7fee4-4a28-466f-b344-51c8f8303b30" providerId="ADAL" clId="{788D452B-ECAE-40CB-88BF-A708740539BE}" dt="2025-04-11T08:07:45.244" v="8045" actId="164"/>
          <ac:spMkLst>
            <pc:docMk/>
            <pc:sldMk cId="442427934" sldId="365"/>
            <ac:spMk id="2" creationId="{10118713-4CA1-092C-6DF8-564AC361095D}"/>
          </ac:spMkLst>
        </pc:spChg>
        <pc:spChg chg="mod ord">
          <ac:chgData name="陈钦霖" userId="80b7fee4-4a28-466f-b344-51c8f8303b30" providerId="ADAL" clId="{788D452B-ECAE-40CB-88BF-A708740539BE}" dt="2025-04-11T08:08:54.007" v="8054" actId="1076"/>
          <ac:spMkLst>
            <pc:docMk/>
            <pc:sldMk cId="442427934" sldId="365"/>
            <ac:spMk id="3" creationId="{D8AD0CB7-3078-5796-81AF-EC71541E2960}"/>
          </ac:spMkLst>
        </pc:spChg>
        <pc:spChg chg="add mod">
          <ac:chgData name="陈钦霖" userId="80b7fee4-4a28-466f-b344-51c8f8303b30" providerId="ADAL" clId="{788D452B-ECAE-40CB-88BF-A708740539BE}" dt="2025-04-11T08:07:45.244" v="8045" actId="164"/>
          <ac:spMkLst>
            <pc:docMk/>
            <pc:sldMk cId="442427934" sldId="365"/>
            <ac:spMk id="27" creationId="{54B2E93B-47F6-BE88-B95A-75EACF4D9271}"/>
          </ac:spMkLst>
        </pc:spChg>
        <pc:spChg chg="add mod">
          <ac:chgData name="陈钦霖" userId="80b7fee4-4a28-466f-b344-51c8f8303b30" providerId="ADAL" clId="{788D452B-ECAE-40CB-88BF-A708740539BE}" dt="2025-04-11T08:07:45.244" v="8045" actId="164"/>
          <ac:spMkLst>
            <pc:docMk/>
            <pc:sldMk cId="442427934" sldId="365"/>
            <ac:spMk id="32" creationId="{20E5A156-3948-A919-0668-2B2AF9B432B2}"/>
          </ac:spMkLst>
        </pc:spChg>
        <pc:spChg chg="add mod">
          <ac:chgData name="陈钦霖" userId="80b7fee4-4a28-466f-b344-51c8f8303b30" providerId="ADAL" clId="{788D452B-ECAE-40CB-88BF-A708740539BE}" dt="2025-04-11T08:09:01.471" v="8056" actId="1035"/>
          <ac:spMkLst>
            <pc:docMk/>
            <pc:sldMk cId="442427934" sldId="365"/>
            <ac:spMk id="35" creationId="{090CB89A-9668-997D-D54D-E3382497A40E}"/>
          </ac:spMkLst>
        </pc:spChg>
        <pc:grpChg chg="add mod">
          <ac:chgData name="陈钦霖" userId="80b7fee4-4a28-466f-b344-51c8f8303b30" providerId="ADAL" clId="{788D452B-ECAE-40CB-88BF-A708740539BE}" dt="2025-04-11T08:07:45.244" v="8045" actId="164"/>
          <ac:grpSpMkLst>
            <pc:docMk/>
            <pc:sldMk cId="442427934" sldId="365"/>
            <ac:grpSpMk id="34" creationId="{A585BEB0-D520-E4D4-6D51-7350C66FBFB1}"/>
          </ac:grpSpMkLst>
        </pc:grpChg>
        <pc:cxnChg chg="add mod">
          <ac:chgData name="陈钦霖" userId="80b7fee4-4a28-466f-b344-51c8f8303b30" providerId="ADAL" clId="{788D452B-ECAE-40CB-88BF-A708740539BE}" dt="2025-04-11T08:07:45.244" v="8045" actId="164"/>
          <ac:cxnSpMkLst>
            <pc:docMk/>
            <pc:sldMk cId="442427934" sldId="365"/>
            <ac:cxnSpMk id="8" creationId="{F070D57F-D0F9-03A1-7A57-009D78DC8D90}"/>
          </ac:cxnSpMkLst>
        </pc:cxnChg>
        <pc:cxnChg chg="add mod">
          <ac:chgData name="陈钦霖" userId="80b7fee4-4a28-466f-b344-51c8f8303b30" providerId="ADAL" clId="{788D452B-ECAE-40CB-88BF-A708740539BE}" dt="2025-04-11T08:07:45.244" v="8045" actId="164"/>
          <ac:cxnSpMkLst>
            <pc:docMk/>
            <pc:sldMk cId="442427934" sldId="365"/>
            <ac:cxnSpMk id="17" creationId="{7BAD2DB1-9C25-34A0-7FA6-B1FE6DCCD98E}"/>
          </ac:cxnSpMkLst>
        </pc:cxnChg>
      </pc:sldChg>
      <pc:sldChg chg="add del">
        <pc:chgData name="陈钦霖" userId="80b7fee4-4a28-466f-b344-51c8f8303b30" providerId="ADAL" clId="{788D452B-ECAE-40CB-88BF-A708740539BE}" dt="2025-04-09T09:52:12.331" v="7392" actId="47"/>
        <pc:sldMkLst>
          <pc:docMk/>
          <pc:sldMk cId="1361150752" sldId="365"/>
        </pc:sldMkLst>
      </pc:sldChg>
      <pc:sldChg chg="delSp modSp add mod modTransition">
        <pc:chgData name="陈钦霖" userId="80b7fee4-4a28-466f-b344-51c8f8303b30" providerId="ADAL" clId="{788D452B-ECAE-40CB-88BF-A708740539BE}" dt="2025-04-11T08:12:13.299" v="8100" actId="20577"/>
        <pc:sldMkLst>
          <pc:docMk/>
          <pc:sldMk cId="3623795889" sldId="366"/>
        </pc:sldMkLst>
        <pc:spChg chg="mod">
          <ac:chgData name="陈钦霖" userId="80b7fee4-4a28-466f-b344-51c8f8303b30" providerId="ADAL" clId="{788D452B-ECAE-40CB-88BF-A708740539BE}" dt="2025-04-11T08:12:13.299" v="8100" actId="20577"/>
          <ac:spMkLst>
            <pc:docMk/>
            <pc:sldMk cId="3623795889" sldId="366"/>
            <ac:spMk id="7" creationId="{A209B3F3-6DD3-FF2E-608E-BE69B0E0D7DA}"/>
          </ac:spMkLst>
        </pc:spChg>
      </pc:sldChg>
      <pc:sldChg chg="addSp delSp modSp add mod">
        <pc:chgData name="陈钦霖" userId="80b7fee4-4a28-466f-b344-51c8f8303b30" providerId="ADAL" clId="{788D452B-ECAE-40CB-88BF-A708740539BE}" dt="2025-04-11T08:36:09.860" v="8508" actId="208"/>
        <pc:sldMkLst>
          <pc:docMk/>
          <pc:sldMk cId="3656922222" sldId="367"/>
        </pc:sldMkLst>
        <pc:spChg chg="mod">
          <ac:chgData name="陈钦霖" userId="80b7fee4-4a28-466f-b344-51c8f8303b30" providerId="ADAL" clId="{788D452B-ECAE-40CB-88BF-A708740539BE}" dt="2025-04-11T08:35:52.450" v="8502" actId="1582"/>
          <ac:spMkLst>
            <pc:docMk/>
            <pc:sldMk cId="3656922222" sldId="367"/>
            <ac:spMk id="2" creationId="{D69C1801-17A3-DB7D-3BB2-13AE6FED29E9}"/>
          </ac:spMkLst>
        </pc:spChg>
        <pc:spChg chg="mod">
          <ac:chgData name="陈钦霖" userId="80b7fee4-4a28-466f-b344-51c8f8303b30" providerId="ADAL" clId="{788D452B-ECAE-40CB-88BF-A708740539BE}" dt="2025-04-11T07:53:02.951" v="7824" actId="1076"/>
          <ac:spMkLst>
            <pc:docMk/>
            <pc:sldMk cId="3656922222" sldId="367"/>
            <ac:spMk id="5" creationId="{F0A8B1B0-320A-CA17-ED98-0D7B730D4216}"/>
          </ac:spMkLst>
        </pc:spChg>
        <pc:spChg chg="add mod">
          <ac:chgData name="陈钦霖" userId="80b7fee4-4a28-466f-b344-51c8f8303b30" providerId="ADAL" clId="{788D452B-ECAE-40CB-88BF-A708740539BE}" dt="2025-04-11T07:53:02.951" v="7824" actId="1076"/>
          <ac:spMkLst>
            <pc:docMk/>
            <pc:sldMk cId="3656922222" sldId="367"/>
            <ac:spMk id="6" creationId="{A0A733D9-73F3-3109-A6FB-D783DDE1BFB2}"/>
          </ac:spMkLst>
        </pc:spChg>
        <pc:spChg chg="add mod">
          <ac:chgData name="陈钦霖" userId="80b7fee4-4a28-466f-b344-51c8f8303b30" providerId="ADAL" clId="{788D452B-ECAE-40CB-88BF-A708740539BE}" dt="2025-04-11T07:53:02.951" v="7824" actId="1076"/>
          <ac:spMkLst>
            <pc:docMk/>
            <pc:sldMk cId="3656922222" sldId="367"/>
            <ac:spMk id="8" creationId="{7BF113F2-CCB5-6721-F4D4-FBB9C5791F62}"/>
          </ac:spMkLst>
        </pc:spChg>
        <pc:spChg chg="add mod">
          <ac:chgData name="陈钦霖" userId="80b7fee4-4a28-466f-b344-51c8f8303b30" providerId="ADAL" clId="{788D452B-ECAE-40CB-88BF-A708740539BE}" dt="2025-04-11T07:53:02.951" v="7824" actId="1076"/>
          <ac:spMkLst>
            <pc:docMk/>
            <pc:sldMk cId="3656922222" sldId="367"/>
            <ac:spMk id="9" creationId="{46FF19D9-D19C-1075-B749-7376D3033734}"/>
          </ac:spMkLst>
        </pc:spChg>
        <pc:spChg chg="add mod">
          <ac:chgData name="陈钦霖" userId="80b7fee4-4a28-466f-b344-51c8f8303b30" providerId="ADAL" clId="{788D452B-ECAE-40CB-88BF-A708740539BE}" dt="2025-04-11T07:53:02.951" v="7824" actId="1076"/>
          <ac:spMkLst>
            <pc:docMk/>
            <pc:sldMk cId="3656922222" sldId="367"/>
            <ac:spMk id="10" creationId="{3AD3F819-7301-047F-831D-0EB8F692ED20}"/>
          </ac:spMkLst>
        </pc:spChg>
        <pc:cxnChg chg="add mod">
          <ac:chgData name="陈钦霖" userId="80b7fee4-4a28-466f-b344-51c8f8303b30" providerId="ADAL" clId="{788D452B-ECAE-40CB-88BF-A708740539BE}" dt="2025-04-11T07:53:02.951" v="7824" actId="1076"/>
          <ac:cxnSpMkLst>
            <pc:docMk/>
            <pc:sldMk cId="3656922222" sldId="367"/>
            <ac:cxnSpMk id="12" creationId="{CD294B32-B516-E99D-B466-E6DEF8D05E6E}"/>
          </ac:cxnSpMkLst>
        </pc:cxnChg>
        <pc:cxnChg chg="add mod">
          <ac:chgData name="陈钦霖" userId="80b7fee4-4a28-466f-b344-51c8f8303b30" providerId="ADAL" clId="{788D452B-ECAE-40CB-88BF-A708740539BE}" dt="2025-04-11T07:50:46.491" v="7763" actId="1037"/>
          <ac:cxnSpMkLst>
            <pc:docMk/>
            <pc:sldMk cId="3656922222" sldId="367"/>
            <ac:cxnSpMk id="14" creationId="{EBD825E9-55C1-B9F2-F8CD-C913BA139A0A}"/>
          </ac:cxnSpMkLst>
        </pc:cxnChg>
        <pc:cxnChg chg="add mod">
          <ac:chgData name="陈钦霖" userId="80b7fee4-4a28-466f-b344-51c8f8303b30" providerId="ADAL" clId="{788D452B-ECAE-40CB-88BF-A708740539BE}" dt="2025-04-11T07:50:46.491" v="7763" actId="1037"/>
          <ac:cxnSpMkLst>
            <pc:docMk/>
            <pc:sldMk cId="3656922222" sldId="367"/>
            <ac:cxnSpMk id="17" creationId="{DB67961F-CF56-FC51-BA17-BDC3417ED2D4}"/>
          </ac:cxnSpMkLst>
        </pc:cxnChg>
        <pc:cxnChg chg="add mod">
          <ac:chgData name="陈钦霖" userId="80b7fee4-4a28-466f-b344-51c8f8303b30" providerId="ADAL" clId="{788D452B-ECAE-40CB-88BF-A708740539BE}" dt="2025-04-11T07:53:02.951" v="7824" actId="1076"/>
          <ac:cxnSpMkLst>
            <pc:docMk/>
            <pc:sldMk cId="3656922222" sldId="367"/>
            <ac:cxnSpMk id="19" creationId="{EF10E611-7317-BE83-1F97-BF5E93D326F0}"/>
          </ac:cxnSpMkLst>
        </pc:cxnChg>
        <pc:cxnChg chg="add mod">
          <ac:chgData name="陈钦霖" userId="80b7fee4-4a28-466f-b344-51c8f8303b30" providerId="ADAL" clId="{788D452B-ECAE-40CB-88BF-A708740539BE}" dt="2025-04-11T08:36:09.860" v="8508" actId="208"/>
          <ac:cxnSpMkLst>
            <pc:docMk/>
            <pc:sldMk cId="3656922222" sldId="367"/>
            <ac:cxnSpMk id="21" creationId="{08C69AD4-AC45-3D53-53E5-2F8EC264E4A3}"/>
          </ac:cxnSpMkLst>
        </pc:cxnChg>
        <pc:cxnChg chg="add mod">
          <ac:chgData name="陈钦霖" userId="80b7fee4-4a28-466f-b344-51c8f8303b30" providerId="ADAL" clId="{788D452B-ECAE-40CB-88BF-A708740539BE}" dt="2025-04-11T08:36:09.560" v="8507" actId="108"/>
          <ac:cxnSpMkLst>
            <pc:docMk/>
            <pc:sldMk cId="3656922222" sldId="367"/>
            <ac:cxnSpMk id="23" creationId="{28573CD0-7BEA-8A4B-B4B1-8296CA4C07C4}"/>
          </ac:cxnSpMkLst>
        </pc:cxnChg>
        <pc:cxnChg chg="add mod">
          <ac:chgData name="陈钦霖" userId="80b7fee4-4a28-466f-b344-51c8f8303b30" providerId="ADAL" clId="{788D452B-ECAE-40CB-88BF-A708740539BE}" dt="2025-04-11T08:36:09.215" v="8506" actId="108"/>
          <ac:cxnSpMkLst>
            <pc:docMk/>
            <pc:sldMk cId="3656922222" sldId="367"/>
            <ac:cxnSpMk id="25" creationId="{8CC84BF5-736A-FFB8-E85E-9381E60ED6BD}"/>
          </ac:cxnSpMkLst>
        </pc:cxnChg>
      </pc:sldChg>
      <pc:sldChg chg="delSp modSp add mod">
        <pc:chgData name="陈钦霖" userId="80b7fee4-4a28-466f-b344-51c8f8303b30" providerId="ADAL" clId="{788D452B-ECAE-40CB-88BF-A708740539BE}" dt="2025-04-11T07:55:05.487" v="7846" actId="20577"/>
        <pc:sldMkLst>
          <pc:docMk/>
          <pc:sldMk cId="2775484084" sldId="368"/>
        </pc:sldMkLst>
        <pc:spChg chg="mod">
          <ac:chgData name="陈钦霖" userId="80b7fee4-4a28-466f-b344-51c8f8303b30" providerId="ADAL" clId="{788D452B-ECAE-40CB-88BF-A708740539BE}" dt="2025-04-11T07:55:05.487" v="7846" actId="20577"/>
          <ac:spMkLst>
            <pc:docMk/>
            <pc:sldMk cId="2775484084" sldId="368"/>
            <ac:spMk id="7" creationId="{E8B8B0D4-B2E4-2BD7-B835-DEE7A2801C9C}"/>
          </ac:spMkLst>
        </pc:spChg>
      </pc:sldChg>
      <pc:sldChg chg="delSp modSp add mod delAnim">
        <pc:chgData name="陈钦霖" userId="80b7fee4-4a28-466f-b344-51c8f8303b30" providerId="ADAL" clId="{788D452B-ECAE-40CB-88BF-A708740539BE}" dt="2025-04-11T08:48:02.503" v="8679" actId="20577"/>
        <pc:sldMkLst>
          <pc:docMk/>
          <pc:sldMk cId="298882294" sldId="369"/>
        </pc:sldMkLst>
        <pc:spChg chg="mod">
          <ac:chgData name="陈钦霖" userId="80b7fee4-4a28-466f-b344-51c8f8303b30" providerId="ADAL" clId="{788D452B-ECAE-40CB-88BF-A708740539BE}" dt="2025-04-11T08:48:02.503" v="8679" actId="20577"/>
          <ac:spMkLst>
            <pc:docMk/>
            <pc:sldMk cId="298882294" sldId="369"/>
            <ac:spMk id="7" creationId="{E93C538F-C5D3-DB8C-7DB8-DCC477B56CFC}"/>
          </ac:spMkLst>
        </pc:spChg>
      </pc:sldChg>
      <pc:sldChg chg="addSp delSp modSp add mod delAnim modAnim">
        <pc:chgData name="陈钦霖" userId="80b7fee4-4a28-466f-b344-51c8f8303b30" providerId="ADAL" clId="{788D452B-ECAE-40CB-88BF-A708740539BE}" dt="2025-04-11T09:50:45.669" v="9908"/>
        <pc:sldMkLst>
          <pc:docMk/>
          <pc:sldMk cId="2621050520" sldId="370"/>
        </pc:sldMkLst>
        <pc:spChg chg="add mod">
          <ac:chgData name="陈钦霖" userId="80b7fee4-4a28-466f-b344-51c8f8303b30" providerId="ADAL" clId="{788D452B-ECAE-40CB-88BF-A708740539BE}" dt="2025-04-11T09:50:29.849" v="9907" actId="20577"/>
          <ac:spMkLst>
            <pc:docMk/>
            <pc:sldMk cId="2621050520" sldId="370"/>
            <ac:spMk id="5" creationId="{6AECBC99-2BB9-F916-383E-32ED0944DB07}"/>
          </ac:spMkLst>
        </pc:spChg>
      </pc:sldChg>
      <pc:sldChg chg="addSp modSp new mod">
        <pc:chgData name="陈钦霖" userId="80b7fee4-4a28-466f-b344-51c8f8303b30" providerId="ADAL" clId="{788D452B-ECAE-40CB-88BF-A708740539BE}" dt="2025-04-23T02:33:22.960" v="10391" actId="20577"/>
        <pc:sldMkLst>
          <pc:docMk/>
          <pc:sldMk cId="157848144" sldId="371"/>
        </pc:sldMkLst>
        <pc:spChg chg="mod">
          <ac:chgData name="陈钦霖" userId="80b7fee4-4a28-466f-b344-51c8f8303b30" providerId="ADAL" clId="{788D452B-ECAE-40CB-88BF-A708740539BE}" dt="2025-04-11T10:09:03.550" v="10388" actId="14100"/>
          <ac:spMkLst>
            <pc:docMk/>
            <pc:sldMk cId="157848144" sldId="371"/>
            <ac:spMk id="2" creationId="{100C487F-E6C0-ABF4-749F-1784E67349D9}"/>
          </ac:spMkLst>
        </pc:spChg>
        <pc:spChg chg="mod">
          <ac:chgData name="陈钦霖" userId="80b7fee4-4a28-466f-b344-51c8f8303b30" providerId="ADAL" clId="{788D452B-ECAE-40CB-88BF-A708740539BE}" dt="2025-04-23T02:33:22.960" v="10391" actId="20577"/>
          <ac:spMkLst>
            <pc:docMk/>
            <pc:sldMk cId="157848144" sldId="371"/>
            <ac:spMk id="4" creationId="{6CEE2A65-C4B6-00D6-931E-159F55A152C2}"/>
          </ac:spMkLst>
        </pc:spChg>
        <pc:spChg chg="add mod">
          <ac:chgData name="陈钦霖" userId="80b7fee4-4a28-466f-b344-51c8f8303b30" providerId="ADAL" clId="{788D452B-ECAE-40CB-88BF-A708740539BE}" dt="2025-04-11T10:03:38.408" v="10195" actId="1076"/>
          <ac:spMkLst>
            <pc:docMk/>
            <pc:sldMk cId="157848144" sldId="371"/>
            <ac:spMk id="6" creationId="{1AAED774-CB1E-7015-8CDE-19E426FEA9CD}"/>
          </ac:spMkLst>
        </pc:spChg>
        <pc:spChg chg="add mod">
          <ac:chgData name="陈钦霖" userId="80b7fee4-4a28-466f-b344-51c8f8303b30" providerId="ADAL" clId="{788D452B-ECAE-40CB-88BF-A708740539BE}" dt="2025-04-11T10:04:23.380" v="10208" actId="1076"/>
          <ac:spMkLst>
            <pc:docMk/>
            <pc:sldMk cId="157848144" sldId="371"/>
            <ac:spMk id="10" creationId="{26DE1278-C652-942D-9448-1B000E589276}"/>
          </ac:spMkLst>
        </pc:spChg>
        <pc:grpChg chg="add mod">
          <ac:chgData name="陈钦霖" userId="80b7fee4-4a28-466f-b344-51c8f8303b30" providerId="ADAL" clId="{788D452B-ECAE-40CB-88BF-A708740539BE}" dt="2025-04-11T10:03:56.731" v="10198" actId="1076"/>
          <ac:grpSpMkLst>
            <pc:docMk/>
            <pc:sldMk cId="157848144" sldId="371"/>
            <ac:grpSpMk id="9" creationId="{98FC640F-565E-8334-F597-1810B1DC23B9}"/>
          </ac:grpSpMkLst>
        </pc:grpChg>
        <pc:picChg chg="add mod">
          <ac:chgData name="陈钦霖" userId="80b7fee4-4a28-466f-b344-51c8f8303b30" providerId="ADAL" clId="{788D452B-ECAE-40CB-88BF-A708740539BE}" dt="2025-04-11T10:03:09.924" v="10183" actId="164"/>
          <ac:picMkLst>
            <pc:docMk/>
            <pc:sldMk cId="157848144" sldId="371"/>
            <ac:picMk id="8" creationId="{7F13CACA-A1B8-4169-118A-C969CBD22C3C}"/>
          </ac:picMkLst>
        </pc:picChg>
      </pc:sldChg>
    </pc:docChg>
  </pc:docChgLst>
  <pc:docChgLst>
    <pc:chgData name="Tian Tan" userId="616b0a401cdeb151" providerId="LiveId" clId="{184D5FCA-EA57-4AB4-ACCF-8C329154A72E}"/>
    <pc:docChg chg="undo custSel addSld delSld modSld modShowInfo">
      <pc:chgData name="Tian Tan" userId="616b0a401cdeb151" providerId="LiveId" clId="{184D5FCA-EA57-4AB4-ACCF-8C329154A72E}" dt="2023-10-24T22:43:55.153" v="2347" actId="14100"/>
      <pc:docMkLst>
        <pc:docMk/>
      </pc:docMkLst>
      <pc:sldChg chg="addSp modSp mod modAnim">
        <pc:chgData name="Tian Tan" userId="616b0a401cdeb151" providerId="LiveId" clId="{184D5FCA-EA57-4AB4-ACCF-8C329154A72E}" dt="2023-10-24T22:27:52.586" v="2297" actId="1035"/>
        <pc:sldMkLst>
          <pc:docMk/>
          <pc:sldMk cId="3188651068" sldId="274"/>
        </pc:sldMkLst>
      </pc:sldChg>
      <pc:sldChg chg="modSp mod">
        <pc:chgData name="Tian Tan" userId="616b0a401cdeb151" providerId="LiveId" clId="{184D5FCA-EA57-4AB4-ACCF-8C329154A72E}" dt="2023-10-24T17:31:31.189" v="2119" actId="20577"/>
        <pc:sldMkLst>
          <pc:docMk/>
          <pc:sldMk cId="164938253" sldId="291"/>
        </pc:sldMkLst>
      </pc:sldChg>
      <pc:sldChg chg="addSp modSp mod">
        <pc:chgData name="Tian Tan" userId="616b0a401cdeb151" providerId="LiveId" clId="{184D5FCA-EA57-4AB4-ACCF-8C329154A72E}" dt="2023-10-24T09:57:59.022" v="25" actId="1076"/>
        <pc:sldMkLst>
          <pc:docMk/>
          <pc:sldMk cId="3982110820" sldId="292"/>
        </pc:sldMkLst>
      </pc:sldChg>
      <pc:sldChg chg="addSp delSp modSp mod delAnim modNotesTx">
        <pc:chgData name="Tian Tan" userId="616b0a401cdeb151" providerId="LiveId" clId="{184D5FCA-EA57-4AB4-ACCF-8C329154A72E}" dt="2023-10-24T11:13:09.386" v="1183" actId="478"/>
        <pc:sldMkLst>
          <pc:docMk/>
          <pc:sldMk cId="3793976297" sldId="294"/>
        </pc:sldMkLst>
      </pc:sldChg>
      <pc:sldChg chg="modSp mod modNotesTx">
        <pc:chgData name="Tian Tan" userId="616b0a401cdeb151" providerId="LiveId" clId="{184D5FCA-EA57-4AB4-ACCF-8C329154A72E}" dt="2023-10-24T14:43:37.768" v="1394" actId="14100"/>
        <pc:sldMkLst>
          <pc:docMk/>
          <pc:sldMk cId="2786963318" sldId="295"/>
        </pc:sldMkLst>
      </pc:sldChg>
      <pc:sldChg chg="addSp delSp modSp mod">
        <pc:chgData name="Tian Tan" userId="616b0a401cdeb151" providerId="LiveId" clId="{184D5FCA-EA57-4AB4-ACCF-8C329154A72E}" dt="2023-10-24T22:09:34.356" v="2232" actId="20577"/>
        <pc:sldMkLst>
          <pc:docMk/>
          <pc:sldMk cId="2892449511" sldId="296"/>
        </pc:sldMkLst>
      </pc:sldChg>
      <pc:sldChg chg="modSp mod">
        <pc:chgData name="Tian Tan" userId="616b0a401cdeb151" providerId="LiveId" clId="{184D5FCA-EA57-4AB4-ACCF-8C329154A72E}" dt="2023-10-24T16:04:34.806" v="1717" actId="20577"/>
        <pc:sldMkLst>
          <pc:docMk/>
          <pc:sldMk cId="1866114934" sldId="297"/>
        </pc:sldMkLst>
      </pc:sldChg>
      <pc:sldChg chg="addSp delSp modSp mod modAnim">
        <pc:chgData name="Tian Tan" userId="616b0a401cdeb151" providerId="LiveId" clId="{184D5FCA-EA57-4AB4-ACCF-8C329154A72E}" dt="2023-10-24T22:12:32.540" v="2236" actId="14100"/>
        <pc:sldMkLst>
          <pc:docMk/>
          <pc:sldMk cId="1581580544" sldId="298"/>
        </pc:sldMkLst>
      </pc:sldChg>
      <pc:sldChg chg="modSp del mod modShow">
        <pc:chgData name="Tian Tan" userId="616b0a401cdeb151" providerId="LiveId" clId="{184D5FCA-EA57-4AB4-ACCF-8C329154A72E}" dt="2023-10-24T22:23:05.442" v="2247" actId="47"/>
        <pc:sldMkLst>
          <pc:docMk/>
          <pc:sldMk cId="2953348104" sldId="300"/>
        </pc:sldMkLst>
      </pc:sldChg>
      <pc:sldChg chg="modSp mod">
        <pc:chgData name="Tian Tan" userId="616b0a401cdeb151" providerId="LiveId" clId="{184D5FCA-EA57-4AB4-ACCF-8C329154A72E}" dt="2023-10-24T16:45:22.588" v="1812" actId="20577"/>
        <pc:sldMkLst>
          <pc:docMk/>
          <pc:sldMk cId="4043796006" sldId="301"/>
        </pc:sldMkLst>
      </pc:sldChg>
      <pc:sldChg chg="addSp modSp mod modAnim">
        <pc:chgData name="Tian Tan" userId="616b0a401cdeb151" providerId="LiveId" clId="{184D5FCA-EA57-4AB4-ACCF-8C329154A72E}" dt="2023-10-24T22:43:55.153" v="2347" actId="14100"/>
        <pc:sldMkLst>
          <pc:docMk/>
          <pc:sldMk cId="1543918721" sldId="303"/>
        </pc:sldMkLst>
      </pc:sldChg>
      <pc:sldChg chg="modSp mod">
        <pc:chgData name="Tian Tan" userId="616b0a401cdeb151" providerId="LiveId" clId="{184D5FCA-EA57-4AB4-ACCF-8C329154A72E}" dt="2023-10-24T17:30:29.756" v="2073" actId="14100"/>
        <pc:sldMkLst>
          <pc:docMk/>
          <pc:sldMk cId="2274213515" sldId="308"/>
        </pc:sldMkLst>
      </pc:sldChg>
      <pc:sldChg chg="modSp">
        <pc:chgData name="Tian Tan" userId="616b0a401cdeb151" providerId="LiveId" clId="{184D5FCA-EA57-4AB4-ACCF-8C329154A72E}" dt="2023-10-24T11:16:13.894" v="1198" actId="2711"/>
        <pc:sldMkLst>
          <pc:docMk/>
          <pc:sldMk cId="1090975982" sldId="311"/>
        </pc:sldMkLst>
      </pc:sldChg>
      <pc:sldChg chg="addSp delSp modSp mod">
        <pc:chgData name="Tian Tan" userId="616b0a401cdeb151" providerId="LiveId" clId="{184D5FCA-EA57-4AB4-ACCF-8C329154A72E}" dt="2023-10-24T16:01:23.085" v="1703" actId="14100"/>
        <pc:sldMkLst>
          <pc:docMk/>
          <pc:sldMk cId="1360217080" sldId="314"/>
        </pc:sldMkLst>
      </pc:sldChg>
      <pc:sldChg chg="addSp modSp mod">
        <pc:chgData name="Tian Tan" userId="616b0a401cdeb151" providerId="LiveId" clId="{184D5FCA-EA57-4AB4-ACCF-8C329154A72E}" dt="2023-10-24T15:17:12.267" v="1532" actId="1076"/>
        <pc:sldMkLst>
          <pc:docMk/>
          <pc:sldMk cId="854245129" sldId="315"/>
        </pc:sldMkLst>
      </pc:sldChg>
      <pc:sldChg chg="addSp modSp mod">
        <pc:chgData name="Tian Tan" userId="616b0a401cdeb151" providerId="LiveId" clId="{184D5FCA-EA57-4AB4-ACCF-8C329154A72E}" dt="2023-10-24T15:49:39.888" v="1586" actId="20577"/>
        <pc:sldMkLst>
          <pc:docMk/>
          <pc:sldMk cId="3160475605" sldId="316"/>
        </pc:sldMkLst>
      </pc:sldChg>
      <pc:sldChg chg="addSp modSp mod">
        <pc:chgData name="Tian Tan" userId="616b0a401cdeb151" providerId="LiveId" clId="{184D5FCA-EA57-4AB4-ACCF-8C329154A72E}" dt="2023-10-24T15:52:07.789" v="1617" actId="1076"/>
        <pc:sldMkLst>
          <pc:docMk/>
          <pc:sldMk cId="1933027176" sldId="317"/>
        </pc:sldMkLst>
      </pc:sldChg>
      <pc:sldChg chg="add">
        <pc:chgData name="Tian Tan" userId="616b0a401cdeb151" providerId="LiveId" clId="{184D5FCA-EA57-4AB4-ACCF-8C329154A72E}" dt="2023-10-24T22:30:22.086" v="2299"/>
        <pc:sldMkLst>
          <pc:docMk/>
          <pc:sldMk cId="694343652" sldId="322"/>
        </pc:sldMkLst>
      </pc:sldChg>
      <pc:sldChg chg="del">
        <pc:chgData name="Tian Tan" userId="616b0a401cdeb151" providerId="LiveId" clId="{184D5FCA-EA57-4AB4-ACCF-8C329154A72E}" dt="2023-10-24T22:30:20.508" v="2298" actId="2696"/>
        <pc:sldMkLst>
          <pc:docMk/>
          <pc:sldMk cId="2497686873" sldId="322"/>
        </pc:sldMkLst>
      </pc:sldChg>
      <pc:sldChg chg="add">
        <pc:chgData name="Tian Tan" userId="616b0a401cdeb151" providerId="LiveId" clId="{184D5FCA-EA57-4AB4-ACCF-8C329154A72E}" dt="2023-10-24T22:30:22.086" v="2299"/>
        <pc:sldMkLst>
          <pc:docMk/>
          <pc:sldMk cId="772614820" sldId="323"/>
        </pc:sldMkLst>
      </pc:sldChg>
      <pc:sldChg chg="del">
        <pc:chgData name="Tian Tan" userId="616b0a401cdeb151" providerId="LiveId" clId="{184D5FCA-EA57-4AB4-ACCF-8C329154A72E}" dt="2023-10-24T22:30:20.508" v="2298" actId="2696"/>
        <pc:sldMkLst>
          <pc:docMk/>
          <pc:sldMk cId="2287010174" sldId="323"/>
        </pc:sldMkLst>
      </pc:sldChg>
      <pc:sldChg chg="add">
        <pc:chgData name="Tian Tan" userId="616b0a401cdeb151" providerId="LiveId" clId="{184D5FCA-EA57-4AB4-ACCF-8C329154A72E}" dt="2023-10-24T22:30:22.086" v="2299"/>
        <pc:sldMkLst>
          <pc:docMk/>
          <pc:sldMk cId="1890488604" sldId="324"/>
        </pc:sldMkLst>
      </pc:sldChg>
      <pc:sldChg chg="del">
        <pc:chgData name="Tian Tan" userId="616b0a401cdeb151" providerId="LiveId" clId="{184D5FCA-EA57-4AB4-ACCF-8C329154A72E}" dt="2023-10-24T22:30:20.508" v="2298" actId="2696"/>
        <pc:sldMkLst>
          <pc:docMk/>
          <pc:sldMk cId="2787613295" sldId="324"/>
        </pc:sldMkLst>
      </pc:sldChg>
      <pc:sldChg chg="add">
        <pc:chgData name="Tian Tan" userId="616b0a401cdeb151" providerId="LiveId" clId="{184D5FCA-EA57-4AB4-ACCF-8C329154A72E}" dt="2023-10-24T21:55:01.677" v="2120"/>
        <pc:sldMkLst>
          <pc:docMk/>
          <pc:sldMk cId="693962268" sldId="325"/>
        </pc:sldMkLst>
      </pc:sldChg>
      <pc:sldChg chg="addSp delSp modSp add mod delAnim modAnim">
        <pc:chgData name="Tian Tan" userId="616b0a401cdeb151" providerId="LiveId" clId="{184D5FCA-EA57-4AB4-ACCF-8C329154A72E}" dt="2023-10-24T22:12:49.032" v="2239"/>
        <pc:sldMkLst>
          <pc:docMk/>
          <pc:sldMk cId="2771248511" sldId="326"/>
        </pc:sldMkLst>
      </pc:sldChg>
      <pc:sldChg chg="add del">
        <pc:chgData name="Tian Tan" userId="616b0a401cdeb151" providerId="LiveId" clId="{184D5FCA-EA57-4AB4-ACCF-8C329154A72E}" dt="2023-10-24T22:01:28.041" v="2124"/>
        <pc:sldMkLst>
          <pc:docMk/>
          <pc:sldMk cId="343085713" sldId="327"/>
        </pc:sldMkLst>
      </pc:sldChg>
    </pc:docChg>
  </pc:docChgLst>
  <pc:docChgLst>
    <pc:chgData name="Tian Tan" userId="616b0a401cdeb151" providerId="LiveId" clId="{D9CC1A14-55AF-46DB-8BE8-1C4079ED840B}"/>
    <pc:docChg chg="undo redo custSel modSld modShowInfo">
      <pc:chgData name="Tian Tan" userId="616b0a401cdeb151" providerId="LiveId" clId="{D9CC1A14-55AF-46DB-8BE8-1C4079ED840B}" dt="2023-10-26T09:52:32.389" v="922" actId="1035"/>
      <pc:docMkLst>
        <pc:docMk/>
      </pc:docMkLst>
      <pc:sldChg chg="delSp mod delAnim">
        <pc:chgData name="Tian Tan" userId="616b0a401cdeb151" providerId="LiveId" clId="{D9CC1A14-55AF-46DB-8BE8-1C4079ED840B}" dt="2023-10-25T21:53:42.547" v="742" actId="478"/>
        <pc:sldMkLst>
          <pc:docMk/>
          <pc:sldMk cId="2185762995" sldId="271"/>
        </pc:sldMkLst>
      </pc:sldChg>
      <pc:sldChg chg="addSp modSp mod modAnim">
        <pc:chgData name="Tian Tan" userId="616b0a401cdeb151" providerId="LiveId" clId="{D9CC1A14-55AF-46DB-8BE8-1C4079ED840B}" dt="2023-10-24T22:48:07.256" v="2"/>
        <pc:sldMkLst>
          <pc:docMk/>
          <pc:sldMk cId="3295235111" sldId="272"/>
        </pc:sldMkLst>
      </pc:sldChg>
      <pc:sldChg chg="addSp delSp modSp mod delAnim modAnim">
        <pc:chgData name="Tian Tan" userId="616b0a401cdeb151" providerId="LiveId" clId="{D9CC1A14-55AF-46DB-8BE8-1C4079ED840B}" dt="2023-10-25T22:43:40.032" v="840" actId="1076"/>
        <pc:sldMkLst>
          <pc:docMk/>
          <pc:sldMk cId="164938253" sldId="291"/>
        </pc:sldMkLst>
      </pc:sldChg>
      <pc:sldChg chg="addSp modSp mod">
        <pc:chgData name="Tian Tan" userId="616b0a401cdeb151" providerId="LiveId" clId="{D9CC1A14-55AF-46DB-8BE8-1C4079ED840B}" dt="2023-10-26T09:52:32.389" v="922" actId="1035"/>
        <pc:sldMkLst>
          <pc:docMk/>
          <pc:sldMk cId="3982110820" sldId="292"/>
        </pc:sldMkLst>
      </pc:sldChg>
      <pc:sldChg chg="modSp mod">
        <pc:chgData name="Tian Tan" userId="616b0a401cdeb151" providerId="LiveId" clId="{D9CC1A14-55AF-46DB-8BE8-1C4079ED840B}" dt="2023-10-25T21:49:20.221" v="718" actId="14100"/>
        <pc:sldMkLst>
          <pc:docMk/>
          <pc:sldMk cId="2786963318" sldId="295"/>
        </pc:sldMkLst>
      </pc:sldChg>
      <pc:sldChg chg="modSp mod">
        <pc:chgData name="Tian Tan" userId="616b0a401cdeb151" providerId="LiveId" clId="{D9CC1A14-55AF-46DB-8BE8-1C4079ED840B}" dt="2023-10-25T21:52:41.937" v="729" actId="14100"/>
        <pc:sldMkLst>
          <pc:docMk/>
          <pc:sldMk cId="1581580544" sldId="298"/>
        </pc:sldMkLst>
      </pc:sldChg>
      <pc:sldChg chg="modSp mod">
        <pc:chgData name="Tian Tan" userId="616b0a401cdeb151" providerId="LiveId" clId="{D9CC1A14-55AF-46DB-8BE8-1C4079ED840B}" dt="2023-10-25T10:05:06.394" v="702" actId="207"/>
        <pc:sldMkLst>
          <pc:docMk/>
          <pc:sldMk cId="4043796006" sldId="301"/>
        </pc:sldMkLst>
      </pc:sldChg>
      <pc:sldChg chg="addSp modSp mod">
        <pc:chgData name="Tian Tan" userId="616b0a401cdeb151" providerId="LiveId" clId="{D9CC1A14-55AF-46DB-8BE8-1C4079ED840B}" dt="2023-10-26T09:19:57.583" v="844" actId="207"/>
        <pc:sldMkLst>
          <pc:docMk/>
          <pc:sldMk cId="1543918721" sldId="303"/>
        </pc:sldMkLst>
      </pc:sldChg>
      <pc:sldChg chg="addSp delSp modSp mod modNotesTx">
        <pc:chgData name="Tian Tan" userId="616b0a401cdeb151" providerId="LiveId" clId="{D9CC1A14-55AF-46DB-8BE8-1C4079ED840B}" dt="2023-10-25T09:44:03.318" v="671" actId="207"/>
        <pc:sldMkLst>
          <pc:docMk/>
          <pc:sldMk cId="3408656741" sldId="304"/>
        </pc:sldMkLst>
      </pc:sldChg>
      <pc:sldChg chg="modSp mod">
        <pc:chgData name="Tian Tan" userId="616b0a401cdeb151" providerId="LiveId" clId="{D9CC1A14-55AF-46DB-8BE8-1C4079ED840B}" dt="2023-10-25T22:43:03.276" v="830" actId="207"/>
        <pc:sldMkLst>
          <pc:docMk/>
          <pc:sldMk cId="2274213515" sldId="308"/>
        </pc:sldMkLst>
      </pc:sldChg>
      <pc:sldChg chg="addSp delSp modSp mod addAnim delAnim">
        <pc:chgData name="Tian Tan" userId="616b0a401cdeb151" providerId="LiveId" clId="{D9CC1A14-55AF-46DB-8BE8-1C4079ED840B}" dt="2023-10-25T07:08:14.135" v="32" actId="14826"/>
        <pc:sldMkLst>
          <pc:docMk/>
          <pc:sldMk cId="1090975982" sldId="311"/>
        </pc:sldMkLst>
      </pc:sldChg>
      <pc:sldChg chg="addSp delSp modSp mod">
        <pc:chgData name="Tian Tan" userId="616b0a401cdeb151" providerId="LiveId" clId="{D9CC1A14-55AF-46DB-8BE8-1C4079ED840B}" dt="2023-10-25T08:47:20.466" v="334" actId="20577"/>
        <pc:sldMkLst>
          <pc:docMk/>
          <pc:sldMk cId="3163033253" sldId="312"/>
        </pc:sldMkLst>
      </pc:sldChg>
      <pc:sldChg chg="modSp mod">
        <pc:chgData name="Tian Tan" userId="616b0a401cdeb151" providerId="LiveId" clId="{D9CC1A14-55AF-46DB-8BE8-1C4079ED840B}" dt="2023-10-25T22:30:17.989" v="744" actId="14100"/>
        <pc:sldMkLst>
          <pc:docMk/>
          <pc:sldMk cId="1557742181" sldId="313"/>
        </pc:sldMkLst>
      </pc:sldChg>
      <pc:sldChg chg="modSp mod">
        <pc:chgData name="Tian Tan" userId="616b0a401cdeb151" providerId="LiveId" clId="{D9CC1A14-55AF-46DB-8BE8-1C4079ED840B}" dt="2023-10-25T22:31:10.380" v="751" actId="20577"/>
        <pc:sldMkLst>
          <pc:docMk/>
          <pc:sldMk cId="3160475605" sldId="316"/>
        </pc:sldMkLst>
      </pc:sldChg>
      <pc:sldChg chg="modSp mod">
        <pc:chgData name="Tian Tan" userId="616b0a401cdeb151" providerId="LiveId" clId="{D9CC1A14-55AF-46DB-8BE8-1C4079ED840B}" dt="2023-10-25T10:05:08.974" v="706" actId="20577"/>
        <pc:sldMkLst>
          <pc:docMk/>
          <pc:sldMk cId="1933027176" sldId="317"/>
        </pc:sldMkLst>
      </pc:sldChg>
      <pc:sldChg chg="modSp">
        <pc:chgData name="Tian Tan" userId="616b0a401cdeb151" providerId="LiveId" clId="{D9CC1A14-55AF-46DB-8BE8-1C4079ED840B}" dt="2023-10-25T07:08:36.781" v="41" actId="20577"/>
        <pc:sldMkLst>
          <pc:docMk/>
          <pc:sldMk cId="2807644141" sldId="318"/>
        </pc:sldMkLst>
      </pc:sldChg>
      <pc:sldChg chg="modSp">
        <pc:chgData name="Tian Tan" userId="616b0a401cdeb151" providerId="LiveId" clId="{D9CC1A14-55AF-46DB-8BE8-1C4079ED840B}" dt="2023-10-25T07:08:44.844" v="50" actId="20577"/>
        <pc:sldMkLst>
          <pc:docMk/>
          <pc:sldMk cId="599573807" sldId="319"/>
        </pc:sldMkLst>
      </pc:sldChg>
      <pc:sldChg chg="modSp">
        <pc:chgData name="Tian Tan" userId="616b0a401cdeb151" providerId="LiveId" clId="{D9CC1A14-55AF-46DB-8BE8-1C4079ED840B}" dt="2023-10-25T07:08:49.100" v="59" actId="20577"/>
        <pc:sldMkLst>
          <pc:docMk/>
          <pc:sldMk cId="63534703" sldId="320"/>
        </pc:sldMkLst>
      </pc:sldChg>
      <pc:sldChg chg="modSp">
        <pc:chgData name="Tian Tan" userId="616b0a401cdeb151" providerId="LiveId" clId="{D9CC1A14-55AF-46DB-8BE8-1C4079ED840B}" dt="2023-10-25T07:08:55.159" v="68" actId="20577"/>
        <pc:sldMkLst>
          <pc:docMk/>
          <pc:sldMk cId="3498112563" sldId="321"/>
        </pc:sldMkLst>
      </pc:sldChg>
      <pc:sldChg chg="modSp mod">
        <pc:chgData name="Tian Tan" userId="616b0a401cdeb151" providerId="LiveId" clId="{D9CC1A14-55AF-46DB-8BE8-1C4079ED840B}" dt="2023-10-25T22:31:18.744" v="758" actId="20577"/>
        <pc:sldMkLst>
          <pc:docMk/>
          <pc:sldMk cId="693962268" sldId="325"/>
        </pc:sldMkLst>
      </pc:sldChg>
      <pc:sldChg chg="addSp delSp modSp mod modAnim">
        <pc:chgData name="Tian Tan" userId="616b0a401cdeb151" providerId="LiveId" clId="{D9CC1A14-55AF-46DB-8BE8-1C4079ED840B}" dt="2023-10-25T21:53:20.004" v="741"/>
        <pc:sldMkLst>
          <pc:docMk/>
          <pc:sldMk cId="2771248511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B3F50-A234-4CCB-8345-CC017FA2A453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8A807-02DF-488B-B08F-A32DDBEA1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45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Hello everyone. I‘m </a:t>
            </a:r>
            <a:r>
              <a:rPr lang="en-US" altLang="zh-CN" dirty="0" err="1"/>
              <a:t>Jiacai</a:t>
            </a:r>
            <a:r>
              <a:rPr lang="en-US" altLang="zh-CN" dirty="0"/>
              <a:t> Cui from Nanjing University.</a:t>
            </a:r>
          </a:p>
          <a:p>
            <a:r>
              <a:rPr lang="en-US" altLang="zh-CN" dirty="0"/>
              <a:t>I’m a second-year Ph.D. student advised by Yue Li who co-runs the PASCAL research group with Tian Tan.</a:t>
            </a:r>
          </a:p>
          <a:p>
            <a:r>
              <a:rPr lang="en-US" altLang="zh-CN" dirty="0"/>
              <a:t>Today, I’ll try my best to present this work on behalf of the first author, </a:t>
            </a:r>
            <a:r>
              <a:rPr lang="en-US" altLang="zh-CN" dirty="0" err="1"/>
              <a:t>Qinlin</a:t>
            </a:r>
            <a:r>
              <a:rPr lang="en-US" altLang="zh-CN" dirty="0"/>
              <a:t> Chen, who was unfortunately unable to attend due to visa issues.</a:t>
            </a:r>
          </a:p>
          <a:p>
            <a:r>
              <a:rPr lang="en-US" altLang="zh-CN" dirty="0"/>
              <a:t>Our paper is titled Exploiting Sophisticated Static Analysis for Verilog, the dominant hardware description language.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458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this talk, I’ll first discuss the untapped potential of hardware static analysis.</a:t>
            </a:r>
          </a:p>
          <a:p>
            <a:r>
              <a:rPr lang="en-US" altLang="zh-CN" dirty="0"/>
              <a:t>And then, I will introduce </a:t>
            </a:r>
            <a:r>
              <a:rPr lang="en-US" altLang="zh-CN" dirty="0" err="1"/>
              <a:t>Qihe</a:t>
            </a:r>
            <a:r>
              <a:rPr lang="en-US" altLang="zh-CN" dirty="0"/>
              <a:t>, the first general-purpose static analysis framework for Verilog.</a:t>
            </a:r>
          </a:p>
          <a:p>
            <a:r>
              <a:rPr lang="en-US" altLang="zh-CN" dirty="0"/>
              <a:t>After that, I will show what hardware static analysis looks like in practice.</a:t>
            </a:r>
          </a:p>
          <a:p>
            <a:r>
              <a:rPr lang="en-US" altLang="zh-CN" dirty="0"/>
              <a:t>Finally, I will present our preliminary results on applying hardware static analysis across diverse application domains.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Let’s start by talking about why we want to do static analysis for hardware.</a:t>
            </a:r>
          </a:p>
          <a:p>
            <a:endParaRPr lang="en-US" altLang="zh-CN" dirty="0"/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546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ECF1F-520C-A3E6-8633-279A71E3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3B164B-3C8E-E4A0-B75E-53A551C5B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2D6CE4-B02D-EDDD-7EE7-7123886D5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If we look back at how static analysis has greatly evolved in the software world, we can observe a large amount of untapped potential of static analysis in the hardware world.</a:t>
            </a:r>
          </a:p>
          <a:p>
            <a:endParaRPr lang="en-US" altLang="zh-CN" dirty="0"/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many ways, hardware development resembles software development.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is “programmed” in languages like Verilog, and its quality is ensured through techniques such as simulation-based testing and formal verification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approaches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also widely used in software.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However, as of 2026, static analysis in hardware is still underutilized.</a:t>
            </a:r>
          </a:p>
          <a:p>
            <a:r>
              <a:rPr lang="en-US" altLang="zh-CN" dirty="0"/>
              <a:t>The overwhelmingly dominant hardware static analyzers are linters.</a:t>
            </a:r>
          </a:p>
          <a:p>
            <a:r>
              <a:rPr lang="en-US" altLang="zh-CN" dirty="0"/>
              <a:t>They provide basic syntactic checks, such as naming conventions, style rules, and simple pattern matching.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This is similar to software in the early 2000s. At that time, standalone software static analyzers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largely meant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linters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well.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o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 time, as software became more complex and diverse, static analysis </a:t>
            </a:r>
            <a:r>
              <a:rPr lang="en-US" altLang="zh-CN" dirty="0"/>
              <a:t>has evolved significantly.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Thousands of analyses emerged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bug detection, security assessment, and program understanding.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sophisticated semantic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 linting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reason about program logic, properties, and intent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ion.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hey have led to widely used tools such as the Clang Static Analyzer, Coverity, and many others.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if we turn back to hardware, we’re seeing a similar inflection point.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designs are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becoming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ore diverse and more complex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hardware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accelerators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emerging for many domains like AI, graphics, bioinformatics, and so on.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believe static analysis in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hardware world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likewise evolve into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sophisticated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semantic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help detect hardware bugs, improve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security, and deepen our understanding of hardware designs.</a:t>
            </a:r>
            <a:endParaRPr lang="en-US" altLang="zh-CN" dirty="0"/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today, this area is still </a:t>
            </a:r>
            <a:r>
              <a:rPr lang="en-US" altLang="zh-CN" dirty="0"/>
              <a:t>underexplored.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FBC259-F430-D829-6482-04C90142F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403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to support the exploration and </a:t>
            </a:r>
            <a:r>
              <a:rPr lang="en-US" altLang="zh-CN" dirty="0"/>
              <a:t>exploitation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hardware static analysis, we developed Qihe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general-purpose static analysis framework for Verilog.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Qihe was a challenging effort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spent four years building it from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scratch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drawing on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our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sustained communication with industrial hardware practitioners, in-depth understanding of Verilog formal semantics, and decade-long experience in fundamental static analysis research.</a:t>
            </a: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</a:t>
            </a:r>
            <a:r>
              <a:rPr lang="en-US" altLang="zh-CN" dirty="0"/>
              <a:t>has grown to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hundred thousand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lines of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and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I’ll introduce it for you.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603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574F-AF76-EDED-1565-CBB44C08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060397-C2EB-C32E-01CC-A318DE7B9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960549-5D8C-F835-6E3B-CEFC0C05C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overview of Qihe.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dirty="0"/>
            </a:br>
            <a:r>
              <a:rPr lang="en-US" altLang="zh-CN" dirty="0"/>
              <a:t>It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summarizes its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components: the frontend, the IR, the analysis manager, the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fundamental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analyses, and the application-specific analyses.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4B8183-2FB5-66B1-9967-F40236129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5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574F-AF76-EDED-1565-CBB44C08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060397-C2EB-C32E-01CC-A318DE7B9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960549-5D8C-F835-6E3B-CEFC0C05C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Although </a:t>
            </a:r>
            <a:r>
              <a:rPr lang="en-US" altLang="zh-CN" dirty="0" err="1"/>
              <a:t>Qihe</a:t>
            </a:r>
            <a:r>
              <a:rPr lang="en-US" altLang="zh-CN" dirty="0"/>
              <a:t> is a static analysis framework, our goal is to enable real-world adoption of sophisticated hardware static analysis beyond linting.</a:t>
            </a:r>
          </a:p>
          <a:p>
            <a:r>
              <a:rPr lang="en-US" altLang="zh-CN" dirty="0"/>
              <a:t>Therefore, </a:t>
            </a:r>
            <a:r>
              <a:rPr lang="en-US" altLang="zh-CN" dirty="0" err="1"/>
              <a:t>Qihe</a:t>
            </a:r>
            <a:r>
              <a:rPr lang="en-US" altLang="zh-CN" dirty="0"/>
              <a:t> comes with a set of out-of-the-box built-in application clients as demos of its capabilities.</a:t>
            </a:r>
          </a:p>
          <a:p>
            <a:r>
              <a:rPr lang="en-US" altLang="zh-CN" dirty="0"/>
              <a:t>These analyses are motivated by needs we gathered from both the literature and discussions with industrial practitioners, and they span diverse areas as visioned before.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4B8183-2FB5-66B1-9967-F40236129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45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574F-AF76-EDED-1565-CBB44C08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060397-C2EB-C32E-01CC-A318DE7B9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960549-5D8C-F835-6E3B-CEFC0C05C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framework, Qihe’s most important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suite of more than twenty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fundamental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analyses.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analyses are designed to be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reusable building blocks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diverse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-specific analyses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average, 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 fundamental analysis is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already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reused by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ten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built-in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-specific analyses in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Qihe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fundamental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 essential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characteristics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hey handle Verilog’s four-valued bit-vector semantics, capture how synchronization and concurrency work in Verilog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also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analyzing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complex hardware control and data flows.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4B8183-2FB5-66B1-9967-F40236129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362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574F-AF76-EDED-1565-CBB44C08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060397-C2EB-C32E-01CC-A318DE7B9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960549-5D8C-F835-6E3B-CEFC0C05C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remaining part of </a:t>
            </a:r>
            <a:r>
              <a:rPr lang="en-US" altLang="zh-CN" dirty="0" err="1"/>
              <a:t>Qihe</a:t>
            </a:r>
            <a:r>
              <a:rPr lang="en-US" altLang="zh-CN" dirty="0"/>
              <a:t> is its infrastructure.</a:t>
            </a: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We provide an analysis-oriented frontend and IR for Verilog.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supports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 of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incomplete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programs because in hardware practice,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encrypted IP cores are common and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 Verilog code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typically not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available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addition, we provide a user-friendly analysis manager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simplifies </a:t>
            </a:r>
            <a:r>
              <a:rPr lang="en-US" altLang="zh-CN"/>
              <a:t>analysis </a:t>
            </a:r>
            <a:r>
              <a:rPr lang="en-US" altLang="zh-CN" dirty="0"/>
              <a:t>development.</a:t>
            </a: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4B8183-2FB5-66B1-9967-F40236129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545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B17FD-D862-5245-51F0-7A101281C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5E29AE-9A87-AE72-B638-937920B80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366E4E-DB12-4357-A299-FA07C9898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hope our framework could make life easier for both Verilog analysis users and future Verilog analysis developers.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A587FA-6254-8DB3-0438-6ADAD28BD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284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you’re interested in developing hardware static analysis, you might </a:t>
            </a:r>
            <a:r>
              <a:rPr lang="en-US" altLang="zh-CN" dirty="0"/>
              <a:t>wonder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these questions about hardware analysis problems, insights and challenges.</a:t>
            </a:r>
            <a:endParaRPr lang="zh-CN" altLang="en-US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zh-CN" sz="1200" dirty="0">
              <a:latin typeface="+mn-lt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concrete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ly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answer them within a short timeframe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I’ll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motivating example: missing-reset analysis.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has a close software analogue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use-before-initialization.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both cases, an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undefined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value can propagate and cause serious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consequences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dirty="0">
              <a:latin typeface="+mn-lt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364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 not be familiar with Verilog, </a:t>
            </a:r>
            <a:r>
              <a:rPr lang="en-US" altLang="zh-CN" dirty="0"/>
              <a:t>I will briefly give some background.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start with how Verilog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registers.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Registers are a common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concept: they store values that represent the circuit state and update on clock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dirty="0"/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Here’s a simple example of a register that accumulates input values on each clock edge.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line declares a register acc.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2 declares two wires: in, which carries external input values, and clock, the clock signal that toggles between 0 and 1. 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Lines 3 and 4 specify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always block, which says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whenever the clock transitions from 0 to 1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called a positive edge, as specified by this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posedge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keyword,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 is updated to its current value plus the input value.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175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when a circuit powers up, registers start in an undefined state.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address this, hardware designers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typically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include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95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reset signal that users can assert to trigger reset logic, forcing registers into a predefined, known state.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 this example, a new input wire, reset, is added in line 3.</a:t>
            </a:r>
          </a:p>
          <a:p>
            <a:r>
              <a:rPr lang="en-US" altLang="zh-CN" dirty="0"/>
              <a:t>Inside the always block, a reset case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included</a:t>
            </a:r>
            <a:r>
              <a:rPr lang="en-US" altLang="zh-CN" dirty="0"/>
              <a:t>: if reset is asserted, acc is set to zero as its initial value. Otherwise, the accumulation update is performed as before.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846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B8181-7E4B-422F-E3BE-F197E374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723102-D455-7107-D882-05747F507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C0F0AF-2A8F-E667-0A26-765E2FBD1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table on the right shows how the value of acc changes over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column shows clock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Each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corresponds to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clock cycle where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clock togg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between 0 and 1.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column shows how the input values change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each clock cycle.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cycle 0, acc is undefined because the circuit has just powered up.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line 5 is executed.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reset is 1, line 6 executes and sets acc to 0 for cycle 1.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cycle 1, reset is 0, so line 8 executes. Because in is 2, acc will take the value 2 in the next cycle.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Similarly, in cycle 2, we can compute that acc becomes 5 in cycle 3.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65DA8E-8F11-9BC9-2012-544BE1569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299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42BF8-668F-79DF-4DB5-942BE2E50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8B20DC-C7A7-E058-7CD8-6950FAE24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15695E-8939-9D30-0CAD-7EBABFD1C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this background, we define the missing-reset problem.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register has the missing-reset problem if its undefined value is used infinitely often after reset.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here is infinitely often. In contrast,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undefined values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being used only finitely often is typically acceptable, because in hardware—unlike in software—defined values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 time to propagate through the circuit, especially in pipelined designs.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a simplified pipeline that propagates values from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register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to y, and then to z.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its execution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can see that after reset, x starts with an initial value of 1, and this value is propagated to y and z cycle by cycle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these registers are eventually defined, which is good.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4BF6BB-E769-7BFF-F433-495339412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120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 is an example of the “infinitely often” case.</a:t>
            </a: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though x is reset to 1 initially,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subsequent cycles the undefined value in y propagates to x, and then feeds back to y. This happens repeatedly, so the undefined value keeps circulating infinitely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a bad case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979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issing-reset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 look similar to the use-before-initialization (UBI) problem in software.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they are fundamentally different.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 flags a variable if its undefined value can be used even once in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possible software execution.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contrast, missing-reset occurs when a register’s undefined value is infinitely often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after reset.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addressing missing-reset requires hardware-specific insights, rather than directly reusing approaches designed for UBI.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664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solve this problem with static analysis, our key insight is that only non-reset registers involved in circular dependencies can have missing-reset problems.</a:t>
            </a: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the previous problematic example.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This is its hardware dependency graph, which encodes all dependencies in the design—synchronization, reset, data, and control.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graph, we can see that x and y form a circular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data-control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register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is not reset, so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the missing-reset problem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according to our insight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For the sake of time, I will leave the soundness argument of this example analysis to the paper.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9441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After getting a sense of the missing-reset problem and analysis, we can now talk about the challenges.</a:t>
            </a:r>
          </a:p>
          <a:p>
            <a:r>
              <a:rPr lang="en-US" altLang="zh-CN" dirty="0"/>
              <a:t>What challenges arise in building a missing-reset analysis?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760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we need to understand how Verilog variables map to physical registers, clocks, and resets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since the problem is defined on top of these concepts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Traditionally, this information is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available until after the lengthy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synthesis process.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Invoking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synthesizer to obtain it can take over an hour for a one-million-line design.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contrast, Qihe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 analyses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approximates these post-synthesis information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just three seconds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same Verilog design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2374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addition, we need hardware data-flow and control-flow analyses to construct the graph structures we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the missing-reset analysis.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673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understand how variables are mapped to registers and clocks, we also need analyses for capturing Verilog’s synchronization characteristics.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2235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enable more precise inter-module reasoning, we also need module hierarchy analysis and other supporting analyses. 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summary, b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uilding a sophisticated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Verilog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 linting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 require a substantial foundation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exactly why we develop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Qihe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Qihe provides all of these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supporting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analyses—and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be reused across a wide range of clients.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3335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 whole picture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Qihe’s analysis suite.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Missing-reset is just one small bug detection client.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nodes on the left are the fundamental analyses, and the nodes on the right are application-specific analyses.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edges indicate dependency relationships.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omit the edges between fundamental and application-specific analyses because the diagram would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otherwise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 cluttered; as mentioned, each fundamental analysis is reused by about ten application-specific analyses.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9734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let’s look at some preliminary experimental results of Qi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e’s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application-specific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analyses.</a:t>
            </a:r>
            <a:endParaRPr lang="en-US" altLang="zh-CN" dirty="0"/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hardware bug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detection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dirty="0"/>
              <a:t>Unlike software, hardware tends to contain </a:t>
            </a:r>
            <a:r>
              <a:rPr lang="en-US" altLang="zh-CN" sz="1200" dirty="0">
                <a:solidFill>
                  <a:schemeClr val="accent1"/>
                </a:solidFill>
              </a:rPr>
              <a:t>fewer but harder-to-detect bugs.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because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hardware designs typically undergo extensive simulation and rigorous verification, as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defects are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 expensive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fix if escaped into production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so, our analyses detected 18 bugs in 8 categories across hardware projects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averaging 1.5 thousand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accent1"/>
                </a:solidFill>
              </a:rPr>
              <a:t>Half of these bugs were previously unknown and all of them have been confirmed by the developers.</a:t>
            </a:r>
            <a:endParaRPr lang="en-US" altLang="zh-CN" dirty="0"/>
          </a:p>
          <a:p>
            <a:r>
              <a:rPr lang="en-US" altLang="zh-CN" dirty="0"/>
              <a:t>Moreover, all of these bugs are beyond the capabilities of exiting Verilog static analysis tools, which are linters.</a:t>
            </a:r>
          </a:p>
          <a:p>
            <a:endParaRPr lang="en-US" altLang="zh-CN" dirty="0"/>
          </a:p>
          <a:p>
            <a:r>
              <a:rPr lang="en-US" altLang="zh-CN" dirty="0"/>
              <a:t>On hardware security analysis,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our Verilog taint analysis can find </a:t>
            </a:r>
            <a:r>
              <a:rPr lang="en-US" altLang="zh-CN" sz="1200" dirty="0">
                <a:solidFill>
                  <a:schemeClr val="accent1"/>
                </a:solidFill>
              </a:rPr>
              <a:t>15 information leaks </a:t>
            </a:r>
            <a:r>
              <a:rPr lang="en-US" altLang="zh-CN" sz="1200" dirty="0"/>
              <a:t>in from the well-known </a:t>
            </a:r>
            <a:r>
              <a:rPr lang="en-US" altLang="zh-CN" sz="1200" dirty="0" err="1"/>
              <a:t>TrustHub</a:t>
            </a:r>
            <a:r>
              <a:rPr lang="en-US" altLang="zh-CN" sz="1200" dirty="0"/>
              <a:t> benchmark.</a:t>
            </a: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Qihe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also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 a class of hardware Trojans that exploit Verilog’s special 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semantics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hide their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malicious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298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hardware program understanding, we evaluate Qihe on three representative tasks: inferring clock signals, reset signals, and registers, and achieve 97% precision and recall on average.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hardware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optimization, we identify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lot of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useless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signals that can be safely removed.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these preliminary results demonstrate strong potential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hardware static analysis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1117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Qihe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’s underlying framework support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implementation effort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these application-specific analyses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also modest: each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takes just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300 lines of code on average.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w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ithout Qihe, building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application-specific analysis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would require re-implementing all the prerequisite analyses from scratch.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estimate is that this would take roughly 5,000 lines of code.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addition, our static analyses are lightweight: even on a real-world codebase with over one million lines of code, running all of our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than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 analyses takes only about six minutes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total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930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FDC98-F681-DFA2-E4E1-A9F406C0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AEB54F-D1EF-9519-31B9-9C78D0D23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A28F2D-3EE4-481B-0DE7-E4BBC30B0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One more thing I’d like to share is that, since its release four months ago, </a:t>
            </a:r>
            <a:r>
              <a:rPr lang="en-US" altLang="zh-CN" dirty="0" err="1"/>
              <a:t>Qihe</a:t>
            </a:r>
            <a:r>
              <a:rPr lang="en-US" altLang="zh-CN" dirty="0"/>
              <a:t> has attracted registered users from nearly 50 institutions across the world.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798D19-2311-A87C-F2A4-C61747612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1248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 to visit our website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access the full source code of Qihe.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provide extensive documentation to help you get started with Qihe and develop new analyses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addition, we offer detailed API references.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or would like to discuss ideas, feel free to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contact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your attention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8A807-02DF-488B-B08F-A32DDBEA1AF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213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8632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66907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9958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0549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6913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92736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93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78354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71100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95377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61244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101AA48-DAEE-437B-886A-9DC075625841}"/>
              </a:ext>
            </a:extLst>
          </p:cNvPr>
          <p:cNvCxnSpPr>
            <a:cxnSpLocks/>
          </p:cNvCxnSpPr>
          <p:nvPr userDrawn="1"/>
        </p:nvCxnSpPr>
        <p:spPr>
          <a:xfrm>
            <a:off x="1824220" y="1400177"/>
            <a:ext cx="0" cy="4024313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EAA27CEC-5877-4804-9FE7-7B5729B513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8388" y="1702106"/>
            <a:ext cx="8475380" cy="718078"/>
          </a:xfr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buNone/>
              <a:defRPr lang="zh-CN" altLang="en-US" sz="4000" kern="1200" dirty="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sz="440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11" name="文本占位符 17">
            <a:extLst>
              <a:ext uri="{FF2B5EF4-FFF2-40B4-BE49-F238E27FC236}">
                <a16:creationId xmlns:a16="http://schemas.microsoft.com/office/drawing/2014/main" id="{DC088B47-526E-425B-BFBF-8B68BEDDE6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8387" y="2420184"/>
            <a:ext cx="8475380" cy="914400"/>
          </a:xfr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buNone/>
              <a:defRPr lang="en-US" altLang="zh-CN" sz="320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Calibri" panose="020F0502020204030204" pitchFamily="34" charset="0"/>
              </a:defRPr>
            </a:lvl1pPr>
          </a:lstStyle>
          <a:p>
            <a:pPr marL="0" algn="l" defTabSz="457200" rtl="0" eaLnBrk="1" latinLnBrk="0" hangingPunct="1"/>
            <a:r>
              <a:rPr lang="en-US" altLang="zh-CN" sz="280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Calibri" panose="020F0502020204030204" pitchFamily="34" charset="0"/>
              </a:rPr>
              <a:t>Subtitle</a:t>
            </a: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041840A2-F421-4E65-A4DF-3787D535C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8388" y="3997736"/>
            <a:ext cx="8475380" cy="758048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buNone/>
              <a:defRPr sz="2400">
                <a:latin typeface="+mj-lt"/>
              </a:defRPr>
            </a:lvl1pPr>
          </a:lstStyle>
          <a:p>
            <a:pPr>
              <a:lnSpc>
                <a:spcPts val="2800"/>
              </a:lnSpc>
            </a:pPr>
            <a:r>
              <a:rPr lang="en-US" altLang="zh-CN" sz="2400" dirty="0">
                <a:latin typeface="Calibri Light" panose="020F0302020204030204" pitchFamily="34" charset="0"/>
                <a:ea typeface="Verdana" panose="020B0604030504040204" pitchFamily="34" charset="0"/>
                <a:cs typeface="Calibri Light" panose="020F0302020204030204" pitchFamily="34" charset="0"/>
              </a:rPr>
              <a:t>Authors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77688641-2A7D-4FBF-899E-F6C433274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88388" y="4793122"/>
            <a:ext cx="4169833" cy="400110"/>
          </a:xfr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ts val="2400"/>
              </a:lnSpc>
              <a:buNone/>
              <a:defRPr lang="zh-CN" alt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 err="1"/>
              <a:t>Affliation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744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6130"/>
            <a:ext cx="10515600" cy="4351338"/>
          </a:xfrm>
        </p:spPr>
        <p:txBody>
          <a:bodyPr>
            <a:normAutofit/>
          </a:bodyPr>
          <a:lstStyle>
            <a:lvl1pPr marL="360000" indent="-360000">
              <a:lnSpc>
                <a:spcPts val="3200"/>
              </a:lnSpc>
              <a:spcBef>
                <a:spcPts val="0"/>
              </a:spcBef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20000" indent="-360000">
              <a:lnSpc>
                <a:spcPts val="3200"/>
              </a:lnSpc>
              <a:spcBef>
                <a:spcPts val="0"/>
              </a:spcBef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80000" indent="-360000">
              <a:lnSpc>
                <a:spcPts val="3200"/>
              </a:lnSpc>
              <a:spcBef>
                <a:spcPts val="0"/>
              </a:spcBef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440000" indent="-360000">
              <a:lnSpc>
                <a:spcPts val="3200"/>
              </a:lnSpc>
              <a:spcBef>
                <a:spcPts val="0"/>
              </a:spcBef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00000" indent="-360000">
              <a:lnSpc>
                <a:spcPts val="3200"/>
              </a:lnSpc>
              <a:spcBef>
                <a:spcPts val="0"/>
              </a:spcBef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E0997CF-E673-4386-882D-DE3393F9B47D}"/>
              </a:ext>
            </a:extLst>
          </p:cNvPr>
          <p:cNvCxnSpPr>
            <a:cxnSpLocks/>
          </p:cNvCxnSpPr>
          <p:nvPr userDrawn="1"/>
        </p:nvCxnSpPr>
        <p:spPr>
          <a:xfrm>
            <a:off x="844757" y="490538"/>
            <a:ext cx="0" cy="65276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3233E452-36DF-4EBF-926B-4B2652658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1270" y="490538"/>
            <a:ext cx="6538015" cy="652766"/>
          </a:xfr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buNone/>
              <a:defRPr lang="zh-CN" altLang="en-US" sz="3600" kern="1200" dirty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sz="3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Heading</a:t>
            </a:r>
            <a:endParaRPr lang="zh-CN" altLang="en-US" sz="36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08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DA58D-09E1-46D9-89DF-7A8300BA7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9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jp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qihe.pascal-lab.net/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github.com/pascal-lab/qihe" TargetMode="External"/><Relationship Id="rId5" Type="http://schemas.openxmlformats.org/officeDocument/2006/relationships/hyperlink" Target="https://qihe-docs.pascal-lab.net/javadoc/" TargetMode="External"/><Relationship Id="rId4" Type="http://schemas.openxmlformats.org/officeDocument/2006/relationships/hyperlink" Target="https://qihe-docs.pascal-lab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33E30FB-4DA5-447B-B6A9-48E0DFDC80E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92340" y="1694574"/>
            <a:ext cx="9811688" cy="5450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600" b="1" dirty="0">
                <a:ea typeface="Verdana" panose="020B0604030504040204" pitchFamily="34" charset="0"/>
                <a:cs typeface="Calibri" panose="020F0502020204030204" pitchFamily="34" charset="0"/>
              </a:rPr>
              <a:t>Exploiting Sophisticated Static Analysis for Verilog</a:t>
            </a:r>
            <a:endParaRPr lang="en-US" altLang="zh-CN" sz="3600" dirty="0"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FC4598-8A6B-4591-9AA6-23268B06A68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92341" y="2865289"/>
            <a:ext cx="7985124" cy="104334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ea typeface="Verdana" panose="020B0604030504040204" pitchFamily="34" charset="0"/>
                <a:cs typeface="Times New Roman" panose="02020603050405020304" pitchFamily="18" charset="0"/>
              </a:rPr>
              <a:t>Qinlin Chen</a:t>
            </a:r>
            <a:r>
              <a:rPr lang="en-US" altLang="zh-CN" dirty="0">
                <a:ea typeface="Verdana" panose="020B0604030504040204" pitchFamily="34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ea typeface="Verdana" panose="020B0604030504040204" pitchFamily="34" charset="0"/>
                <a:cs typeface="Times New Roman" panose="02020603050405020304" pitchFamily="18" charset="0"/>
              </a:rPr>
              <a:t>Nairen</a:t>
            </a:r>
            <a:r>
              <a:rPr lang="zh-CN" altLang="en-US" dirty="0"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ea typeface="Verdana" panose="020B0604030504040204" pitchFamily="34" charset="0"/>
                <a:cs typeface="Times New Roman" panose="02020603050405020304" pitchFamily="18" charset="0"/>
              </a:rPr>
              <a:t>Zhang,</a:t>
            </a:r>
            <a:r>
              <a:rPr lang="zh-CN" altLang="en-US" dirty="0"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ea typeface="Verdana" panose="020B0604030504040204" pitchFamily="34" charset="0"/>
                <a:cs typeface="Times New Roman" panose="02020603050405020304" pitchFamily="18" charset="0"/>
              </a:rPr>
              <a:t>Jinpeng Wang, </a:t>
            </a:r>
            <a:r>
              <a:rPr lang="en-US" altLang="zh-CN" u="sng" dirty="0">
                <a:ea typeface="Verdana" panose="020B0604030504040204" pitchFamily="34" charset="0"/>
                <a:cs typeface="Times New Roman" panose="02020603050405020304" pitchFamily="18" charset="0"/>
              </a:rPr>
              <a:t>Jiacai Cui</a:t>
            </a:r>
            <a:r>
              <a:rPr lang="en-US" altLang="zh-CN" dirty="0">
                <a:ea typeface="Verdana" panose="020B0604030504040204" pitchFamily="34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>
                <a:ea typeface="Verdana" panose="020B0604030504040204" pitchFamily="34" charset="0"/>
                <a:cs typeface="Times New Roman" panose="02020603050405020304" pitchFamily="18" charset="0"/>
              </a:rPr>
              <a:t>Tian </a:t>
            </a:r>
            <a:r>
              <a:rPr lang="en-US" altLang="zh-CN" dirty="0">
                <a:ea typeface="Verdana" panose="020B0604030504040204" pitchFamily="34" charset="0"/>
                <a:cs typeface="Times New Roman" panose="02020603050405020304" pitchFamily="18" charset="0"/>
              </a:rPr>
              <a:t>Tan*, Xiaoxing Ma, Chang Xu, Jian Lu, and Yue Li*</a:t>
            </a:r>
            <a:endParaRPr lang="en-US" altLang="zh-CN" sz="2800" dirty="0"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图片 6" descr="徽标&#10;&#10;描述已自动生成">
            <a:extLst>
              <a:ext uri="{FF2B5EF4-FFF2-40B4-BE49-F238E27FC236}">
                <a16:creationId xmlns:a16="http://schemas.microsoft.com/office/drawing/2014/main" id="{AA388C67-AE48-F420-5A06-9B5F05770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566" y="5325639"/>
            <a:ext cx="857640" cy="1075162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CF5B4025-12B5-A03E-8EDE-F6BA12613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916" y="5496532"/>
            <a:ext cx="2411624" cy="73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ite Logo">
            <a:extLst>
              <a:ext uri="{FF2B5EF4-FFF2-40B4-BE49-F238E27FC236}">
                <a16:creationId xmlns:a16="http://schemas.microsoft.com/office/drawing/2014/main" id="{8D75C805-DDE6-E544-E94B-24CE9507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739" y="5496532"/>
            <a:ext cx="1176522" cy="73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3CBF93E-72E4-7450-5C63-921EE6E12F04}"/>
              </a:ext>
            </a:extLst>
          </p:cNvPr>
          <p:cNvCxnSpPr>
            <a:cxnSpLocks/>
          </p:cNvCxnSpPr>
          <p:nvPr/>
        </p:nvCxnSpPr>
        <p:spPr>
          <a:xfrm>
            <a:off x="1080369" y="1583418"/>
            <a:ext cx="0" cy="34720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52521049-4091-4F8A-E1C7-F9334C0D8D21}"/>
              </a:ext>
            </a:extLst>
          </p:cNvPr>
          <p:cNvSpPr txBox="1">
            <a:spLocks/>
          </p:cNvSpPr>
          <p:nvPr/>
        </p:nvSpPr>
        <p:spPr>
          <a:xfrm>
            <a:off x="1392340" y="4089215"/>
            <a:ext cx="8814307" cy="7849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ea typeface="Verdana" panose="020B0604030504040204" pitchFamily="34" charset="0"/>
                <a:cs typeface="Times New Roman" panose="02020603050405020304" pitchFamily="18" charset="0"/>
              </a:rPr>
              <a:t>PASCAL @ Institute of Computer Software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ea typeface="Verdana" panose="020B0604030504040204" pitchFamily="34" charset="0"/>
                <a:cs typeface="Times New Roman" panose="02020603050405020304" pitchFamily="18" charset="0"/>
              </a:rPr>
              <a:t>State Key Laboratory for Novel Software Technology, Nanjing University</a:t>
            </a:r>
            <a:endParaRPr lang="zh-CN" altLang="en-US" sz="2400" dirty="0"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3A4443-F31A-9EF3-D927-EF8D82E20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303" y="113863"/>
            <a:ext cx="2537577" cy="126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1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EEE69-9282-C184-4BCB-84B1243C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03233-45CB-4887-CE50-5BFAC461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56C5F6-1B64-A684-6550-960D81E51A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85569"/>
            <a:ext cx="6538015" cy="652766"/>
          </a:xfrm>
        </p:spPr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A9897E3-9624-11ED-94B6-96307AE7801A}"/>
              </a:ext>
            </a:extLst>
          </p:cNvPr>
          <p:cNvSpPr txBox="1">
            <a:spLocks/>
          </p:cNvSpPr>
          <p:nvPr/>
        </p:nvSpPr>
        <p:spPr>
          <a:xfrm>
            <a:off x="738248" y="1529348"/>
            <a:ext cx="10502565" cy="4827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2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08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44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0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200000"/>
              </a:lnSpc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The Untapped Potential of Hardware Static Analysis</a:t>
            </a:r>
          </a:p>
          <a:p>
            <a:pPr defTabSz="457200">
              <a:lnSpc>
                <a:spcPct val="200000"/>
              </a:lnSpc>
              <a:spcBef>
                <a:spcPts val="600"/>
              </a:spcBef>
            </a:pP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Qihe</a:t>
            </a: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: A General-Purpose Static Analysis Framework for Verilog </a:t>
            </a:r>
          </a:p>
          <a:p>
            <a:pPr defTabSz="457200">
              <a:lnSpc>
                <a:spcPct val="200000"/>
              </a:lnSpc>
              <a:spcBef>
                <a:spcPts val="600"/>
              </a:spcBef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What Hardware Static Analysis Looks Like</a:t>
            </a:r>
            <a:endParaRPr lang="en-US" altLang="zh-CN" sz="2800" b="1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defTabSz="457200">
              <a:lnSpc>
                <a:spcPct val="200000"/>
              </a:lnSpc>
              <a:spcBef>
                <a:spcPts val="600"/>
              </a:spcBef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​​Preliminary Results in Hardware Bug Detection, Security, Understanding, and Optimization</a:t>
            </a:r>
          </a:p>
        </p:txBody>
      </p:sp>
    </p:spTree>
    <p:extLst>
      <p:ext uri="{BB962C8B-B14F-4D97-AF65-F5344CB8AC3E}">
        <p14:creationId xmlns:p14="http://schemas.microsoft.com/office/powerpoint/2010/main" val="333840507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8CE97-CBA4-8E1C-9667-00ADD275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B400AC-D882-E3F3-554F-C9152C4C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78DA58D-09E1-46D9-89DF-7A8300BA7034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62E735-D020-E2A9-06FF-E27BF8D7C4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2038" y="490538"/>
            <a:ext cx="10914614" cy="652462"/>
          </a:xfrm>
        </p:spPr>
        <p:txBody>
          <a:bodyPr>
            <a:normAutofit/>
          </a:bodyPr>
          <a:lstStyle/>
          <a:p>
            <a:r>
              <a:rPr lang="en-US" altLang="zh-CN" dirty="0"/>
              <a:t>The Untapped Potential of Hardware Static Analysis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A384C2-2D74-6F06-5164-F48CF909794B}"/>
              </a:ext>
            </a:extLst>
          </p:cNvPr>
          <p:cNvSpPr txBox="1"/>
          <p:nvPr/>
        </p:nvSpPr>
        <p:spPr>
          <a:xfrm>
            <a:off x="255242" y="1382359"/>
            <a:ext cx="4136222" cy="146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C8393A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Software</a:t>
            </a:r>
            <a:endParaRPr lang="en-US" altLang="zh-CN" sz="3200" dirty="0">
              <a:solidFill>
                <a:srgbClr val="C8393A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Programming (C, Java)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Testing + Formal Verification</a:t>
            </a:r>
            <a:endParaRPr lang="zh-CN" altLang="en-US" sz="24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029DB2-BF1F-18E2-30AF-9090BF367B27}"/>
              </a:ext>
            </a:extLst>
          </p:cNvPr>
          <p:cNvSpPr txBox="1"/>
          <p:nvPr/>
        </p:nvSpPr>
        <p:spPr>
          <a:xfrm>
            <a:off x="255242" y="4232513"/>
            <a:ext cx="4136222" cy="146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Hardware</a:t>
            </a:r>
            <a:endParaRPr lang="en-US" altLang="zh-CN" sz="3200" dirty="0">
              <a:solidFill>
                <a:schemeClr val="accent1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Programming (Verilog)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Simulation + Formal Verification </a:t>
            </a:r>
            <a:endParaRPr lang="zh-CN" altLang="en-US" sz="24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A3DC369-4DD9-073C-2EFC-EAA678E6AF5C}"/>
              </a:ext>
            </a:extLst>
          </p:cNvPr>
          <p:cNvSpPr txBox="1"/>
          <p:nvPr/>
        </p:nvSpPr>
        <p:spPr>
          <a:xfrm>
            <a:off x="7999976" y="1299868"/>
            <a:ext cx="36786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8393A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Software Static Analysis</a:t>
            </a:r>
          </a:p>
          <a:p>
            <a:r>
              <a:rPr lang="en-US" altLang="zh-CN" sz="24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Thousands of analyses </a:t>
            </a: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for bug detection, security, program understanding…</a:t>
            </a:r>
            <a:endParaRPr lang="zh-CN" altLang="en-US" sz="24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679532E8-9ADE-4E10-DBF6-E561B15ED8C8}"/>
              </a:ext>
            </a:extLst>
          </p:cNvPr>
          <p:cNvSpPr txBox="1">
            <a:spLocks/>
          </p:cNvSpPr>
          <p:nvPr/>
        </p:nvSpPr>
        <p:spPr>
          <a:xfrm>
            <a:off x="3884672" y="4219250"/>
            <a:ext cx="4046094" cy="8418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dirty="0">
                <a:latin typeface="+mn-lt"/>
                <a:ea typeface="KaiTi" panose="02010609060101010101" pitchFamily="49" charset="-122"/>
                <a:cs typeface="Al Nile" pitchFamily="2" charset="-78"/>
              </a:rPr>
              <a:t>Increasing </a:t>
            </a:r>
            <a:r>
              <a:rPr lang="en-US" altLang="ja-JP" sz="2400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Hardware</a:t>
            </a:r>
          </a:p>
          <a:p>
            <a:r>
              <a:rPr lang="en-US" altLang="ja-JP" sz="2400" dirty="0">
                <a:latin typeface="+mn-lt"/>
                <a:ea typeface="KaiTi" panose="02010609060101010101" pitchFamily="49" charset="-122"/>
                <a:cs typeface="Al Nile" pitchFamily="2" charset="-78"/>
              </a:rPr>
              <a:t>Diversity and Complexity</a:t>
            </a:r>
            <a:endParaRPr lang="en-US" sz="2400" dirty="0">
              <a:latin typeface="+mn-lt"/>
              <a:ea typeface="KaiTi" panose="02010609060101010101" pitchFamily="49" charset="-122"/>
              <a:cs typeface="Al Nile" pitchFamily="2" charset="-78"/>
            </a:endParaRPr>
          </a:p>
        </p:txBody>
      </p:sp>
      <p:cxnSp>
        <p:nvCxnSpPr>
          <p:cNvPr id="29" name="Straight Arrow Connector 2">
            <a:extLst>
              <a:ext uri="{FF2B5EF4-FFF2-40B4-BE49-F238E27FC236}">
                <a16:creationId xmlns:a16="http://schemas.microsoft.com/office/drawing/2014/main" id="{D959D63C-145E-E158-24F1-3A4121391915}"/>
              </a:ext>
            </a:extLst>
          </p:cNvPr>
          <p:cNvCxnSpPr>
            <a:cxnSpLocks/>
          </p:cNvCxnSpPr>
          <p:nvPr/>
        </p:nvCxnSpPr>
        <p:spPr>
          <a:xfrm>
            <a:off x="4311676" y="5136390"/>
            <a:ext cx="3511302" cy="0"/>
          </a:xfrm>
          <a:prstGeom prst="straightConnector1">
            <a:avLst/>
          </a:prstGeom>
          <a:ln w="1016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337BED6F-5DF7-529C-F0EB-EB0E7C108F75}"/>
              </a:ext>
            </a:extLst>
          </p:cNvPr>
          <p:cNvSpPr txBox="1">
            <a:spLocks/>
          </p:cNvSpPr>
          <p:nvPr/>
        </p:nvSpPr>
        <p:spPr>
          <a:xfrm>
            <a:off x="4672531" y="5300840"/>
            <a:ext cx="782873" cy="43038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dirty="0">
                <a:solidFill>
                  <a:schemeClr val="accent1"/>
                </a:solidFill>
                <a:latin typeface="+mn-lt"/>
                <a:ea typeface="KaiTi" panose="02010609060101010101" pitchFamily="49" charset="-122"/>
                <a:cs typeface="Al Nile" pitchFamily="2" charset="-78"/>
              </a:rPr>
              <a:t>2026</a:t>
            </a:r>
            <a:endParaRPr lang="en-US" sz="2800" dirty="0">
              <a:solidFill>
                <a:schemeClr val="accent1"/>
              </a:solidFill>
              <a:latin typeface="Al Nile" pitchFamily="2" charset="-78"/>
              <a:ea typeface="KaiTi" panose="02010609060101010101" pitchFamily="49" charset="-122"/>
              <a:cs typeface="Al Nile" pitchFamily="2" charset="-78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2C05A04-F876-41FB-1F35-7DA8810CF1E1}"/>
              </a:ext>
            </a:extLst>
          </p:cNvPr>
          <p:cNvSpPr txBox="1"/>
          <p:nvPr/>
        </p:nvSpPr>
        <p:spPr>
          <a:xfrm>
            <a:off x="7999976" y="4519354"/>
            <a:ext cx="3833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Hardware Static Analysis?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55FB8A75-2FC7-B293-B388-E0304227DDEC}"/>
              </a:ext>
            </a:extLst>
          </p:cNvPr>
          <p:cNvSpPr txBox="1">
            <a:spLocks/>
          </p:cNvSpPr>
          <p:nvPr/>
        </p:nvSpPr>
        <p:spPr>
          <a:xfrm>
            <a:off x="3884672" y="1369096"/>
            <a:ext cx="4046094" cy="8418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dirty="0">
                <a:latin typeface="+mn-lt"/>
                <a:ea typeface="KaiTi" panose="02010609060101010101" pitchFamily="49" charset="-122"/>
                <a:cs typeface="Al Nile" pitchFamily="2" charset="-78"/>
              </a:rPr>
              <a:t>Increasing </a:t>
            </a:r>
            <a:r>
              <a:rPr lang="en-US" altLang="zh-CN" sz="2400" dirty="0">
                <a:solidFill>
                  <a:srgbClr val="C8393A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Software</a:t>
            </a:r>
            <a:endParaRPr lang="en-US" altLang="ja-JP" sz="2400" dirty="0">
              <a:solidFill>
                <a:srgbClr val="C8393A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ja-JP" sz="2400" dirty="0">
                <a:latin typeface="+mn-lt"/>
                <a:ea typeface="KaiTi" panose="02010609060101010101" pitchFamily="49" charset="-122"/>
                <a:cs typeface="Al Nile" pitchFamily="2" charset="-78"/>
              </a:rPr>
              <a:t>Diversity and Complexity</a:t>
            </a:r>
            <a:endParaRPr lang="en-US" sz="2400" dirty="0">
              <a:latin typeface="+mn-lt"/>
              <a:ea typeface="KaiTi" panose="02010609060101010101" pitchFamily="49" charset="-122"/>
              <a:cs typeface="Al Nile" pitchFamily="2" charset="-78"/>
            </a:endParaRPr>
          </a:p>
        </p:txBody>
      </p:sp>
      <p:cxnSp>
        <p:nvCxnSpPr>
          <p:cNvPr id="43" name="Straight Arrow Connector 2">
            <a:extLst>
              <a:ext uri="{FF2B5EF4-FFF2-40B4-BE49-F238E27FC236}">
                <a16:creationId xmlns:a16="http://schemas.microsoft.com/office/drawing/2014/main" id="{876FC499-C787-DEEB-39C2-162978A5F79C}"/>
              </a:ext>
            </a:extLst>
          </p:cNvPr>
          <p:cNvCxnSpPr>
            <a:cxnSpLocks/>
          </p:cNvCxnSpPr>
          <p:nvPr/>
        </p:nvCxnSpPr>
        <p:spPr>
          <a:xfrm>
            <a:off x="4311676" y="2286236"/>
            <a:ext cx="3511302" cy="0"/>
          </a:xfrm>
          <a:prstGeom prst="straightConnector1">
            <a:avLst/>
          </a:prstGeom>
          <a:ln w="1016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F4D29490-6C0D-5E10-DC24-A09B19A0F34D}"/>
              </a:ext>
            </a:extLst>
          </p:cNvPr>
          <p:cNvSpPr txBox="1">
            <a:spLocks/>
          </p:cNvSpPr>
          <p:nvPr/>
        </p:nvSpPr>
        <p:spPr>
          <a:xfrm>
            <a:off x="4672531" y="2450686"/>
            <a:ext cx="782873" cy="43038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dirty="0">
                <a:solidFill>
                  <a:srgbClr val="C8393A"/>
                </a:solidFill>
                <a:latin typeface="+mn-lt"/>
                <a:ea typeface="KaiTi" panose="02010609060101010101" pitchFamily="49" charset="-122"/>
                <a:cs typeface="Al Nile" pitchFamily="2" charset="-78"/>
              </a:rPr>
              <a:t>2000</a:t>
            </a:r>
            <a:endParaRPr lang="en-US" sz="2800" dirty="0">
              <a:solidFill>
                <a:srgbClr val="C8393A"/>
              </a:solidFill>
              <a:latin typeface="+mn-lt"/>
              <a:ea typeface="KaiTi" panose="02010609060101010101" pitchFamily="49" charset="-122"/>
              <a:cs typeface="Al Nile" pitchFamily="2" charset="-7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F866B9-8078-51CC-03F0-4A82A389070E}"/>
              </a:ext>
            </a:extLst>
          </p:cNvPr>
          <p:cNvSpPr txBox="1"/>
          <p:nvPr/>
        </p:nvSpPr>
        <p:spPr>
          <a:xfrm>
            <a:off x="6519345" y="2370410"/>
            <a:ext cx="782873" cy="52322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US" altLang="zh-CN" sz="2800" dirty="0">
                <a:solidFill>
                  <a:srgbClr val="C8393A"/>
                </a:solidFill>
                <a:ea typeface="KaiTi" panose="02010609060101010101" pitchFamily="49" charset="-122"/>
                <a:cs typeface="Al Nile" pitchFamily="2" charset="-78"/>
              </a:rPr>
              <a:t>2026</a:t>
            </a:r>
            <a:endParaRPr lang="zh-CN" altLang="en-US" sz="2800" dirty="0">
              <a:solidFill>
                <a:srgbClr val="C8393A"/>
              </a:solidFill>
              <a:ea typeface="KaiTi" panose="02010609060101010101" pitchFamily="49" charset="-122"/>
              <a:cs typeface="Al Nile" pitchFamily="2" charset="-78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1C41BD-2B42-6674-3EC4-9A4E4028CE48}"/>
              </a:ext>
            </a:extLst>
          </p:cNvPr>
          <p:cNvSpPr txBox="1"/>
          <p:nvPr/>
        </p:nvSpPr>
        <p:spPr>
          <a:xfrm>
            <a:off x="5598614" y="2412766"/>
            <a:ext cx="782873" cy="430379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US" altLang="zh-CN" sz="2800" dirty="0">
                <a:solidFill>
                  <a:srgbClr val="C8393A"/>
                </a:solidFill>
                <a:latin typeface="Al Nile" pitchFamily="2" charset="-78"/>
                <a:ea typeface="KaiTi" panose="02010609060101010101" pitchFamily="49" charset="-122"/>
                <a:cs typeface="Al Nile" pitchFamily="2" charset="-78"/>
              </a:rPr>
              <a:t>——</a:t>
            </a:r>
            <a:endParaRPr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ED3591-04EB-988C-9083-69D8EC0EBB17}"/>
              </a:ext>
            </a:extLst>
          </p:cNvPr>
          <p:cNvSpPr txBox="1"/>
          <p:nvPr/>
        </p:nvSpPr>
        <p:spPr>
          <a:xfrm>
            <a:off x="5598942" y="5277241"/>
            <a:ext cx="782545" cy="5232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altLang="zh-CN" sz="2800" dirty="0">
                <a:solidFill>
                  <a:srgbClr val="4C78C7"/>
                </a:solidFill>
                <a:latin typeface="Al Nile" pitchFamily="2" charset="-78"/>
                <a:ea typeface="KaiTi" panose="02010609060101010101" pitchFamily="49" charset="-122"/>
                <a:cs typeface="Al Nile" pitchFamily="2" charset="-78"/>
              </a:rPr>
              <a:t>——</a:t>
            </a:r>
            <a:endParaRPr lang="zh-CN" altLang="en-US" sz="2800" dirty="0">
              <a:solidFill>
                <a:srgbClr val="4C78C7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6042E4-B35C-3D85-2A9B-D93F8E49F697}"/>
              </a:ext>
            </a:extLst>
          </p:cNvPr>
          <p:cNvSpPr txBox="1"/>
          <p:nvPr/>
        </p:nvSpPr>
        <p:spPr>
          <a:xfrm>
            <a:off x="1439625" y="3574403"/>
            <a:ext cx="3275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</a:rPr>
              <a:t>Naming, Style, Pattern, ... 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3933439-D8E9-8958-08D7-57C87287E2AA}"/>
              </a:ext>
            </a:extLst>
          </p:cNvPr>
          <p:cNvSpPr txBox="1"/>
          <p:nvPr/>
        </p:nvSpPr>
        <p:spPr>
          <a:xfrm>
            <a:off x="1366280" y="3111399"/>
            <a:ext cx="3025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/>
                </a:solidFill>
              </a:rPr>
              <a:t>Basic Syntactic Checks</a:t>
            </a:r>
            <a:endParaRPr lang="zh-CN" altLang="en-US" sz="2400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2715873-F40F-266F-CC61-E74686923739}"/>
              </a:ext>
            </a:extLst>
          </p:cNvPr>
          <p:cNvSpPr txBox="1"/>
          <p:nvPr/>
        </p:nvSpPr>
        <p:spPr>
          <a:xfrm>
            <a:off x="7302218" y="3111399"/>
            <a:ext cx="4268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/>
                </a:solidFill>
              </a:rPr>
              <a:t>Sophisticated Semantic Analysis</a:t>
            </a:r>
            <a:endParaRPr lang="zh-CN" altLang="en-US" sz="2400" b="1" dirty="0">
              <a:solidFill>
                <a:schemeClr val="accent6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DEC1E4F-BD67-E20B-7243-273014A7B33E}"/>
              </a:ext>
            </a:extLst>
          </p:cNvPr>
          <p:cNvSpPr txBox="1"/>
          <p:nvPr/>
        </p:nvSpPr>
        <p:spPr>
          <a:xfrm>
            <a:off x="7551979" y="3574403"/>
            <a:ext cx="3862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6"/>
                </a:solidFill>
              </a:rPr>
              <a:t>Logic, Property, Intention, ...</a:t>
            </a:r>
            <a:endParaRPr lang="zh-CN" altLang="en-US" sz="2400" dirty="0">
              <a:solidFill>
                <a:schemeClr val="accent6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5B22AD-DE59-974C-B524-66DA7AC4D0FF}"/>
              </a:ext>
            </a:extLst>
          </p:cNvPr>
          <p:cNvSpPr txBox="1"/>
          <p:nvPr/>
        </p:nvSpPr>
        <p:spPr>
          <a:xfrm>
            <a:off x="7999976" y="5077186"/>
            <a:ext cx="2097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5D9"/>
                </a:highlight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Underexplored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5D9"/>
              </a:highlight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72367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28" grpId="0"/>
      <p:bldP spid="30" grpId="0"/>
      <p:bldP spid="31" grpId="0"/>
      <p:bldP spid="42" grpId="0"/>
      <p:bldP spid="44" grpId="0"/>
      <p:bldP spid="8" grpId="0"/>
      <p:bldP spid="14" grpId="0"/>
      <p:bldP spid="15" grpId="0"/>
      <p:bldP spid="21" grpId="0"/>
      <p:bldP spid="23" grpId="0"/>
      <p:bldP spid="25" grpId="0"/>
      <p:bldP spid="37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F7DAA2-7B54-4A82-91B5-1B76C952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78DA58D-09E1-46D9-89DF-7A8300BA7034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C12502-8995-41FB-8361-5520946084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2038" y="490538"/>
            <a:ext cx="10914614" cy="652462"/>
          </a:xfrm>
        </p:spPr>
        <p:txBody>
          <a:bodyPr>
            <a:normAutofit/>
          </a:bodyPr>
          <a:lstStyle/>
          <a:p>
            <a:r>
              <a:rPr lang="en-US" altLang="zh-CN" dirty="0"/>
              <a:t>The Untapped Potential of Hardware Static Analysis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3A3303-F6B8-0925-6EA9-3435AA0DB796}"/>
              </a:ext>
            </a:extLst>
          </p:cNvPr>
          <p:cNvSpPr txBox="1"/>
          <p:nvPr/>
        </p:nvSpPr>
        <p:spPr>
          <a:xfrm>
            <a:off x="579713" y="5280179"/>
            <a:ext cx="11032573" cy="652462"/>
          </a:xfrm>
          <a:prstGeom prst="roundRect">
            <a:avLst/>
          </a:prstGeom>
          <a:solidFill>
            <a:srgbClr val="FFF5D9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defRPr>
            </a:lvl1pPr>
            <a:lvl2pPr marL="72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8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44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0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zh-CN" sz="3000" b="1" dirty="0">
                <a:solidFill>
                  <a:schemeClr val="accent1"/>
                </a:solidFill>
              </a:rPr>
              <a:t>Qihe</a:t>
            </a:r>
            <a:r>
              <a:rPr lang="en-US" altLang="zh-CN" sz="3000" b="1" dirty="0">
                <a:solidFill>
                  <a:schemeClr val="tx1"/>
                </a:solidFill>
              </a:rPr>
              <a:t>:</a:t>
            </a:r>
            <a:r>
              <a:rPr lang="en-US" altLang="zh-CN" sz="3000" dirty="0"/>
              <a:t> </a:t>
            </a:r>
            <a:r>
              <a:rPr lang="en-US" altLang="zh-CN" sz="3000" u="sng" dirty="0"/>
              <a:t>The First General-Purpose Static Analysis Framework</a:t>
            </a:r>
            <a:r>
              <a:rPr lang="en-US" altLang="zh-CN" sz="3000" dirty="0"/>
              <a:t> for </a:t>
            </a:r>
            <a:r>
              <a:rPr lang="en-US" altLang="zh-CN" sz="3000" dirty="0">
                <a:solidFill>
                  <a:schemeClr val="accent1"/>
                </a:solidFill>
              </a:rPr>
              <a:t>Verilog</a:t>
            </a:r>
            <a:endParaRPr lang="zh-CN" altLang="en-US" sz="3000" dirty="0">
              <a:solidFill>
                <a:schemeClr val="accent1"/>
              </a:solidFill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36EE9A9-1730-54B3-C8CC-BE62C63D28F6}"/>
              </a:ext>
            </a:extLst>
          </p:cNvPr>
          <p:cNvSpPr/>
          <p:nvPr/>
        </p:nvSpPr>
        <p:spPr>
          <a:xfrm rot="16200000">
            <a:off x="8771371" y="4639752"/>
            <a:ext cx="502367" cy="350036"/>
          </a:xfrm>
          <a:prstGeom prst="rightArrow">
            <a:avLst>
              <a:gd name="adj1" fmla="val 38642"/>
              <a:gd name="adj2" fmla="val 52840"/>
            </a:avLst>
          </a:prstGeom>
          <a:solidFill>
            <a:srgbClr val="FFF5D9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B6CC43-8AD6-CFA5-2E47-707ADEF72BD8}"/>
              </a:ext>
            </a:extLst>
          </p:cNvPr>
          <p:cNvSpPr txBox="1"/>
          <p:nvPr/>
        </p:nvSpPr>
        <p:spPr>
          <a:xfrm>
            <a:off x="9189981" y="4549841"/>
            <a:ext cx="1035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Exploit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6F34A4-6451-A829-46C1-E2A669F3C07A}"/>
              </a:ext>
            </a:extLst>
          </p:cNvPr>
          <p:cNvSpPr txBox="1"/>
          <p:nvPr/>
        </p:nvSpPr>
        <p:spPr>
          <a:xfrm>
            <a:off x="255242" y="1382359"/>
            <a:ext cx="4136222" cy="146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C8393A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Software</a:t>
            </a:r>
            <a:endParaRPr lang="en-US" altLang="zh-CN" sz="3200" dirty="0">
              <a:solidFill>
                <a:srgbClr val="C8393A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Programming (C, Java)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Testing + Formal Verification</a:t>
            </a:r>
            <a:endParaRPr lang="zh-CN" altLang="en-US" sz="24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9A29E5-3813-AFF2-70AC-BBD8DDC9C630}"/>
              </a:ext>
            </a:extLst>
          </p:cNvPr>
          <p:cNvSpPr txBox="1"/>
          <p:nvPr/>
        </p:nvSpPr>
        <p:spPr>
          <a:xfrm>
            <a:off x="255242" y="3030334"/>
            <a:ext cx="4136222" cy="146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Hardware</a:t>
            </a:r>
            <a:endParaRPr lang="en-US" altLang="zh-CN" sz="3200" dirty="0">
              <a:solidFill>
                <a:schemeClr val="accent1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Programming (Verilog)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Simulation + Formal Verification </a:t>
            </a:r>
            <a:endParaRPr lang="zh-CN" altLang="en-US" sz="24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462290-D75D-7C43-0DE8-B947F9611B7E}"/>
              </a:ext>
            </a:extLst>
          </p:cNvPr>
          <p:cNvSpPr txBox="1"/>
          <p:nvPr/>
        </p:nvSpPr>
        <p:spPr>
          <a:xfrm>
            <a:off x="7999976" y="1299868"/>
            <a:ext cx="36786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8393A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Software Static Analysis</a:t>
            </a:r>
          </a:p>
          <a:p>
            <a:r>
              <a:rPr lang="en-US" altLang="zh-CN" sz="2400" b="1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Thousands of analyses </a:t>
            </a: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for bug detection, security, program understanding…</a:t>
            </a:r>
            <a:endParaRPr lang="zh-CN" altLang="en-US" sz="24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08E5B98-3187-F16A-BEA7-7049CE558219}"/>
              </a:ext>
            </a:extLst>
          </p:cNvPr>
          <p:cNvSpPr txBox="1">
            <a:spLocks/>
          </p:cNvSpPr>
          <p:nvPr/>
        </p:nvSpPr>
        <p:spPr>
          <a:xfrm>
            <a:off x="3884672" y="3017071"/>
            <a:ext cx="4046094" cy="8418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dirty="0">
                <a:latin typeface="+mn-lt"/>
                <a:ea typeface="KaiTi" panose="02010609060101010101" pitchFamily="49" charset="-122"/>
                <a:cs typeface="Al Nile" pitchFamily="2" charset="-78"/>
              </a:rPr>
              <a:t>Increasing </a:t>
            </a:r>
            <a:r>
              <a:rPr lang="en-US" altLang="ja-JP" sz="2400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Hardware</a:t>
            </a:r>
          </a:p>
          <a:p>
            <a:r>
              <a:rPr lang="en-US" altLang="ja-JP" sz="2400" dirty="0">
                <a:latin typeface="+mn-lt"/>
                <a:ea typeface="KaiTi" panose="02010609060101010101" pitchFamily="49" charset="-122"/>
                <a:cs typeface="Al Nile" pitchFamily="2" charset="-78"/>
              </a:rPr>
              <a:t>Diversity and Complexity</a:t>
            </a:r>
            <a:endParaRPr lang="en-US" sz="2400" dirty="0">
              <a:latin typeface="+mn-lt"/>
              <a:ea typeface="KaiTi" panose="02010609060101010101" pitchFamily="49" charset="-122"/>
              <a:cs typeface="Al Nile" pitchFamily="2" charset="-78"/>
            </a:endParaRPr>
          </a:p>
        </p:txBody>
      </p:sp>
      <p:cxnSp>
        <p:nvCxnSpPr>
          <p:cNvPr id="16" name="Straight Arrow Connector 2">
            <a:extLst>
              <a:ext uri="{FF2B5EF4-FFF2-40B4-BE49-F238E27FC236}">
                <a16:creationId xmlns:a16="http://schemas.microsoft.com/office/drawing/2014/main" id="{DB8CF21D-DD5F-844A-DCD1-EB86B22A1159}"/>
              </a:ext>
            </a:extLst>
          </p:cNvPr>
          <p:cNvCxnSpPr>
            <a:cxnSpLocks/>
          </p:cNvCxnSpPr>
          <p:nvPr/>
        </p:nvCxnSpPr>
        <p:spPr>
          <a:xfrm>
            <a:off x="4311676" y="3934211"/>
            <a:ext cx="3511302" cy="0"/>
          </a:xfrm>
          <a:prstGeom prst="straightConnector1">
            <a:avLst/>
          </a:prstGeom>
          <a:ln w="1016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45420AC5-C40E-22DE-1923-0BE325F47C69}"/>
              </a:ext>
            </a:extLst>
          </p:cNvPr>
          <p:cNvSpPr txBox="1">
            <a:spLocks/>
          </p:cNvSpPr>
          <p:nvPr/>
        </p:nvSpPr>
        <p:spPr>
          <a:xfrm>
            <a:off x="4672531" y="4098661"/>
            <a:ext cx="782873" cy="43038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dirty="0">
                <a:solidFill>
                  <a:schemeClr val="accent1"/>
                </a:solidFill>
                <a:latin typeface="+mn-lt"/>
                <a:ea typeface="KaiTi" panose="02010609060101010101" pitchFamily="49" charset="-122"/>
                <a:cs typeface="Al Nile" pitchFamily="2" charset="-78"/>
              </a:rPr>
              <a:t>2026</a:t>
            </a:r>
            <a:endParaRPr lang="en-US" sz="2800" dirty="0">
              <a:solidFill>
                <a:schemeClr val="accent1"/>
              </a:solidFill>
              <a:latin typeface="Al Nile" pitchFamily="2" charset="-78"/>
              <a:ea typeface="KaiTi" panose="02010609060101010101" pitchFamily="49" charset="-122"/>
              <a:cs typeface="Al Nile" pitchFamily="2" charset="-78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B052EF7-41A6-7215-6E0A-35841D160D86}"/>
              </a:ext>
            </a:extLst>
          </p:cNvPr>
          <p:cNvSpPr txBox="1"/>
          <p:nvPr/>
        </p:nvSpPr>
        <p:spPr>
          <a:xfrm>
            <a:off x="7999976" y="3317175"/>
            <a:ext cx="38333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Hardware Static Analysis?</a:t>
            </a:r>
          </a:p>
          <a:p>
            <a:r>
              <a:rPr lang="en-US" altLang="zh-CN" sz="2400" b="1" dirty="0">
                <a:highlight>
                  <a:srgbClr val="FFF5D9"/>
                </a:highlight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Underexplored</a:t>
            </a:r>
            <a:endParaRPr lang="zh-CN" altLang="en-US" sz="2400" b="1" dirty="0">
              <a:highlight>
                <a:srgbClr val="FFF5D9"/>
              </a:highlight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562E0AC-4551-8415-F0C3-57145B0B7AB6}"/>
              </a:ext>
            </a:extLst>
          </p:cNvPr>
          <p:cNvSpPr txBox="1">
            <a:spLocks/>
          </p:cNvSpPr>
          <p:nvPr/>
        </p:nvSpPr>
        <p:spPr>
          <a:xfrm>
            <a:off x="3884672" y="1369096"/>
            <a:ext cx="4046094" cy="8418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dirty="0">
                <a:latin typeface="+mn-lt"/>
                <a:ea typeface="KaiTi" panose="02010609060101010101" pitchFamily="49" charset="-122"/>
                <a:cs typeface="Al Nile" pitchFamily="2" charset="-78"/>
              </a:rPr>
              <a:t>Increasing </a:t>
            </a:r>
            <a:r>
              <a:rPr lang="en-US" altLang="zh-CN" sz="2400" dirty="0">
                <a:solidFill>
                  <a:srgbClr val="C8393A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Software</a:t>
            </a:r>
            <a:endParaRPr lang="en-US" altLang="ja-JP" sz="2400" dirty="0">
              <a:solidFill>
                <a:srgbClr val="C8393A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ja-JP" sz="2400" dirty="0">
                <a:latin typeface="+mn-lt"/>
                <a:ea typeface="KaiTi" panose="02010609060101010101" pitchFamily="49" charset="-122"/>
                <a:cs typeface="Al Nile" pitchFamily="2" charset="-78"/>
              </a:rPr>
              <a:t>Diversity and Complexity</a:t>
            </a:r>
            <a:endParaRPr lang="en-US" sz="2400" dirty="0">
              <a:latin typeface="+mn-lt"/>
              <a:ea typeface="KaiTi" panose="02010609060101010101" pitchFamily="49" charset="-122"/>
              <a:cs typeface="Al Nile" pitchFamily="2" charset="-78"/>
            </a:endParaRPr>
          </a:p>
        </p:txBody>
      </p:sp>
      <p:cxnSp>
        <p:nvCxnSpPr>
          <p:cNvPr id="21" name="Straight Arrow Connector 2">
            <a:extLst>
              <a:ext uri="{FF2B5EF4-FFF2-40B4-BE49-F238E27FC236}">
                <a16:creationId xmlns:a16="http://schemas.microsoft.com/office/drawing/2014/main" id="{63EFE335-2271-0AD5-4A44-E056941893C1}"/>
              </a:ext>
            </a:extLst>
          </p:cNvPr>
          <p:cNvCxnSpPr>
            <a:cxnSpLocks/>
          </p:cNvCxnSpPr>
          <p:nvPr/>
        </p:nvCxnSpPr>
        <p:spPr>
          <a:xfrm>
            <a:off x="4311676" y="2286236"/>
            <a:ext cx="3511302" cy="0"/>
          </a:xfrm>
          <a:prstGeom prst="straightConnector1">
            <a:avLst/>
          </a:prstGeom>
          <a:ln w="1016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388B72B8-223C-050F-8D9F-F3FDE22C0370}"/>
              </a:ext>
            </a:extLst>
          </p:cNvPr>
          <p:cNvSpPr txBox="1">
            <a:spLocks/>
          </p:cNvSpPr>
          <p:nvPr/>
        </p:nvSpPr>
        <p:spPr>
          <a:xfrm>
            <a:off x="4672531" y="2450686"/>
            <a:ext cx="782873" cy="43038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dirty="0">
                <a:solidFill>
                  <a:srgbClr val="C8393A"/>
                </a:solidFill>
                <a:latin typeface="+mn-lt"/>
                <a:ea typeface="KaiTi" panose="02010609060101010101" pitchFamily="49" charset="-122"/>
                <a:cs typeface="Al Nile" pitchFamily="2" charset="-78"/>
              </a:rPr>
              <a:t>2000</a:t>
            </a:r>
            <a:endParaRPr lang="en-US" sz="2800" dirty="0">
              <a:solidFill>
                <a:srgbClr val="C8393A"/>
              </a:solidFill>
              <a:latin typeface="+mn-lt"/>
              <a:ea typeface="KaiTi" panose="02010609060101010101" pitchFamily="49" charset="-122"/>
              <a:cs typeface="Al Nile" pitchFamily="2" charset="-78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2B9DBB6-5A7B-912C-ED27-61278CF57E02}"/>
              </a:ext>
            </a:extLst>
          </p:cNvPr>
          <p:cNvSpPr txBox="1"/>
          <p:nvPr/>
        </p:nvSpPr>
        <p:spPr>
          <a:xfrm>
            <a:off x="6519345" y="2366345"/>
            <a:ext cx="782873" cy="52322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US" altLang="zh-CN" sz="2800" dirty="0">
                <a:solidFill>
                  <a:srgbClr val="C8393A"/>
                </a:solidFill>
                <a:ea typeface="KaiTi" panose="02010609060101010101" pitchFamily="49" charset="-122"/>
                <a:cs typeface="Al Nile" pitchFamily="2" charset="-78"/>
              </a:rPr>
              <a:t>2026</a:t>
            </a:r>
            <a:endParaRPr lang="zh-CN" altLang="en-US" sz="2800" dirty="0">
              <a:solidFill>
                <a:srgbClr val="C8393A"/>
              </a:solidFill>
              <a:ea typeface="KaiTi" panose="02010609060101010101" pitchFamily="49" charset="-122"/>
              <a:cs typeface="Al Nile" pitchFamily="2" charset="-78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37CAF22-1B4B-060C-55C3-F37CC1481C32}"/>
              </a:ext>
            </a:extLst>
          </p:cNvPr>
          <p:cNvSpPr txBox="1"/>
          <p:nvPr/>
        </p:nvSpPr>
        <p:spPr>
          <a:xfrm>
            <a:off x="5598614" y="2412766"/>
            <a:ext cx="782873" cy="430379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US" altLang="zh-CN" sz="2800" dirty="0">
                <a:solidFill>
                  <a:srgbClr val="C8393A"/>
                </a:solidFill>
                <a:latin typeface="Al Nile" pitchFamily="2" charset="-78"/>
                <a:ea typeface="KaiTi" panose="02010609060101010101" pitchFamily="49" charset="-122"/>
                <a:cs typeface="Al Nile" pitchFamily="2" charset="-78"/>
              </a:rPr>
              <a:t>——</a:t>
            </a:r>
            <a:endParaRPr lang="zh-CN" altLang="en-US" sz="28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19F2890-4705-4AFE-7191-EF262AB3245A}"/>
              </a:ext>
            </a:extLst>
          </p:cNvPr>
          <p:cNvSpPr txBox="1"/>
          <p:nvPr/>
        </p:nvSpPr>
        <p:spPr>
          <a:xfrm>
            <a:off x="5598942" y="4075062"/>
            <a:ext cx="782545" cy="5232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altLang="zh-CN" sz="2800" dirty="0">
                <a:solidFill>
                  <a:srgbClr val="4C78C7"/>
                </a:solidFill>
                <a:latin typeface="Al Nile" pitchFamily="2" charset="-78"/>
                <a:ea typeface="KaiTi" panose="02010609060101010101" pitchFamily="49" charset="-122"/>
                <a:cs typeface="Al Nile" pitchFamily="2" charset="-78"/>
              </a:rPr>
              <a:t>——</a:t>
            </a:r>
            <a:endParaRPr lang="zh-CN" altLang="en-US" sz="2800" dirty="0">
              <a:solidFill>
                <a:srgbClr val="4C78C7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E49D5B-F4A0-020F-9DF8-FF4AE206A505}"/>
              </a:ext>
            </a:extLst>
          </p:cNvPr>
          <p:cNvSpPr txBox="1"/>
          <p:nvPr/>
        </p:nvSpPr>
        <p:spPr>
          <a:xfrm>
            <a:off x="4085823" y="6146866"/>
            <a:ext cx="4020353" cy="536913"/>
          </a:xfrm>
          <a:prstGeom prst="roundRect">
            <a:avLst>
              <a:gd name="adj" fmla="val 18125"/>
            </a:avLst>
          </a:prstGeom>
          <a:solidFill>
            <a:srgbClr val="FFF5D9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44000" tIns="0" rIns="91440" bIns="0" rtlCol="0" anchor="ctr" anchorCtr="0">
            <a:noAutofit/>
          </a:bodyPr>
          <a:lstStyle>
            <a:lvl1pPr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defRPr>
            </a:lvl1pPr>
            <a:lvl2pPr marL="72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8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44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0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100K+ LoC, Open-Source</a:t>
            </a:r>
          </a:p>
        </p:txBody>
      </p:sp>
    </p:spTree>
    <p:extLst>
      <p:ext uri="{BB962C8B-B14F-4D97-AF65-F5344CB8AC3E}">
        <p14:creationId xmlns:p14="http://schemas.microsoft.com/office/powerpoint/2010/main" val="2786963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EE3E-ED4B-0746-72CF-7CD498B7F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E54F0BC-81D7-44AF-1B4A-5632864F87F9}"/>
              </a:ext>
            </a:extLst>
          </p:cNvPr>
          <p:cNvSpPr/>
          <p:nvPr/>
        </p:nvSpPr>
        <p:spPr>
          <a:xfrm>
            <a:off x="147483" y="1352942"/>
            <a:ext cx="11897033" cy="4498879"/>
          </a:xfrm>
          <a:prstGeom prst="roundRect">
            <a:avLst>
              <a:gd name="adj" fmla="val 3752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BC3D93E-53FC-BED5-7B80-5EFEE086070A}"/>
              </a:ext>
            </a:extLst>
          </p:cNvPr>
          <p:cNvSpPr/>
          <p:nvPr/>
        </p:nvSpPr>
        <p:spPr>
          <a:xfrm>
            <a:off x="3964366" y="1466084"/>
            <a:ext cx="7916361" cy="4273988"/>
          </a:xfrm>
          <a:prstGeom prst="roundRect">
            <a:avLst>
              <a:gd name="adj" fmla="val 44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A6E250-825B-0F0A-338C-17CC937D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618450-41BC-BBD0-BC34-95A0781AF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Qihe Overview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0DDF37-5E38-4493-649C-54E29BF06971}"/>
              </a:ext>
            </a:extLst>
          </p:cNvPr>
          <p:cNvSpPr txBox="1"/>
          <p:nvPr/>
        </p:nvSpPr>
        <p:spPr>
          <a:xfrm>
            <a:off x="5300190" y="1560067"/>
            <a:ext cx="2278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Fundamental Analysis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061B70-698B-EFD6-3AF1-F8E0E684B817}"/>
              </a:ext>
            </a:extLst>
          </p:cNvPr>
          <p:cNvSpPr txBox="1"/>
          <p:nvPr/>
        </p:nvSpPr>
        <p:spPr>
          <a:xfrm>
            <a:off x="8979099" y="1560067"/>
            <a:ext cx="290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Application-Specific Analysis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0E509D29-51BF-3A45-A52F-2A556CC6A8B9}"/>
              </a:ext>
            </a:extLst>
          </p:cNvPr>
          <p:cNvSpPr/>
          <p:nvPr/>
        </p:nvSpPr>
        <p:spPr>
          <a:xfrm>
            <a:off x="9100511" y="3558270"/>
            <a:ext cx="507344" cy="369332"/>
          </a:xfrm>
          <a:prstGeom prst="rightArrow">
            <a:avLst>
              <a:gd name="adj1" fmla="val 46806"/>
              <a:gd name="adj2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BDEEA7-70E2-7F11-626E-B92BA40E3AF7}"/>
              </a:ext>
            </a:extLst>
          </p:cNvPr>
          <p:cNvSpPr txBox="1"/>
          <p:nvPr/>
        </p:nvSpPr>
        <p:spPr>
          <a:xfrm>
            <a:off x="8943263" y="3243314"/>
            <a:ext cx="928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Support</a:t>
            </a:r>
            <a:endParaRPr lang="zh-CN" altLang="en-US" sz="1600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BA204F3-94F0-8C31-8F4A-A19F98E281C2}"/>
              </a:ext>
            </a:extLst>
          </p:cNvPr>
          <p:cNvGrpSpPr/>
          <p:nvPr/>
        </p:nvGrpSpPr>
        <p:grpSpPr>
          <a:xfrm>
            <a:off x="194678" y="1451978"/>
            <a:ext cx="1802430" cy="4288094"/>
            <a:chOff x="171081" y="1451978"/>
            <a:chExt cx="1802430" cy="4288094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DC0C4494-A5BA-4FFD-3FD7-58058883570D}"/>
                </a:ext>
              </a:extLst>
            </p:cNvPr>
            <p:cNvSpPr/>
            <p:nvPr/>
          </p:nvSpPr>
          <p:spPr>
            <a:xfrm>
              <a:off x="253672" y="1451978"/>
              <a:ext cx="1570800" cy="4288094"/>
            </a:xfrm>
            <a:prstGeom prst="roundRect">
              <a:avLst>
                <a:gd name="adj" fmla="val 77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A404AA5-EE04-FF2E-EB68-3DD53EDAEDD9}"/>
                </a:ext>
              </a:extLst>
            </p:cNvPr>
            <p:cNvSpPr txBox="1"/>
            <p:nvPr/>
          </p:nvSpPr>
          <p:spPr>
            <a:xfrm>
              <a:off x="171081" y="1491286"/>
              <a:ext cx="180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Frontend</a:t>
              </a:r>
              <a:endParaRPr lang="zh-CN" altLang="en-US" b="1" dirty="0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406870A-218A-9F03-77F7-42B1FECA9305}"/>
                </a:ext>
              </a:extLst>
            </p:cNvPr>
            <p:cNvSpPr/>
            <p:nvPr/>
          </p:nvSpPr>
          <p:spPr>
            <a:xfrm>
              <a:off x="334870" y="1914031"/>
              <a:ext cx="1392249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IR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Generator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64FAC2A-23AA-1CD7-3EE2-AF88DF507BEB}"/>
                </a:ext>
              </a:extLst>
            </p:cNvPr>
            <p:cNvSpPr/>
            <p:nvPr/>
          </p:nvSpPr>
          <p:spPr>
            <a:xfrm>
              <a:off x="334869" y="2934274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Simplification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Passes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2EF0767E-4152-50D4-5E73-8B5AA1FCB8A8}"/>
                </a:ext>
              </a:extLst>
            </p:cNvPr>
            <p:cNvSpPr/>
            <p:nvPr/>
          </p:nvSpPr>
          <p:spPr>
            <a:xfrm>
              <a:off x="334869" y="3954517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Elaborator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B59844F5-DA4D-4A01-F500-E1B67605ACE6}"/>
                </a:ext>
              </a:extLst>
            </p:cNvPr>
            <p:cNvSpPr/>
            <p:nvPr/>
          </p:nvSpPr>
          <p:spPr>
            <a:xfrm>
              <a:off x="334869" y="4974761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Parser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CA29F48-CDE0-C746-BFBF-929DCBA2C94C}"/>
              </a:ext>
            </a:extLst>
          </p:cNvPr>
          <p:cNvGrpSpPr/>
          <p:nvPr/>
        </p:nvGrpSpPr>
        <p:grpSpPr>
          <a:xfrm>
            <a:off x="1985529" y="1466084"/>
            <a:ext cx="1802431" cy="1917102"/>
            <a:chOff x="1961932" y="1466084"/>
            <a:chExt cx="1802431" cy="191710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C78443A5-E481-7A20-C560-EB198CF3DD12}"/>
                </a:ext>
              </a:extLst>
            </p:cNvPr>
            <p:cNvSpPr/>
            <p:nvPr/>
          </p:nvSpPr>
          <p:spPr>
            <a:xfrm>
              <a:off x="1961933" y="1466084"/>
              <a:ext cx="1802430" cy="1917102"/>
            </a:xfrm>
            <a:prstGeom prst="roundRect">
              <a:avLst>
                <a:gd name="adj" fmla="val 77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F785818-0D87-4BCD-4F37-4B269CD4135B}"/>
                </a:ext>
              </a:extLst>
            </p:cNvPr>
            <p:cNvSpPr txBox="1"/>
            <p:nvPr/>
          </p:nvSpPr>
          <p:spPr>
            <a:xfrm>
              <a:off x="1961932" y="1505392"/>
              <a:ext cx="180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Verilog IR</a:t>
              </a:r>
              <a:endParaRPr lang="zh-CN" altLang="en-US" b="1" dirty="0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6A75611E-031E-A03E-04C3-5C6787A77548}"/>
                </a:ext>
              </a:extLst>
            </p:cNvPr>
            <p:cNvSpPr/>
            <p:nvPr/>
          </p:nvSpPr>
          <p:spPr>
            <a:xfrm>
              <a:off x="2116079" y="1914031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Three-Address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273870CA-1EF5-DAA6-38CA-069454743C82}"/>
                </a:ext>
              </a:extLst>
            </p:cNvPr>
            <p:cNvSpPr/>
            <p:nvPr/>
          </p:nvSpPr>
          <p:spPr>
            <a:xfrm>
              <a:off x="2129396" y="2658302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Attribute System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ABE209C-32BA-2989-28F0-B5746AE500D6}"/>
              </a:ext>
            </a:extLst>
          </p:cNvPr>
          <p:cNvGrpSpPr/>
          <p:nvPr/>
        </p:nvGrpSpPr>
        <p:grpSpPr>
          <a:xfrm>
            <a:off x="1985529" y="3716066"/>
            <a:ext cx="1802430" cy="2024006"/>
            <a:chOff x="1961932" y="3716066"/>
            <a:chExt cx="1802430" cy="2024006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77B8A851-816D-93D4-E1CE-BD24FA98B1EA}"/>
                </a:ext>
              </a:extLst>
            </p:cNvPr>
            <p:cNvSpPr/>
            <p:nvPr/>
          </p:nvSpPr>
          <p:spPr>
            <a:xfrm>
              <a:off x="1961932" y="3716066"/>
              <a:ext cx="1802430" cy="2024006"/>
            </a:xfrm>
            <a:prstGeom prst="roundRect">
              <a:avLst>
                <a:gd name="adj" fmla="val 80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2128732E-90DC-B575-7ADD-06C96290EA1F}"/>
                </a:ext>
              </a:extLst>
            </p:cNvPr>
            <p:cNvSpPr/>
            <p:nvPr/>
          </p:nvSpPr>
          <p:spPr>
            <a:xfrm>
              <a:off x="2116080" y="4181274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Analysis Context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BAC0DB98-AE7D-5976-3E6A-4DB5519682D9}"/>
                </a:ext>
              </a:extLst>
            </p:cNvPr>
            <p:cNvSpPr/>
            <p:nvPr/>
          </p:nvSpPr>
          <p:spPr>
            <a:xfrm>
              <a:off x="2116080" y="4974761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Analysis Engine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B320C16-DE6F-ACE3-9192-19732FAB6D92}"/>
                </a:ext>
              </a:extLst>
            </p:cNvPr>
            <p:cNvSpPr txBox="1"/>
            <p:nvPr/>
          </p:nvSpPr>
          <p:spPr>
            <a:xfrm>
              <a:off x="1961932" y="3716066"/>
              <a:ext cx="180243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zh-CN" b="1" dirty="0"/>
                <a:t>Analysis Manager</a:t>
              </a:r>
              <a:endParaRPr lang="zh-CN" altLang="en-US" b="1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E7401BE-799D-ED41-9C28-16F51AF9E99D}"/>
              </a:ext>
            </a:extLst>
          </p:cNvPr>
          <p:cNvGrpSpPr/>
          <p:nvPr/>
        </p:nvGrpSpPr>
        <p:grpSpPr>
          <a:xfrm>
            <a:off x="4105769" y="2023383"/>
            <a:ext cx="2378663" cy="3479894"/>
            <a:chOff x="4105769" y="2023383"/>
            <a:chExt cx="2378663" cy="347989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F78B50D-863F-B6A7-D696-B469678CCFA7}"/>
                </a:ext>
              </a:extLst>
            </p:cNvPr>
            <p:cNvSpPr/>
            <p:nvPr/>
          </p:nvSpPr>
          <p:spPr>
            <a:xfrm>
              <a:off x="4105769" y="2023383"/>
              <a:ext cx="2378663" cy="3479894"/>
            </a:xfrm>
            <a:prstGeom prst="roundRect">
              <a:avLst>
                <a:gd name="adj" fmla="val 4348"/>
              </a:avLst>
            </a:prstGeom>
            <a:solidFill>
              <a:srgbClr val="FFF2CC"/>
            </a:solidFill>
            <a:ln w="19050">
              <a:solidFill>
                <a:srgbClr val="DBBD6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Common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Hierarchy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Assignability Checker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Expr Reduction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Assign Reduction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Bit-Ref Analysis</a:t>
              </a:r>
            </a:p>
            <a:p>
              <a:pPr>
                <a:spcBef>
                  <a:spcPts val="12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Synchronization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Reachable Guards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Reaching Guards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Guarded Inputs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Guarded Outputs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Computation Model Builder</a:t>
              </a: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1FADC1AC-5F1C-634D-663B-3D4D77CDA6BB}"/>
                </a:ext>
              </a:extLst>
            </p:cNvPr>
            <p:cNvCxnSpPr>
              <a:cxnSpLocks/>
            </p:cNvCxnSpPr>
            <p:nvPr/>
          </p:nvCxnSpPr>
          <p:spPr>
            <a:xfrm>
              <a:off x="4265632" y="2418579"/>
              <a:ext cx="0" cy="113969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BB67777-BC78-37B0-F223-DC78FD5B81D5}"/>
                </a:ext>
              </a:extLst>
            </p:cNvPr>
            <p:cNvCxnSpPr>
              <a:cxnSpLocks/>
            </p:cNvCxnSpPr>
            <p:nvPr/>
          </p:nvCxnSpPr>
          <p:spPr>
            <a:xfrm>
              <a:off x="4265632" y="3954517"/>
              <a:ext cx="0" cy="13299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F1F323F-AFD3-6F76-3FF7-E071305F53F7}"/>
              </a:ext>
            </a:extLst>
          </p:cNvPr>
          <p:cNvGrpSpPr/>
          <p:nvPr/>
        </p:nvGrpSpPr>
        <p:grpSpPr>
          <a:xfrm>
            <a:off x="6580445" y="2023382"/>
            <a:ext cx="2378663" cy="3481675"/>
            <a:chOff x="6580445" y="2023382"/>
            <a:chExt cx="2378663" cy="3481675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DB3F699-3ABF-B271-2DB5-1ED5E7E75372}"/>
                </a:ext>
              </a:extLst>
            </p:cNvPr>
            <p:cNvSpPr/>
            <p:nvPr/>
          </p:nvSpPr>
          <p:spPr>
            <a:xfrm>
              <a:off x="6580445" y="2023382"/>
              <a:ext cx="2378663" cy="3481675"/>
            </a:xfrm>
            <a:prstGeom prst="roundRect">
              <a:avLst>
                <a:gd name="adj" fmla="val 4348"/>
              </a:avLst>
            </a:prstGeom>
            <a:solidFill>
              <a:srgbClr val="FFF2CC"/>
            </a:solidFill>
            <a:ln w="19050">
              <a:solidFill>
                <a:srgbClr val="DBBD6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CFG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Call Graph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Branch Analysis</a:t>
              </a:r>
            </a:p>
            <a:p>
              <a:pPr>
                <a:spcBef>
                  <a:spcPts val="3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Concurrency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Thread Model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Thread Analysis</a:t>
              </a:r>
            </a:p>
            <a:p>
              <a:pPr>
                <a:spcBef>
                  <a:spcPts val="3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Data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Def-Use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Def-Chain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Constant Propagation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Reaching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Defs</a:t>
              </a:r>
              <a:r>
                <a:rPr lang="en-US" altLang="zh-CN" sz="1400" dirty="0">
                  <a:solidFill>
                    <a:schemeClr val="tx1"/>
                  </a:solidFill>
                </a:rPr>
                <a:t>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Flow-insensitive VFG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Flow-sensitive VFG builder</a:t>
              </a: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603029B-7941-017E-25A2-B2A72E903859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2457417"/>
              <a:ext cx="0" cy="6172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1B1F61D2-0522-05D1-E7B8-306F77A867DE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3375566"/>
              <a:ext cx="0" cy="43824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0EB5F8D9-6A9F-2DFF-A727-4C67EE6111D3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4110387"/>
              <a:ext cx="0" cy="129072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E410BDEA-9006-39BD-4972-4EBECEEC641F}"/>
              </a:ext>
            </a:extLst>
          </p:cNvPr>
          <p:cNvGrpSpPr/>
          <p:nvPr/>
        </p:nvGrpSpPr>
        <p:grpSpPr>
          <a:xfrm>
            <a:off x="9749258" y="1927052"/>
            <a:ext cx="2030636" cy="3578005"/>
            <a:chOff x="9749258" y="1927052"/>
            <a:chExt cx="2030636" cy="3578005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7237904B-A48A-5B91-3090-642777EB2866}"/>
                </a:ext>
              </a:extLst>
            </p:cNvPr>
            <p:cNvSpPr/>
            <p:nvPr/>
          </p:nvSpPr>
          <p:spPr>
            <a:xfrm>
              <a:off x="9845433" y="192705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87672047-A287-E4DC-0B4C-617C9AB64A16}"/>
                </a:ext>
              </a:extLst>
            </p:cNvPr>
            <p:cNvSpPr/>
            <p:nvPr/>
          </p:nvSpPr>
          <p:spPr>
            <a:xfrm>
              <a:off x="9801489" y="1975228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sz="1400" b="1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Dead Code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64C13FA-1B0B-97A6-DC04-C05E9B281181}"/>
                </a:ext>
              </a:extLst>
            </p:cNvPr>
            <p:cNvSpPr/>
            <p:nvPr/>
          </p:nvSpPr>
          <p:spPr>
            <a:xfrm>
              <a:off x="9749258" y="202338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 Signal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CD4CE297-53C1-9B19-2891-92BAC902C541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2442177"/>
              <a:ext cx="0" cy="56137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FE8109CB-3D5F-55D9-EEB8-4084D7C130D3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3328002"/>
              <a:ext cx="0" cy="3880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9EAEDBC3-A41C-70FB-F601-EA90599801FA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4042377"/>
              <a:ext cx="0" cy="60582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3E9371A-BFF9-E1ED-0524-8ED5462320B0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4941904"/>
              <a:ext cx="0" cy="43019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: 圆角 1">
            <a:extLst>
              <a:ext uri="{FF2B5EF4-FFF2-40B4-BE49-F238E27FC236}">
                <a16:creationId xmlns:a16="http://schemas.microsoft.com/office/drawing/2014/main" id="{A0999AF3-8469-B944-BA9E-3F9BDB5996B4}"/>
              </a:ext>
            </a:extLst>
          </p:cNvPr>
          <p:cNvSpPr/>
          <p:nvPr/>
        </p:nvSpPr>
        <p:spPr>
          <a:xfrm>
            <a:off x="862247" y="6349113"/>
            <a:ext cx="2299597" cy="412134"/>
          </a:xfrm>
          <a:prstGeom prst="roundRect">
            <a:avLst>
              <a:gd name="adj" fmla="val 45379"/>
            </a:avLst>
          </a:prstGeom>
          <a:solidFill>
            <a:srgbClr val="F8CEC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Analysis Users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0" name="矩形: 圆角 6">
            <a:extLst>
              <a:ext uri="{FF2B5EF4-FFF2-40B4-BE49-F238E27FC236}">
                <a16:creationId xmlns:a16="http://schemas.microsoft.com/office/drawing/2014/main" id="{F8140969-9E0D-6C46-B2A8-E3C70441BCFE}"/>
              </a:ext>
            </a:extLst>
          </p:cNvPr>
          <p:cNvSpPr/>
          <p:nvPr/>
        </p:nvSpPr>
        <p:spPr>
          <a:xfrm>
            <a:off x="5187725" y="6332845"/>
            <a:ext cx="2541644" cy="412134"/>
          </a:xfrm>
          <a:prstGeom prst="roundRect">
            <a:avLst>
              <a:gd name="adj" fmla="val 50000"/>
            </a:avLst>
          </a:prstGeom>
          <a:solidFill>
            <a:srgbClr val="DAE8F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Analysis Developers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53" name="直接箭头连接符 8">
            <a:extLst>
              <a:ext uri="{FF2B5EF4-FFF2-40B4-BE49-F238E27FC236}">
                <a16:creationId xmlns:a16="http://schemas.microsoft.com/office/drawing/2014/main" id="{09353EEF-2DAD-494B-83AF-2057FE37852F}"/>
              </a:ext>
            </a:extLst>
          </p:cNvPr>
          <p:cNvCxnSpPr>
            <a:cxnSpLocks/>
          </p:cNvCxnSpPr>
          <p:nvPr/>
        </p:nvCxnSpPr>
        <p:spPr>
          <a:xfrm flipV="1">
            <a:off x="1054591" y="5576495"/>
            <a:ext cx="0" cy="772618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12">
            <a:extLst>
              <a:ext uri="{FF2B5EF4-FFF2-40B4-BE49-F238E27FC236}">
                <a16:creationId xmlns:a16="http://schemas.microsoft.com/office/drawing/2014/main" id="{6AE41BC5-91F4-AC45-BB82-5F01F80E61D5}"/>
              </a:ext>
            </a:extLst>
          </p:cNvPr>
          <p:cNvCxnSpPr>
            <a:cxnSpLocks/>
          </p:cNvCxnSpPr>
          <p:nvPr/>
        </p:nvCxnSpPr>
        <p:spPr>
          <a:xfrm flipV="1">
            <a:off x="1054591" y="4556251"/>
            <a:ext cx="0" cy="418510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19">
            <a:extLst>
              <a:ext uri="{FF2B5EF4-FFF2-40B4-BE49-F238E27FC236}">
                <a16:creationId xmlns:a16="http://schemas.microsoft.com/office/drawing/2014/main" id="{000CA068-29C1-0747-A49D-9B61D10402D1}"/>
              </a:ext>
            </a:extLst>
          </p:cNvPr>
          <p:cNvCxnSpPr>
            <a:cxnSpLocks/>
          </p:cNvCxnSpPr>
          <p:nvPr/>
        </p:nvCxnSpPr>
        <p:spPr>
          <a:xfrm flipV="1">
            <a:off x="1054591" y="3536008"/>
            <a:ext cx="0" cy="418509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31">
            <a:extLst>
              <a:ext uri="{FF2B5EF4-FFF2-40B4-BE49-F238E27FC236}">
                <a16:creationId xmlns:a16="http://schemas.microsoft.com/office/drawing/2014/main" id="{24B65C77-9CB4-8F40-82C2-D24B95F8EEE4}"/>
              </a:ext>
            </a:extLst>
          </p:cNvPr>
          <p:cNvCxnSpPr>
            <a:cxnSpLocks/>
          </p:cNvCxnSpPr>
          <p:nvPr/>
        </p:nvCxnSpPr>
        <p:spPr>
          <a:xfrm flipV="1">
            <a:off x="1054591" y="2515765"/>
            <a:ext cx="1" cy="418509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2">
            <a:extLst>
              <a:ext uri="{FF2B5EF4-FFF2-40B4-BE49-F238E27FC236}">
                <a16:creationId xmlns:a16="http://schemas.microsoft.com/office/drawing/2014/main" id="{2CDA1738-9D18-F547-89B1-A570FFDA9ED3}"/>
              </a:ext>
            </a:extLst>
          </p:cNvPr>
          <p:cNvCxnSpPr>
            <a:cxnSpLocks/>
          </p:cNvCxnSpPr>
          <p:nvPr/>
        </p:nvCxnSpPr>
        <p:spPr>
          <a:xfrm>
            <a:off x="1750716" y="2214898"/>
            <a:ext cx="234813" cy="0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70">
            <a:extLst>
              <a:ext uri="{FF2B5EF4-FFF2-40B4-BE49-F238E27FC236}">
                <a16:creationId xmlns:a16="http://schemas.microsoft.com/office/drawing/2014/main" id="{15A44684-463E-5048-B99B-A4346214BB6F}"/>
              </a:ext>
            </a:extLst>
          </p:cNvPr>
          <p:cNvCxnSpPr/>
          <p:nvPr/>
        </p:nvCxnSpPr>
        <p:spPr>
          <a:xfrm rot="5400000">
            <a:off x="1963734" y="3559129"/>
            <a:ext cx="1098955" cy="747068"/>
          </a:xfrm>
          <a:prstGeom prst="bentConnector4">
            <a:avLst>
              <a:gd name="adj1" fmla="val 20277"/>
              <a:gd name="adj2" fmla="val 130600"/>
            </a:avLst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连接符: 肘形 74">
            <a:extLst>
              <a:ext uri="{FF2B5EF4-FFF2-40B4-BE49-F238E27FC236}">
                <a16:creationId xmlns:a16="http://schemas.microsoft.com/office/drawing/2014/main" id="{34365301-561C-D24A-88FC-C9C9BC3293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08438" y="3603077"/>
            <a:ext cx="355928" cy="879063"/>
          </a:xfrm>
          <a:prstGeom prst="bentConnector3">
            <a:avLst>
              <a:gd name="adj1" fmla="val 29929"/>
            </a:avLst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连接符: 肘形 79">
            <a:extLst>
              <a:ext uri="{FF2B5EF4-FFF2-40B4-BE49-F238E27FC236}">
                <a16:creationId xmlns:a16="http://schemas.microsoft.com/office/drawing/2014/main" id="{48C6A5AB-F4AB-9044-829F-8A1BD9A40D39}"/>
              </a:ext>
            </a:extLst>
          </p:cNvPr>
          <p:cNvCxnSpPr>
            <a:cxnSpLocks/>
          </p:cNvCxnSpPr>
          <p:nvPr/>
        </p:nvCxnSpPr>
        <p:spPr>
          <a:xfrm rot="10800000">
            <a:off x="3608439" y="4482142"/>
            <a:ext cx="1579287" cy="2056771"/>
          </a:xfrm>
          <a:prstGeom prst="bentConnector3">
            <a:avLst>
              <a:gd name="adj1" fmla="val 84177"/>
            </a:avLst>
          </a:prstGeom>
          <a:ln w="28575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80">
            <a:extLst>
              <a:ext uri="{FF2B5EF4-FFF2-40B4-BE49-F238E27FC236}">
                <a16:creationId xmlns:a16="http://schemas.microsoft.com/office/drawing/2014/main" id="{AD52F5BB-9798-9740-9D2A-84AE0B9DF718}"/>
              </a:ext>
            </a:extLst>
          </p:cNvPr>
          <p:cNvCxnSpPr>
            <a:cxnSpLocks/>
          </p:cNvCxnSpPr>
          <p:nvPr/>
        </p:nvCxnSpPr>
        <p:spPr>
          <a:xfrm>
            <a:off x="2874058" y="4783008"/>
            <a:ext cx="0" cy="191753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83">
            <a:extLst>
              <a:ext uri="{FF2B5EF4-FFF2-40B4-BE49-F238E27FC236}">
                <a16:creationId xmlns:a16="http://schemas.microsoft.com/office/drawing/2014/main" id="{02401E41-81BF-5843-AE91-0E9923658C80}"/>
              </a:ext>
            </a:extLst>
          </p:cNvPr>
          <p:cNvCxnSpPr>
            <a:cxnSpLocks/>
          </p:cNvCxnSpPr>
          <p:nvPr/>
        </p:nvCxnSpPr>
        <p:spPr>
          <a:xfrm>
            <a:off x="2874058" y="5576495"/>
            <a:ext cx="0" cy="779855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84E265FA-FEB8-7549-80FC-838814B5AE51}"/>
              </a:ext>
            </a:extLst>
          </p:cNvPr>
          <p:cNvSpPr txBox="1"/>
          <p:nvPr/>
        </p:nvSpPr>
        <p:spPr>
          <a:xfrm>
            <a:off x="678773" y="5856158"/>
            <a:ext cx="2002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In: </a:t>
            </a:r>
            <a:r>
              <a:rPr lang="en-US" altLang="zh-CN" sz="2000" dirty="0"/>
              <a:t>Verilog Design</a:t>
            </a:r>
            <a:endParaRPr lang="zh-CN" altLang="en-US" sz="2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C62B66A-4629-864C-B20D-5893A7B49D39}"/>
              </a:ext>
            </a:extLst>
          </p:cNvPr>
          <p:cNvSpPr txBox="1"/>
          <p:nvPr/>
        </p:nvSpPr>
        <p:spPr>
          <a:xfrm>
            <a:off x="2831438" y="5856158"/>
            <a:ext cx="2356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Out: </a:t>
            </a:r>
            <a:r>
              <a:rPr lang="en-US" altLang="zh-CN" sz="2000" dirty="0"/>
              <a:t>Analysis Results</a:t>
            </a:r>
            <a:endParaRPr lang="zh-CN" altLang="en-US" sz="2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AF129F7-4318-D84C-B1F7-2F5F3774BBB8}"/>
              </a:ext>
            </a:extLst>
          </p:cNvPr>
          <p:cNvSpPr txBox="1"/>
          <p:nvPr/>
        </p:nvSpPr>
        <p:spPr>
          <a:xfrm>
            <a:off x="5187724" y="5851821"/>
            <a:ext cx="2186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Add: </a:t>
            </a:r>
            <a:r>
              <a:rPr lang="en-US" altLang="zh-CN" sz="2000" dirty="0"/>
              <a:t>New Analyses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7575363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EE3E-ED4B-0746-72CF-7CD498B7F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E54F0BC-81D7-44AF-1B4A-5632864F87F9}"/>
              </a:ext>
            </a:extLst>
          </p:cNvPr>
          <p:cNvSpPr/>
          <p:nvPr/>
        </p:nvSpPr>
        <p:spPr>
          <a:xfrm>
            <a:off x="147483" y="1352942"/>
            <a:ext cx="11897033" cy="4498879"/>
          </a:xfrm>
          <a:prstGeom prst="roundRect">
            <a:avLst>
              <a:gd name="adj" fmla="val 3752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BC3D93E-53FC-BED5-7B80-5EFEE086070A}"/>
              </a:ext>
            </a:extLst>
          </p:cNvPr>
          <p:cNvSpPr/>
          <p:nvPr/>
        </p:nvSpPr>
        <p:spPr>
          <a:xfrm>
            <a:off x="3964366" y="1466084"/>
            <a:ext cx="7916361" cy="4273988"/>
          </a:xfrm>
          <a:prstGeom prst="roundRect">
            <a:avLst>
              <a:gd name="adj" fmla="val 44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A6E250-825B-0F0A-338C-17CC937D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618450-41BC-BBD0-BC34-95A0781AF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Qihe Overview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0DDF37-5E38-4493-649C-54E29BF06971}"/>
              </a:ext>
            </a:extLst>
          </p:cNvPr>
          <p:cNvSpPr txBox="1"/>
          <p:nvPr/>
        </p:nvSpPr>
        <p:spPr>
          <a:xfrm>
            <a:off x="5300190" y="1560067"/>
            <a:ext cx="2278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Fundamental Analysis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061B70-698B-EFD6-3AF1-F8E0E684B817}"/>
              </a:ext>
            </a:extLst>
          </p:cNvPr>
          <p:cNvSpPr txBox="1"/>
          <p:nvPr/>
        </p:nvSpPr>
        <p:spPr>
          <a:xfrm>
            <a:off x="8979099" y="1560067"/>
            <a:ext cx="290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Application-Specific Analysis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0E509D29-51BF-3A45-A52F-2A556CC6A8B9}"/>
              </a:ext>
            </a:extLst>
          </p:cNvPr>
          <p:cNvSpPr/>
          <p:nvPr/>
        </p:nvSpPr>
        <p:spPr>
          <a:xfrm>
            <a:off x="9100511" y="3558270"/>
            <a:ext cx="507344" cy="369332"/>
          </a:xfrm>
          <a:prstGeom prst="rightArrow">
            <a:avLst>
              <a:gd name="adj1" fmla="val 46806"/>
              <a:gd name="adj2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BDEEA7-70E2-7F11-626E-B92BA40E3AF7}"/>
              </a:ext>
            </a:extLst>
          </p:cNvPr>
          <p:cNvSpPr txBox="1"/>
          <p:nvPr/>
        </p:nvSpPr>
        <p:spPr>
          <a:xfrm>
            <a:off x="8943263" y="3243314"/>
            <a:ext cx="928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Support</a:t>
            </a:r>
            <a:endParaRPr lang="zh-CN" altLang="en-US" sz="1600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BA204F3-94F0-8C31-8F4A-A19F98E281C2}"/>
              </a:ext>
            </a:extLst>
          </p:cNvPr>
          <p:cNvGrpSpPr/>
          <p:nvPr/>
        </p:nvGrpSpPr>
        <p:grpSpPr>
          <a:xfrm>
            <a:off x="194678" y="1451978"/>
            <a:ext cx="1802430" cy="4288094"/>
            <a:chOff x="171081" y="1451978"/>
            <a:chExt cx="1802430" cy="4288094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DC0C4494-A5BA-4FFD-3FD7-58058883570D}"/>
                </a:ext>
              </a:extLst>
            </p:cNvPr>
            <p:cNvSpPr/>
            <p:nvPr/>
          </p:nvSpPr>
          <p:spPr>
            <a:xfrm>
              <a:off x="253672" y="1451978"/>
              <a:ext cx="1570800" cy="4288094"/>
            </a:xfrm>
            <a:prstGeom prst="roundRect">
              <a:avLst>
                <a:gd name="adj" fmla="val 77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A404AA5-EE04-FF2E-EB68-3DD53EDAEDD9}"/>
                </a:ext>
              </a:extLst>
            </p:cNvPr>
            <p:cNvSpPr txBox="1"/>
            <p:nvPr/>
          </p:nvSpPr>
          <p:spPr>
            <a:xfrm>
              <a:off x="171081" y="1491286"/>
              <a:ext cx="180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Frontend</a:t>
              </a:r>
              <a:endParaRPr lang="zh-CN" altLang="en-US" b="1" dirty="0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406870A-218A-9F03-77F7-42B1FECA9305}"/>
                </a:ext>
              </a:extLst>
            </p:cNvPr>
            <p:cNvSpPr/>
            <p:nvPr/>
          </p:nvSpPr>
          <p:spPr>
            <a:xfrm>
              <a:off x="334870" y="1914031"/>
              <a:ext cx="1392249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IR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Generator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64FAC2A-23AA-1CD7-3EE2-AF88DF507BEB}"/>
                </a:ext>
              </a:extLst>
            </p:cNvPr>
            <p:cNvSpPr/>
            <p:nvPr/>
          </p:nvSpPr>
          <p:spPr>
            <a:xfrm>
              <a:off x="334869" y="2934274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Simplification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Passes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2EF0767E-4152-50D4-5E73-8B5AA1FCB8A8}"/>
                </a:ext>
              </a:extLst>
            </p:cNvPr>
            <p:cNvSpPr/>
            <p:nvPr/>
          </p:nvSpPr>
          <p:spPr>
            <a:xfrm>
              <a:off x="334869" y="3954517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Elaborator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B59844F5-DA4D-4A01-F500-E1B67605ACE6}"/>
                </a:ext>
              </a:extLst>
            </p:cNvPr>
            <p:cNvSpPr/>
            <p:nvPr/>
          </p:nvSpPr>
          <p:spPr>
            <a:xfrm>
              <a:off x="334869" y="4974761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Parser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CA29F48-CDE0-C746-BFBF-929DCBA2C94C}"/>
              </a:ext>
            </a:extLst>
          </p:cNvPr>
          <p:cNvGrpSpPr/>
          <p:nvPr/>
        </p:nvGrpSpPr>
        <p:grpSpPr>
          <a:xfrm>
            <a:off x="1985529" y="1466084"/>
            <a:ext cx="1802431" cy="1917102"/>
            <a:chOff x="1961932" y="1466084"/>
            <a:chExt cx="1802431" cy="191710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C78443A5-E481-7A20-C560-EB198CF3DD12}"/>
                </a:ext>
              </a:extLst>
            </p:cNvPr>
            <p:cNvSpPr/>
            <p:nvPr/>
          </p:nvSpPr>
          <p:spPr>
            <a:xfrm>
              <a:off x="1961933" y="1466084"/>
              <a:ext cx="1802430" cy="1917102"/>
            </a:xfrm>
            <a:prstGeom prst="roundRect">
              <a:avLst>
                <a:gd name="adj" fmla="val 77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F785818-0D87-4BCD-4F37-4B269CD4135B}"/>
                </a:ext>
              </a:extLst>
            </p:cNvPr>
            <p:cNvSpPr txBox="1"/>
            <p:nvPr/>
          </p:nvSpPr>
          <p:spPr>
            <a:xfrm>
              <a:off x="1961932" y="1505392"/>
              <a:ext cx="180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Verilog IR</a:t>
              </a:r>
              <a:endParaRPr lang="zh-CN" altLang="en-US" b="1" dirty="0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6A75611E-031E-A03E-04C3-5C6787A77548}"/>
                </a:ext>
              </a:extLst>
            </p:cNvPr>
            <p:cNvSpPr/>
            <p:nvPr/>
          </p:nvSpPr>
          <p:spPr>
            <a:xfrm>
              <a:off x="2116079" y="1914031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Three-Address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273870CA-1EF5-DAA6-38CA-069454743C82}"/>
                </a:ext>
              </a:extLst>
            </p:cNvPr>
            <p:cNvSpPr/>
            <p:nvPr/>
          </p:nvSpPr>
          <p:spPr>
            <a:xfrm>
              <a:off x="2129396" y="2658302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Attribute System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ABE209C-32BA-2989-28F0-B5746AE500D6}"/>
              </a:ext>
            </a:extLst>
          </p:cNvPr>
          <p:cNvGrpSpPr/>
          <p:nvPr/>
        </p:nvGrpSpPr>
        <p:grpSpPr>
          <a:xfrm>
            <a:off x="1985529" y="3716066"/>
            <a:ext cx="1802430" cy="2024006"/>
            <a:chOff x="1961932" y="3716066"/>
            <a:chExt cx="1802430" cy="2024006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77B8A851-816D-93D4-E1CE-BD24FA98B1EA}"/>
                </a:ext>
              </a:extLst>
            </p:cNvPr>
            <p:cNvSpPr/>
            <p:nvPr/>
          </p:nvSpPr>
          <p:spPr>
            <a:xfrm>
              <a:off x="1961932" y="3716066"/>
              <a:ext cx="1802430" cy="2024006"/>
            </a:xfrm>
            <a:prstGeom prst="roundRect">
              <a:avLst>
                <a:gd name="adj" fmla="val 80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2128732E-90DC-B575-7ADD-06C96290EA1F}"/>
                </a:ext>
              </a:extLst>
            </p:cNvPr>
            <p:cNvSpPr/>
            <p:nvPr/>
          </p:nvSpPr>
          <p:spPr>
            <a:xfrm>
              <a:off x="2116080" y="4181274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Analysis Context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BAC0DB98-AE7D-5976-3E6A-4DB5519682D9}"/>
                </a:ext>
              </a:extLst>
            </p:cNvPr>
            <p:cNvSpPr/>
            <p:nvPr/>
          </p:nvSpPr>
          <p:spPr>
            <a:xfrm>
              <a:off x="2116080" y="4974761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Analysis Engine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B320C16-DE6F-ACE3-9192-19732FAB6D92}"/>
                </a:ext>
              </a:extLst>
            </p:cNvPr>
            <p:cNvSpPr txBox="1"/>
            <p:nvPr/>
          </p:nvSpPr>
          <p:spPr>
            <a:xfrm>
              <a:off x="1961932" y="3716066"/>
              <a:ext cx="180243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zh-CN" b="1" dirty="0"/>
                <a:t>Analysis Manager</a:t>
              </a:r>
              <a:endParaRPr lang="zh-CN" altLang="en-US" b="1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E7401BE-799D-ED41-9C28-16F51AF9E99D}"/>
              </a:ext>
            </a:extLst>
          </p:cNvPr>
          <p:cNvGrpSpPr/>
          <p:nvPr/>
        </p:nvGrpSpPr>
        <p:grpSpPr>
          <a:xfrm>
            <a:off x="4105769" y="2023383"/>
            <a:ext cx="2378663" cy="3479894"/>
            <a:chOff x="4105769" y="2023383"/>
            <a:chExt cx="2378663" cy="347989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F78B50D-863F-B6A7-D696-B469678CCFA7}"/>
                </a:ext>
              </a:extLst>
            </p:cNvPr>
            <p:cNvSpPr/>
            <p:nvPr/>
          </p:nvSpPr>
          <p:spPr>
            <a:xfrm>
              <a:off x="4105769" y="2023383"/>
              <a:ext cx="2378663" cy="3479894"/>
            </a:xfrm>
            <a:prstGeom prst="roundRect">
              <a:avLst>
                <a:gd name="adj" fmla="val 4348"/>
              </a:avLst>
            </a:prstGeom>
            <a:solidFill>
              <a:srgbClr val="FFF2CC"/>
            </a:solidFill>
            <a:ln w="19050">
              <a:solidFill>
                <a:srgbClr val="DBBD6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Common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Hierarchy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Assignability Checker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Expr Reduction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Assign Reduction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Bit-Ref Analysis</a:t>
              </a:r>
            </a:p>
            <a:p>
              <a:pPr>
                <a:spcBef>
                  <a:spcPts val="12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Synchronization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Reachable Guards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Reaching Guards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Guarded Inputs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Guarded Outputs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Computation Model Builder</a:t>
              </a: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1FADC1AC-5F1C-634D-663B-3D4D77CDA6BB}"/>
                </a:ext>
              </a:extLst>
            </p:cNvPr>
            <p:cNvCxnSpPr>
              <a:cxnSpLocks/>
            </p:cNvCxnSpPr>
            <p:nvPr/>
          </p:nvCxnSpPr>
          <p:spPr>
            <a:xfrm>
              <a:off x="4265632" y="2418579"/>
              <a:ext cx="0" cy="113969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BB67777-BC78-37B0-F223-DC78FD5B81D5}"/>
                </a:ext>
              </a:extLst>
            </p:cNvPr>
            <p:cNvCxnSpPr>
              <a:cxnSpLocks/>
            </p:cNvCxnSpPr>
            <p:nvPr/>
          </p:nvCxnSpPr>
          <p:spPr>
            <a:xfrm>
              <a:off x="4265632" y="3954517"/>
              <a:ext cx="0" cy="13299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F1F323F-AFD3-6F76-3FF7-E071305F53F7}"/>
              </a:ext>
            </a:extLst>
          </p:cNvPr>
          <p:cNvGrpSpPr/>
          <p:nvPr/>
        </p:nvGrpSpPr>
        <p:grpSpPr>
          <a:xfrm>
            <a:off x="6580445" y="2023382"/>
            <a:ext cx="2378663" cy="3481675"/>
            <a:chOff x="6580445" y="2023382"/>
            <a:chExt cx="2378663" cy="3481675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DB3F699-3ABF-B271-2DB5-1ED5E7E75372}"/>
                </a:ext>
              </a:extLst>
            </p:cNvPr>
            <p:cNvSpPr/>
            <p:nvPr/>
          </p:nvSpPr>
          <p:spPr>
            <a:xfrm>
              <a:off x="6580445" y="2023382"/>
              <a:ext cx="2378663" cy="3481675"/>
            </a:xfrm>
            <a:prstGeom prst="roundRect">
              <a:avLst>
                <a:gd name="adj" fmla="val 4348"/>
              </a:avLst>
            </a:prstGeom>
            <a:solidFill>
              <a:srgbClr val="FFF2CC"/>
            </a:solidFill>
            <a:ln w="19050">
              <a:solidFill>
                <a:srgbClr val="DBBD6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CFG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Call Graph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Branch Analysis</a:t>
              </a:r>
            </a:p>
            <a:p>
              <a:pPr>
                <a:spcBef>
                  <a:spcPts val="3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Concurrency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Thread Model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Thread Analysis</a:t>
              </a:r>
            </a:p>
            <a:p>
              <a:pPr>
                <a:spcBef>
                  <a:spcPts val="3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Data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Def-Use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Def-Chain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Constant Propagation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Reaching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Defs</a:t>
              </a:r>
              <a:r>
                <a:rPr lang="en-US" altLang="zh-CN" sz="1400" dirty="0">
                  <a:solidFill>
                    <a:schemeClr val="tx1"/>
                  </a:solidFill>
                </a:rPr>
                <a:t>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Flow-insensitive VFG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Flow-sensitive VFG builder</a:t>
              </a: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603029B-7941-017E-25A2-B2A72E903859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2457417"/>
              <a:ext cx="0" cy="6172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1B1F61D2-0522-05D1-E7B8-306F77A867DE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3375566"/>
              <a:ext cx="0" cy="43824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0EB5F8D9-6A9F-2DFF-A727-4C67EE6111D3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4110387"/>
              <a:ext cx="0" cy="129072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E410BDEA-9006-39BD-4972-4EBECEEC641F}"/>
              </a:ext>
            </a:extLst>
          </p:cNvPr>
          <p:cNvGrpSpPr/>
          <p:nvPr/>
        </p:nvGrpSpPr>
        <p:grpSpPr>
          <a:xfrm>
            <a:off x="9749258" y="1927052"/>
            <a:ext cx="2030636" cy="3578005"/>
            <a:chOff x="9749258" y="1927052"/>
            <a:chExt cx="2030636" cy="3578005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7237904B-A48A-5B91-3090-642777EB2866}"/>
                </a:ext>
              </a:extLst>
            </p:cNvPr>
            <p:cNvSpPr/>
            <p:nvPr/>
          </p:nvSpPr>
          <p:spPr>
            <a:xfrm>
              <a:off x="9845433" y="192705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87672047-A287-E4DC-0B4C-617C9AB64A16}"/>
                </a:ext>
              </a:extLst>
            </p:cNvPr>
            <p:cNvSpPr/>
            <p:nvPr/>
          </p:nvSpPr>
          <p:spPr>
            <a:xfrm>
              <a:off x="9801489" y="1975228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sz="1400" b="1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Dead Code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64C13FA-1B0B-97A6-DC04-C05E9B281181}"/>
                </a:ext>
              </a:extLst>
            </p:cNvPr>
            <p:cNvSpPr/>
            <p:nvPr/>
          </p:nvSpPr>
          <p:spPr>
            <a:xfrm>
              <a:off x="9749258" y="202338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 Signal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CD4CE297-53C1-9B19-2891-92BAC902C541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2442177"/>
              <a:ext cx="0" cy="56137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FE8109CB-3D5F-55D9-EEB8-4084D7C130D3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3328002"/>
              <a:ext cx="0" cy="3880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9EAEDBC3-A41C-70FB-F601-EA90599801FA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4042377"/>
              <a:ext cx="0" cy="60582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3E9371A-BFF9-E1ED-0524-8ED5462320B0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4941904"/>
              <a:ext cx="0" cy="43019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: 圆角 1">
            <a:extLst>
              <a:ext uri="{FF2B5EF4-FFF2-40B4-BE49-F238E27FC236}">
                <a16:creationId xmlns:a16="http://schemas.microsoft.com/office/drawing/2014/main" id="{A0999AF3-8469-B944-BA9E-3F9BDB5996B4}"/>
              </a:ext>
            </a:extLst>
          </p:cNvPr>
          <p:cNvSpPr/>
          <p:nvPr/>
        </p:nvSpPr>
        <p:spPr>
          <a:xfrm>
            <a:off x="862247" y="6349113"/>
            <a:ext cx="2299597" cy="412134"/>
          </a:xfrm>
          <a:prstGeom prst="roundRect">
            <a:avLst>
              <a:gd name="adj" fmla="val 45379"/>
            </a:avLst>
          </a:prstGeom>
          <a:solidFill>
            <a:srgbClr val="F8CEC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Analysis Users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0" name="矩形: 圆角 6">
            <a:extLst>
              <a:ext uri="{FF2B5EF4-FFF2-40B4-BE49-F238E27FC236}">
                <a16:creationId xmlns:a16="http://schemas.microsoft.com/office/drawing/2014/main" id="{F8140969-9E0D-6C46-B2A8-E3C70441BCFE}"/>
              </a:ext>
            </a:extLst>
          </p:cNvPr>
          <p:cNvSpPr/>
          <p:nvPr/>
        </p:nvSpPr>
        <p:spPr>
          <a:xfrm>
            <a:off x="5187725" y="6332845"/>
            <a:ext cx="2541644" cy="412134"/>
          </a:xfrm>
          <a:prstGeom prst="roundRect">
            <a:avLst>
              <a:gd name="adj" fmla="val 50000"/>
            </a:avLst>
          </a:prstGeom>
          <a:solidFill>
            <a:srgbClr val="DAE8F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Analysis Developers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53" name="直接箭头连接符 8">
            <a:extLst>
              <a:ext uri="{FF2B5EF4-FFF2-40B4-BE49-F238E27FC236}">
                <a16:creationId xmlns:a16="http://schemas.microsoft.com/office/drawing/2014/main" id="{09353EEF-2DAD-494B-83AF-2057FE37852F}"/>
              </a:ext>
            </a:extLst>
          </p:cNvPr>
          <p:cNvCxnSpPr>
            <a:cxnSpLocks/>
          </p:cNvCxnSpPr>
          <p:nvPr/>
        </p:nvCxnSpPr>
        <p:spPr>
          <a:xfrm flipV="1">
            <a:off x="1054591" y="5576495"/>
            <a:ext cx="0" cy="772618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12">
            <a:extLst>
              <a:ext uri="{FF2B5EF4-FFF2-40B4-BE49-F238E27FC236}">
                <a16:creationId xmlns:a16="http://schemas.microsoft.com/office/drawing/2014/main" id="{6AE41BC5-91F4-AC45-BB82-5F01F80E61D5}"/>
              </a:ext>
            </a:extLst>
          </p:cNvPr>
          <p:cNvCxnSpPr>
            <a:cxnSpLocks/>
          </p:cNvCxnSpPr>
          <p:nvPr/>
        </p:nvCxnSpPr>
        <p:spPr>
          <a:xfrm flipV="1">
            <a:off x="1054591" y="4556251"/>
            <a:ext cx="0" cy="418510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19">
            <a:extLst>
              <a:ext uri="{FF2B5EF4-FFF2-40B4-BE49-F238E27FC236}">
                <a16:creationId xmlns:a16="http://schemas.microsoft.com/office/drawing/2014/main" id="{000CA068-29C1-0747-A49D-9B61D10402D1}"/>
              </a:ext>
            </a:extLst>
          </p:cNvPr>
          <p:cNvCxnSpPr>
            <a:cxnSpLocks/>
          </p:cNvCxnSpPr>
          <p:nvPr/>
        </p:nvCxnSpPr>
        <p:spPr>
          <a:xfrm flipV="1">
            <a:off x="1054591" y="3536008"/>
            <a:ext cx="0" cy="418509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31">
            <a:extLst>
              <a:ext uri="{FF2B5EF4-FFF2-40B4-BE49-F238E27FC236}">
                <a16:creationId xmlns:a16="http://schemas.microsoft.com/office/drawing/2014/main" id="{24B65C77-9CB4-8F40-82C2-D24B95F8EEE4}"/>
              </a:ext>
            </a:extLst>
          </p:cNvPr>
          <p:cNvCxnSpPr>
            <a:cxnSpLocks/>
          </p:cNvCxnSpPr>
          <p:nvPr/>
        </p:nvCxnSpPr>
        <p:spPr>
          <a:xfrm flipV="1">
            <a:off x="1054591" y="2515765"/>
            <a:ext cx="1" cy="418509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2">
            <a:extLst>
              <a:ext uri="{FF2B5EF4-FFF2-40B4-BE49-F238E27FC236}">
                <a16:creationId xmlns:a16="http://schemas.microsoft.com/office/drawing/2014/main" id="{2CDA1738-9D18-F547-89B1-A570FFDA9ED3}"/>
              </a:ext>
            </a:extLst>
          </p:cNvPr>
          <p:cNvCxnSpPr>
            <a:cxnSpLocks/>
          </p:cNvCxnSpPr>
          <p:nvPr/>
        </p:nvCxnSpPr>
        <p:spPr>
          <a:xfrm>
            <a:off x="1750716" y="2214898"/>
            <a:ext cx="234813" cy="0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70">
            <a:extLst>
              <a:ext uri="{FF2B5EF4-FFF2-40B4-BE49-F238E27FC236}">
                <a16:creationId xmlns:a16="http://schemas.microsoft.com/office/drawing/2014/main" id="{15A44684-463E-5048-B99B-A4346214BB6F}"/>
              </a:ext>
            </a:extLst>
          </p:cNvPr>
          <p:cNvCxnSpPr/>
          <p:nvPr/>
        </p:nvCxnSpPr>
        <p:spPr>
          <a:xfrm rot="5400000">
            <a:off x="1963734" y="3559129"/>
            <a:ext cx="1098955" cy="747068"/>
          </a:xfrm>
          <a:prstGeom prst="bentConnector4">
            <a:avLst>
              <a:gd name="adj1" fmla="val 20277"/>
              <a:gd name="adj2" fmla="val 130600"/>
            </a:avLst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连接符: 肘形 74">
            <a:extLst>
              <a:ext uri="{FF2B5EF4-FFF2-40B4-BE49-F238E27FC236}">
                <a16:creationId xmlns:a16="http://schemas.microsoft.com/office/drawing/2014/main" id="{34365301-561C-D24A-88FC-C9C9BC3293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08438" y="3603077"/>
            <a:ext cx="355928" cy="879063"/>
          </a:xfrm>
          <a:prstGeom prst="bentConnector3">
            <a:avLst>
              <a:gd name="adj1" fmla="val 29929"/>
            </a:avLst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连接符: 肘形 79">
            <a:extLst>
              <a:ext uri="{FF2B5EF4-FFF2-40B4-BE49-F238E27FC236}">
                <a16:creationId xmlns:a16="http://schemas.microsoft.com/office/drawing/2014/main" id="{48C6A5AB-F4AB-9044-829F-8A1BD9A40D39}"/>
              </a:ext>
            </a:extLst>
          </p:cNvPr>
          <p:cNvCxnSpPr>
            <a:cxnSpLocks/>
          </p:cNvCxnSpPr>
          <p:nvPr/>
        </p:nvCxnSpPr>
        <p:spPr>
          <a:xfrm rot="10800000">
            <a:off x="3608439" y="4482142"/>
            <a:ext cx="1579287" cy="2056771"/>
          </a:xfrm>
          <a:prstGeom prst="bentConnector3">
            <a:avLst>
              <a:gd name="adj1" fmla="val 84177"/>
            </a:avLst>
          </a:prstGeom>
          <a:ln w="28575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80">
            <a:extLst>
              <a:ext uri="{FF2B5EF4-FFF2-40B4-BE49-F238E27FC236}">
                <a16:creationId xmlns:a16="http://schemas.microsoft.com/office/drawing/2014/main" id="{AD52F5BB-9798-9740-9D2A-84AE0B9DF718}"/>
              </a:ext>
            </a:extLst>
          </p:cNvPr>
          <p:cNvCxnSpPr>
            <a:cxnSpLocks/>
          </p:cNvCxnSpPr>
          <p:nvPr/>
        </p:nvCxnSpPr>
        <p:spPr>
          <a:xfrm>
            <a:off x="2874058" y="4783008"/>
            <a:ext cx="0" cy="191753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83">
            <a:extLst>
              <a:ext uri="{FF2B5EF4-FFF2-40B4-BE49-F238E27FC236}">
                <a16:creationId xmlns:a16="http://schemas.microsoft.com/office/drawing/2014/main" id="{02401E41-81BF-5843-AE91-0E9923658C80}"/>
              </a:ext>
            </a:extLst>
          </p:cNvPr>
          <p:cNvCxnSpPr>
            <a:cxnSpLocks/>
          </p:cNvCxnSpPr>
          <p:nvPr/>
        </p:nvCxnSpPr>
        <p:spPr>
          <a:xfrm>
            <a:off x="2874058" y="5576495"/>
            <a:ext cx="0" cy="779855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84E265FA-FEB8-7549-80FC-838814B5AE51}"/>
              </a:ext>
            </a:extLst>
          </p:cNvPr>
          <p:cNvSpPr txBox="1"/>
          <p:nvPr/>
        </p:nvSpPr>
        <p:spPr>
          <a:xfrm>
            <a:off x="678773" y="5856158"/>
            <a:ext cx="2002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In: </a:t>
            </a:r>
            <a:r>
              <a:rPr lang="en-US" altLang="zh-CN" sz="2000" dirty="0"/>
              <a:t>Verilog Design</a:t>
            </a:r>
            <a:endParaRPr lang="zh-CN" altLang="en-US" sz="2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C62B66A-4629-864C-B20D-5893A7B49D39}"/>
              </a:ext>
            </a:extLst>
          </p:cNvPr>
          <p:cNvSpPr txBox="1"/>
          <p:nvPr/>
        </p:nvSpPr>
        <p:spPr>
          <a:xfrm>
            <a:off x="2831438" y="5856158"/>
            <a:ext cx="2356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Out: </a:t>
            </a:r>
            <a:r>
              <a:rPr lang="en-US" altLang="zh-CN" sz="2000" dirty="0"/>
              <a:t>Analysis Results</a:t>
            </a:r>
            <a:endParaRPr lang="zh-CN" altLang="en-US" sz="2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AF129F7-4318-D84C-B1F7-2F5F3774BBB8}"/>
              </a:ext>
            </a:extLst>
          </p:cNvPr>
          <p:cNvSpPr txBox="1"/>
          <p:nvPr/>
        </p:nvSpPr>
        <p:spPr>
          <a:xfrm>
            <a:off x="5187724" y="5851821"/>
            <a:ext cx="2186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Add: </a:t>
            </a:r>
            <a:r>
              <a:rPr lang="en-US" altLang="zh-CN" sz="2000" dirty="0"/>
              <a:t>New Analyses</a:t>
            </a:r>
            <a:endParaRPr lang="zh-CN" altLang="en-US" sz="20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9CCF209-4BEE-C247-B86C-EAC75F7731A2}"/>
              </a:ext>
            </a:extLst>
          </p:cNvPr>
          <p:cNvSpPr/>
          <p:nvPr/>
        </p:nvSpPr>
        <p:spPr>
          <a:xfrm>
            <a:off x="-1" y="-18826"/>
            <a:ext cx="12192000" cy="6895652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4FE65FA-C95B-DE4B-A66A-6DB1328E88D5}"/>
              </a:ext>
            </a:extLst>
          </p:cNvPr>
          <p:cNvGrpSpPr/>
          <p:nvPr/>
        </p:nvGrpSpPr>
        <p:grpSpPr>
          <a:xfrm>
            <a:off x="4272282" y="356132"/>
            <a:ext cx="3327003" cy="6112917"/>
            <a:chOff x="9749257" y="1927052"/>
            <a:chExt cx="2030637" cy="3578005"/>
          </a:xfrm>
        </p:grpSpPr>
        <p:sp>
          <p:nvSpPr>
            <p:cNvPr id="78" name="矩形: 圆角 47">
              <a:extLst>
                <a:ext uri="{FF2B5EF4-FFF2-40B4-BE49-F238E27FC236}">
                  <a16:creationId xmlns:a16="http://schemas.microsoft.com/office/drawing/2014/main" id="{21508F90-C236-744F-94DC-A6598589E0D0}"/>
                </a:ext>
              </a:extLst>
            </p:cNvPr>
            <p:cNvSpPr/>
            <p:nvPr/>
          </p:nvSpPr>
          <p:spPr>
            <a:xfrm>
              <a:off x="9845433" y="192705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9" name="矩形: 圆角 46">
              <a:extLst>
                <a:ext uri="{FF2B5EF4-FFF2-40B4-BE49-F238E27FC236}">
                  <a16:creationId xmlns:a16="http://schemas.microsoft.com/office/drawing/2014/main" id="{17D1B717-E521-0244-99FF-E95BDE9D12E3}"/>
                </a:ext>
              </a:extLst>
            </p:cNvPr>
            <p:cNvSpPr/>
            <p:nvPr/>
          </p:nvSpPr>
          <p:spPr>
            <a:xfrm>
              <a:off x="9801489" y="1975228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sz="1400" b="1" dirty="0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 dirty="0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sz="1400" b="1" dirty="0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 dirty="0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 Code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0" name="矩形: 圆角 11">
              <a:extLst>
                <a:ext uri="{FF2B5EF4-FFF2-40B4-BE49-F238E27FC236}">
                  <a16:creationId xmlns:a16="http://schemas.microsoft.com/office/drawing/2014/main" id="{8DCB260E-F6CF-0040-A4BE-8B94A7107149}"/>
                </a:ext>
              </a:extLst>
            </p:cNvPr>
            <p:cNvSpPr/>
            <p:nvPr/>
          </p:nvSpPr>
          <p:spPr>
            <a:xfrm>
              <a:off x="9749257" y="202338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sz="2400" b="1" dirty="0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Invalid Use Analysis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......</a:t>
              </a:r>
            </a:p>
            <a:p>
              <a:r>
                <a:rPr lang="en-US" altLang="zh-CN" sz="2400" b="1" dirty="0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sz="2400" b="1" dirty="0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FSM Extraction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......</a:t>
              </a:r>
            </a:p>
            <a:p>
              <a:r>
                <a:rPr lang="en-US" altLang="zh-CN" sz="2400" b="1" dirty="0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Dead Signal Analysis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Redundant Assign Analysis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Unreachable Code Analysis</a:t>
              </a:r>
            </a:p>
            <a:p>
              <a:pPr marL="144000"/>
              <a:r>
                <a:rPr lang="en-US" altLang="zh-CN" sz="2000" dirty="0">
                  <a:solidFill>
                    <a:schemeClr val="tx1"/>
                  </a:solidFill>
                </a:rPr>
                <a:t>...... 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81" name="直接连接符 61">
              <a:extLst>
                <a:ext uri="{FF2B5EF4-FFF2-40B4-BE49-F238E27FC236}">
                  <a16:creationId xmlns:a16="http://schemas.microsoft.com/office/drawing/2014/main" id="{D5545004-9973-3F48-AC00-2A6067C6A8C8}"/>
                </a:ext>
              </a:extLst>
            </p:cNvPr>
            <p:cNvCxnSpPr>
              <a:cxnSpLocks/>
            </p:cNvCxnSpPr>
            <p:nvPr/>
          </p:nvCxnSpPr>
          <p:spPr>
            <a:xfrm>
              <a:off x="9845433" y="2320133"/>
              <a:ext cx="0" cy="697853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63">
              <a:extLst>
                <a:ext uri="{FF2B5EF4-FFF2-40B4-BE49-F238E27FC236}">
                  <a16:creationId xmlns:a16="http://schemas.microsoft.com/office/drawing/2014/main" id="{952D133F-444A-3B41-856C-E070BB0377F1}"/>
                </a:ext>
              </a:extLst>
            </p:cNvPr>
            <p:cNvCxnSpPr>
              <a:cxnSpLocks/>
            </p:cNvCxnSpPr>
            <p:nvPr/>
          </p:nvCxnSpPr>
          <p:spPr>
            <a:xfrm>
              <a:off x="9845433" y="3265272"/>
              <a:ext cx="0" cy="29684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65">
              <a:extLst>
                <a:ext uri="{FF2B5EF4-FFF2-40B4-BE49-F238E27FC236}">
                  <a16:creationId xmlns:a16="http://schemas.microsoft.com/office/drawing/2014/main" id="{5CF85563-FD60-9C4B-B092-AE404C6D4771}"/>
                </a:ext>
              </a:extLst>
            </p:cNvPr>
            <p:cNvCxnSpPr>
              <a:cxnSpLocks/>
            </p:cNvCxnSpPr>
            <p:nvPr/>
          </p:nvCxnSpPr>
          <p:spPr>
            <a:xfrm>
              <a:off x="9845433" y="3847276"/>
              <a:ext cx="0" cy="67090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67">
              <a:extLst>
                <a:ext uri="{FF2B5EF4-FFF2-40B4-BE49-F238E27FC236}">
                  <a16:creationId xmlns:a16="http://schemas.microsoft.com/office/drawing/2014/main" id="{424EA6C2-BE45-5644-8F23-B85D37BEA00C}"/>
                </a:ext>
              </a:extLst>
            </p:cNvPr>
            <p:cNvCxnSpPr>
              <a:cxnSpLocks/>
            </p:cNvCxnSpPr>
            <p:nvPr/>
          </p:nvCxnSpPr>
          <p:spPr>
            <a:xfrm>
              <a:off x="9845433" y="4748151"/>
              <a:ext cx="0" cy="66057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623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EE3E-ED4B-0746-72CF-7CD498B7F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E54F0BC-81D7-44AF-1B4A-5632864F87F9}"/>
              </a:ext>
            </a:extLst>
          </p:cNvPr>
          <p:cNvSpPr/>
          <p:nvPr/>
        </p:nvSpPr>
        <p:spPr>
          <a:xfrm>
            <a:off x="147483" y="1352942"/>
            <a:ext cx="11897033" cy="4498879"/>
          </a:xfrm>
          <a:prstGeom prst="roundRect">
            <a:avLst>
              <a:gd name="adj" fmla="val 3752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BC3D93E-53FC-BED5-7B80-5EFEE086070A}"/>
              </a:ext>
            </a:extLst>
          </p:cNvPr>
          <p:cNvSpPr/>
          <p:nvPr/>
        </p:nvSpPr>
        <p:spPr>
          <a:xfrm>
            <a:off x="3964366" y="1466084"/>
            <a:ext cx="7916361" cy="4273988"/>
          </a:xfrm>
          <a:prstGeom prst="roundRect">
            <a:avLst>
              <a:gd name="adj" fmla="val 44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A6E250-825B-0F0A-338C-17CC937D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618450-41BC-BBD0-BC34-95A0781AF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Qihe Overview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0DDF37-5E38-4493-649C-54E29BF06971}"/>
              </a:ext>
            </a:extLst>
          </p:cNvPr>
          <p:cNvSpPr txBox="1"/>
          <p:nvPr/>
        </p:nvSpPr>
        <p:spPr>
          <a:xfrm>
            <a:off x="5300190" y="1560067"/>
            <a:ext cx="2278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Fundamental Analysis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061B70-698B-EFD6-3AF1-F8E0E684B817}"/>
              </a:ext>
            </a:extLst>
          </p:cNvPr>
          <p:cNvSpPr txBox="1"/>
          <p:nvPr/>
        </p:nvSpPr>
        <p:spPr>
          <a:xfrm>
            <a:off x="8979099" y="1560067"/>
            <a:ext cx="290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Application-Specific Analysis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0E509D29-51BF-3A45-A52F-2A556CC6A8B9}"/>
              </a:ext>
            </a:extLst>
          </p:cNvPr>
          <p:cNvSpPr/>
          <p:nvPr/>
        </p:nvSpPr>
        <p:spPr>
          <a:xfrm>
            <a:off x="9100511" y="3558270"/>
            <a:ext cx="507344" cy="369332"/>
          </a:xfrm>
          <a:prstGeom prst="rightArrow">
            <a:avLst>
              <a:gd name="adj1" fmla="val 46806"/>
              <a:gd name="adj2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BDEEA7-70E2-7F11-626E-B92BA40E3AF7}"/>
              </a:ext>
            </a:extLst>
          </p:cNvPr>
          <p:cNvSpPr txBox="1"/>
          <p:nvPr/>
        </p:nvSpPr>
        <p:spPr>
          <a:xfrm>
            <a:off x="8943263" y="3243314"/>
            <a:ext cx="928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Support</a:t>
            </a:r>
            <a:endParaRPr lang="zh-CN" altLang="en-US" sz="1600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BA204F3-94F0-8C31-8F4A-A19F98E281C2}"/>
              </a:ext>
            </a:extLst>
          </p:cNvPr>
          <p:cNvGrpSpPr/>
          <p:nvPr/>
        </p:nvGrpSpPr>
        <p:grpSpPr>
          <a:xfrm>
            <a:off x="194678" y="1451978"/>
            <a:ext cx="1802430" cy="4288094"/>
            <a:chOff x="171081" y="1451978"/>
            <a:chExt cx="1802430" cy="4288094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DC0C4494-A5BA-4FFD-3FD7-58058883570D}"/>
                </a:ext>
              </a:extLst>
            </p:cNvPr>
            <p:cNvSpPr/>
            <p:nvPr/>
          </p:nvSpPr>
          <p:spPr>
            <a:xfrm>
              <a:off x="253672" y="1451978"/>
              <a:ext cx="1570800" cy="4288094"/>
            </a:xfrm>
            <a:prstGeom prst="roundRect">
              <a:avLst>
                <a:gd name="adj" fmla="val 77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A404AA5-EE04-FF2E-EB68-3DD53EDAEDD9}"/>
                </a:ext>
              </a:extLst>
            </p:cNvPr>
            <p:cNvSpPr txBox="1"/>
            <p:nvPr/>
          </p:nvSpPr>
          <p:spPr>
            <a:xfrm>
              <a:off x="171081" y="1491286"/>
              <a:ext cx="180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Frontend</a:t>
              </a:r>
              <a:endParaRPr lang="zh-CN" altLang="en-US" b="1" dirty="0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406870A-218A-9F03-77F7-42B1FECA9305}"/>
                </a:ext>
              </a:extLst>
            </p:cNvPr>
            <p:cNvSpPr/>
            <p:nvPr/>
          </p:nvSpPr>
          <p:spPr>
            <a:xfrm>
              <a:off x="334870" y="1914031"/>
              <a:ext cx="1392249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IR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Generator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64FAC2A-23AA-1CD7-3EE2-AF88DF507BEB}"/>
                </a:ext>
              </a:extLst>
            </p:cNvPr>
            <p:cNvSpPr/>
            <p:nvPr/>
          </p:nvSpPr>
          <p:spPr>
            <a:xfrm>
              <a:off x="334869" y="2934274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Simplification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Passes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2EF0767E-4152-50D4-5E73-8B5AA1FCB8A8}"/>
                </a:ext>
              </a:extLst>
            </p:cNvPr>
            <p:cNvSpPr/>
            <p:nvPr/>
          </p:nvSpPr>
          <p:spPr>
            <a:xfrm>
              <a:off x="334869" y="3954517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Elaborator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B59844F5-DA4D-4A01-F500-E1B67605ACE6}"/>
                </a:ext>
              </a:extLst>
            </p:cNvPr>
            <p:cNvSpPr/>
            <p:nvPr/>
          </p:nvSpPr>
          <p:spPr>
            <a:xfrm>
              <a:off x="334869" y="4974761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Parser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CA29F48-CDE0-C746-BFBF-929DCBA2C94C}"/>
              </a:ext>
            </a:extLst>
          </p:cNvPr>
          <p:cNvGrpSpPr/>
          <p:nvPr/>
        </p:nvGrpSpPr>
        <p:grpSpPr>
          <a:xfrm>
            <a:off x="1985529" y="1466084"/>
            <a:ext cx="1802431" cy="1917102"/>
            <a:chOff x="1961932" y="1466084"/>
            <a:chExt cx="1802431" cy="191710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C78443A5-E481-7A20-C560-EB198CF3DD12}"/>
                </a:ext>
              </a:extLst>
            </p:cNvPr>
            <p:cNvSpPr/>
            <p:nvPr/>
          </p:nvSpPr>
          <p:spPr>
            <a:xfrm>
              <a:off x="1961933" y="1466084"/>
              <a:ext cx="1802430" cy="1917102"/>
            </a:xfrm>
            <a:prstGeom prst="roundRect">
              <a:avLst>
                <a:gd name="adj" fmla="val 77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F785818-0D87-4BCD-4F37-4B269CD4135B}"/>
                </a:ext>
              </a:extLst>
            </p:cNvPr>
            <p:cNvSpPr txBox="1"/>
            <p:nvPr/>
          </p:nvSpPr>
          <p:spPr>
            <a:xfrm>
              <a:off x="1961932" y="1505392"/>
              <a:ext cx="180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Verilog IR</a:t>
              </a:r>
              <a:endParaRPr lang="zh-CN" altLang="en-US" b="1" dirty="0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6A75611E-031E-A03E-04C3-5C6787A77548}"/>
                </a:ext>
              </a:extLst>
            </p:cNvPr>
            <p:cNvSpPr/>
            <p:nvPr/>
          </p:nvSpPr>
          <p:spPr>
            <a:xfrm>
              <a:off x="2116079" y="1914031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Three-Address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273870CA-1EF5-DAA6-38CA-069454743C82}"/>
                </a:ext>
              </a:extLst>
            </p:cNvPr>
            <p:cNvSpPr/>
            <p:nvPr/>
          </p:nvSpPr>
          <p:spPr>
            <a:xfrm>
              <a:off x="2129396" y="2658302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Attribute System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ABE209C-32BA-2989-28F0-B5746AE500D6}"/>
              </a:ext>
            </a:extLst>
          </p:cNvPr>
          <p:cNvGrpSpPr/>
          <p:nvPr/>
        </p:nvGrpSpPr>
        <p:grpSpPr>
          <a:xfrm>
            <a:off x="1985529" y="3716066"/>
            <a:ext cx="1802430" cy="2024006"/>
            <a:chOff x="1961932" y="3716066"/>
            <a:chExt cx="1802430" cy="2024006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77B8A851-816D-93D4-E1CE-BD24FA98B1EA}"/>
                </a:ext>
              </a:extLst>
            </p:cNvPr>
            <p:cNvSpPr/>
            <p:nvPr/>
          </p:nvSpPr>
          <p:spPr>
            <a:xfrm>
              <a:off x="1961932" y="3716066"/>
              <a:ext cx="1802430" cy="2024006"/>
            </a:xfrm>
            <a:prstGeom prst="roundRect">
              <a:avLst>
                <a:gd name="adj" fmla="val 80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2128732E-90DC-B575-7ADD-06C96290EA1F}"/>
                </a:ext>
              </a:extLst>
            </p:cNvPr>
            <p:cNvSpPr/>
            <p:nvPr/>
          </p:nvSpPr>
          <p:spPr>
            <a:xfrm>
              <a:off x="2116080" y="4181274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Analysis Context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BAC0DB98-AE7D-5976-3E6A-4DB5519682D9}"/>
                </a:ext>
              </a:extLst>
            </p:cNvPr>
            <p:cNvSpPr/>
            <p:nvPr/>
          </p:nvSpPr>
          <p:spPr>
            <a:xfrm>
              <a:off x="2116080" y="4974761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Analysis Engine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B320C16-DE6F-ACE3-9192-19732FAB6D92}"/>
                </a:ext>
              </a:extLst>
            </p:cNvPr>
            <p:cNvSpPr txBox="1"/>
            <p:nvPr/>
          </p:nvSpPr>
          <p:spPr>
            <a:xfrm>
              <a:off x="1961932" y="3716066"/>
              <a:ext cx="180243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zh-CN" b="1" dirty="0"/>
                <a:t>Analysis Manager</a:t>
              </a:r>
              <a:endParaRPr lang="zh-CN" altLang="en-US" b="1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E7401BE-799D-ED41-9C28-16F51AF9E99D}"/>
              </a:ext>
            </a:extLst>
          </p:cNvPr>
          <p:cNvGrpSpPr/>
          <p:nvPr/>
        </p:nvGrpSpPr>
        <p:grpSpPr>
          <a:xfrm>
            <a:off x="4105769" y="2023383"/>
            <a:ext cx="2378663" cy="3479894"/>
            <a:chOff x="4105769" y="2023383"/>
            <a:chExt cx="2378663" cy="347989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F78B50D-863F-B6A7-D696-B469678CCFA7}"/>
                </a:ext>
              </a:extLst>
            </p:cNvPr>
            <p:cNvSpPr/>
            <p:nvPr/>
          </p:nvSpPr>
          <p:spPr>
            <a:xfrm>
              <a:off x="4105769" y="2023383"/>
              <a:ext cx="2378663" cy="3479894"/>
            </a:xfrm>
            <a:prstGeom prst="roundRect">
              <a:avLst>
                <a:gd name="adj" fmla="val 4348"/>
              </a:avLst>
            </a:prstGeom>
            <a:solidFill>
              <a:srgbClr val="FFF2CC"/>
            </a:solidFill>
            <a:ln w="19050">
              <a:solidFill>
                <a:srgbClr val="DBBD6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Common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Hierarchy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Assignability Checker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Expr Reduction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Assign Reduction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Bit-Ref Analysis</a:t>
              </a:r>
            </a:p>
            <a:p>
              <a:pPr>
                <a:spcBef>
                  <a:spcPts val="12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Synchronization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Reachable Guards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Reaching Guards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Guarded Inputs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Guarded Outputs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Computation Model Builder</a:t>
              </a: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1FADC1AC-5F1C-634D-663B-3D4D77CDA6BB}"/>
                </a:ext>
              </a:extLst>
            </p:cNvPr>
            <p:cNvCxnSpPr>
              <a:cxnSpLocks/>
            </p:cNvCxnSpPr>
            <p:nvPr/>
          </p:nvCxnSpPr>
          <p:spPr>
            <a:xfrm>
              <a:off x="4265632" y="2418579"/>
              <a:ext cx="0" cy="113969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BB67777-BC78-37B0-F223-DC78FD5B81D5}"/>
                </a:ext>
              </a:extLst>
            </p:cNvPr>
            <p:cNvCxnSpPr>
              <a:cxnSpLocks/>
            </p:cNvCxnSpPr>
            <p:nvPr/>
          </p:nvCxnSpPr>
          <p:spPr>
            <a:xfrm>
              <a:off x="4265632" y="3954517"/>
              <a:ext cx="0" cy="13299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F1F323F-AFD3-6F76-3FF7-E071305F53F7}"/>
              </a:ext>
            </a:extLst>
          </p:cNvPr>
          <p:cNvGrpSpPr/>
          <p:nvPr/>
        </p:nvGrpSpPr>
        <p:grpSpPr>
          <a:xfrm>
            <a:off x="6580445" y="2023382"/>
            <a:ext cx="2378663" cy="3481675"/>
            <a:chOff x="6580445" y="2023382"/>
            <a:chExt cx="2378663" cy="3481675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DB3F699-3ABF-B271-2DB5-1ED5E7E75372}"/>
                </a:ext>
              </a:extLst>
            </p:cNvPr>
            <p:cNvSpPr/>
            <p:nvPr/>
          </p:nvSpPr>
          <p:spPr>
            <a:xfrm>
              <a:off x="6580445" y="2023382"/>
              <a:ext cx="2378663" cy="3481675"/>
            </a:xfrm>
            <a:prstGeom prst="roundRect">
              <a:avLst>
                <a:gd name="adj" fmla="val 4348"/>
              </a:avLst>
            </a:prstGeom>
            <a:solidFill>
              <a:srgbClr val="FFF2CC"/>
            </a:solidFill>
            <a:ln w="19050">
              <a:solidFill>
                <a:srgbClr val="DBBD6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CFG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Call Graph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Branch Analysis</a:t>
              </a:r>
            </a:p>
            <a:p>
              <a:pPr>
                <a:spcBef>
                  <a:spcPts val="3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Concurrency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Thread Model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Thread Analysis</a:t>
              </a:r>
            </a:p>
            <a:p>
              <a:pPr>
                <a:spcBef>
                  <a:spcPts val="3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Data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Def-Use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Def-Chain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Constant Propagation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Reaching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Defs</a:t>
              </a:r>
              <a:r>
                <a:rPr lang="en-US" altLang="zh-CN" sz="1400" dirty="0">
                  <a:solidFill>
                    <a:schemeClr val="tx1"/>
                  </a:solidFill>
                </a:rPr>
                <a:t>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Flow-insensitive VFG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Flow-sensitive VFG builder</a:t>
              </a: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603029B-7941-017E-25A2-B2A72E903859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2457417"/>
              <a:ext cx="0" cy="6172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1B1F61D2-0522-05D1-E7B8-306F77A867DE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3375566"/>
              <a:ext cx="0" cy="43824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0EB5F8D9-6A9F-2DFF-A727-4C67EE6111D3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4110387"/>
              <a:ext cx="0" cy="129072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E410BDEA-9006-39BD-4972-4EBECEEC641F}"/>
              </a:ext>
            </a:extLst>
          </p:cNvPr>
          <p:cNvGrpSpPr/>
          <p:nvPr/>
        </p:nvGrpSpPr>
        <p:grpSpPr>
          <a:xfrm>
            <a:off x="9749258" y="1927052"/>
            <a:ext cx="2030636" cy="3578005"/>
            <a:chOff x="9749258" y="1927052"/>
            <a:chExt cx="2030636" cy="3578005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7237904B-A48A-5B91-3090-642777EB2866}"/>
                </a:ext>
              </a:extLst>
            </p:cNvPr>
            <p:cNvSpPr/>
            <p:nvPr/>
          </p:nvSpPr>
          <p:spPr>
            <a:xfrm>
              <a:off x="9845433" y="192705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87672047-A287-E4DC-0B4C-617C9AB64A16}"/>
                </a:ext>
              </a:extLst>
            </p:cNvPr>
            <p:cNvSpPr/>
            <p:nvPr/>
          </p:nvSpPr>
          <p:spPr>
            <a:xfrm>
              <a:off x="9801489" y="1975228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sz="1400" b="1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Dead Code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64C13FA-1B0B-97A6-DC04-C05E9B281181}"/>
                </a:ext>
              </a:extLst>
            </p:cNvPr>
            <p:cNvSpPr/>
            <p:nvPr/>
          </p:nvSpPr>
          <p:spPr>
            <a:xfrm>
              <a:off x="9749258" y="202338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 Signal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CD4CE297-53C1-9B19-2891-92BAC902C541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2442177"/>
              <a:ext cx="0" cy="56137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FE8109CB-3D5F-55D9-EEB8-4084D7C130D3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3328002"/>
              <a:ext cx="0" cy="3880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9EAEDBC3-A41C-70FB-F601-EA90599801FA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4042377"/>
              <a:ext cx="0" cy="60582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3E9371A-BFF9-E1ED-0524-8ED5462320B0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4941904"/>
              <a:ext cx="0" cy="43019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: 圆角 1">
            <a:extLst>
              <a:ext uri="{FF2B5EF4-FFF2-40B4-BE49-F238E27FC236}">
                <a16:creationId xmlns:a16="http://schemas.microsoft.com/office/drawing/2014/main" id="{A0999AF3-8469-B944-BA9E-3F9BDB5996B4}"/>
              </a:ext>
            </a:extLst>
          </p:cNvPr>
          <p:cNvSpPr/>
          <p:nvPr/>
        </p:nvSpPr>
        <p:spPr>
          <a:xfrm>
            <a:off x="862247" y="6349113"/>
            <a:ext cx="2299597" cy="412134"/>
          </a:xfrm>
          <a:prstGeom prst="roundRect">
            <a:avLst>
              <a:gd name="adj" fmla="val 45379"/>
            </a:avLst>
          </a:prstGeom>
          <a:solidFill>
            <a:srgbClr val="F8CEC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Analysis Users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0" name="矩形: 圆角 6">
            <a:extLst>
              <a:ext uri="{FF2B5EF4-FFF2-40B4-BE49-F238E27FC236}">
                <a16:creationId xmlns:a16="http://schemas.microsoft.com/office/drawing/2014/main" id="{F8140969-9E0D-6C46-B2A8-E3C70441BCFE}"/>
              </a:ext>
            </a:extLst>
          </p:cNvPr>
          <p:cNvSpPr/>
          <p:nvPr/>
        </p:nvSpPr>
        <p:spPr>
          <a:xfrm>
            <a:off x="5187725" y="6332845"/>
            <a:ext cx="2541644" cy="412134"/>
          </a:xfrm>
          <a:prstGeom prst="roundRect">
            <a:avLst>
              <a:gd name="adj" fmla="val 50000"/>
            </a:avLst>
          </a:prstGeom>
          <a:solidFill>
            <a:srgbClr val="DAE8F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Analysis Developers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53" name="直接箭头连接符 8">
            <a:extLst>
              <a:ext uri="{FF2B5EF4-FFF2-40B4-BE49-F238E27FC236}">
                <a16:creationId xmlns:a16="http://schemas.microsoft.com/office/drawing/2014/main" id="{09353EEF-2DAD-494B-83AF-2057FE37852F}"/>
              </a:ext>
            </a:extLst>
          </p:cNvPr>
          <p:cNvCxnSpPr>
            <a:cxnSpLocks/>
          </p:cNvCxnSpPr>
          <p:nvPr/>
        </p:nvCxnSpPr>
        <p:spPr>
          <a:xfrm flipV="1">
            <a:off x="1054591" y="5576495"/>
            <a:ext cx="0" cy="772618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12">
            <a:extLst>
              <a:ext uri="{FF2B5EF4-FFF2-40B4-BE49-F238E27FC236}">
                <a16:creationId xmlns:a16="http://schemas.microsoft.com/office/drawing/2014/main" id="{6AE41BC5-91F4-AC45-BB82-5F01F80E61D5}"/>
              </a:ext>
            </a:extLst>
          </p:cNvPr>
          <p:cNvCxnSpPr>
            <a:cxnSpLocks/>
          </p:cNvCxnSpPr>
          <p:nvPr/>
        </p:nvCxnSpPr>
        <p:spPr>
          <a:xfrm flipV="1">
            <a:off x="1054591" y="4556251"/>
            <a:ext cx="0" cy="418510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19">
            <a:extLst>
              <a:ext uri="{FF2B5EF4-FFF2-40B4-BE49-F238E27FC236}">
                <a16:creationId xmlns:a16="http://schemas.microsoft.com/office/drawing/2014/main" id="{000CA068-29C1-0747-A49D-9B61D10402D1}"/>
              </a:ext>
            </a:extLst>
          </p:cNvPr>
          <p:cNvCxnSpPr>
            <a:cxnSpLocks/>
          </p:cNvCxnSpPr>
          <p:nvPr/>
        </p:nvCxnSpPr>
        <p:spPr>
          <a:xfrm flipV="1">
            <a:off x="1054591" y="3536008"/>
            <a:ext cx="0" cy="418509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31">
            <a:extLst>
              <a:ext uri="{FF2B5EF4-FFF2-40B4-BE49-F238E27FC236}">
                <a16:creationId xmlns:a16="http://schemas.microsoft.com/office/drawing/2014/main" id="{24B65C77-9CB4-8F40-82C2-D24B95F8EEE4}"/>
              </a:ext>
            </a:extLst>
          </p:cNvPr>
          <p:cNvCxnSpPr>
            <a:cxnSpLocks/>
          </p:cNvCxnSpPr>
          <p:nvPr/>
        </p:nvCxnSpPr>
        <p:spPr>
          <a:xfrm flipV="1">
            <a:off x="1054591" y="2515765"/>
            <a:ext cx="1" cy="418509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2">
            <a:extLst>
              <a:ext uri="{FF2B5EF4-FFF2-40B4-BE49-F238E27FC236}">
                <a16:creationId xmlns:a16="http://schemas.microsoft.com/office/drawing/2014/main" id="{2CDA1738-9D18-F547-89B1-A570FFDA9ED3}"/>
              </a:ext>
            </a:extLst>
          </p:cNvPr>
          <p:cNvCxnSpPr>
            <a:cxnSpLocks/>
          </p:cNvCxnSpPr>
          <p:nvPr/>
        </p:nvCxnSpPr>
        <p:spPr>
          <a:xfrm>
            <a:off x="1750716" y="2214898"/>
            <a:ext cx="234813" cy="0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70">
            <a:extLst>
              <a:ext uri="{FF2B5EF4-FFF2-40B4-BE49-F238E27FC236}">
                <a16:creationId xmlns:a16="http://schemas.microsoft.com/office/drawing/2014/main" id="{15A44684-463E-5048-B99B-A4346214BB6F}"/>
              </a:ext>
            </a:extLst>
          </p:cNvPr>
          <p:cNvCxnSpPr/>
          <p:nvPr/>
        </p:nvCxnSpPr>
        <p:spPr>
          <a:xfrm rot="5400000">
            <a:off x="1963734" y="3559129"/>
            <a:ext cx="1098955" cy="747068"/>
          </a:xfrm>
          <a:prstGeom prst="bentConnector4">
            <a:avLst>
              <a:gd name="adj1" fmla="val 20277"/>
              <a:gd name="adj2" fmla="val 130600"/>
            </a:avLst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连接符: 肘形 74">
            <a:extLst>
              <a:ext uri="{FF2B5EF4-FFF2-40B4-BE49-F238E27FC236}">
                <a16:creationId xmlns:a16="http://schemas.microsoft.com/office/drawing/2014/main" id="{34365301-561C-D24A-88FC-C9C9BC3293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08438" y="3603077"/>
            <a:ext cx="355928" cy="879063"/>
          </a:xfrm>
          <a:prstGeom prst="bentConnector3">
            <a:avLst>
              <a:gd name="adj1" fmla="val 29929"/>
            </a:avLst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连接符: 肘形 79">
            <a:extLst>
              <a:ext uri="{FF2B5EF4-FFF2-40B4-BE49-F238E27FC236}">
                <a16:creationId xmlns:a16="http://schemas.microsoft.com/office/drawing/2014/main" id="{48C6A5AB-F4AB-9044-829F-8A1BD9A40D39}"/>
              </a:ext>
            </a:extLst>
          </p:cNvPr>
          <p:cNvCxnSpPr>
            <a:cxnSpLocks/>
          </p:cNvCxnSpPr>
          <p:nvPr/>
        </p:nvCxnSpPr>
        <p:spPr>
          <a:xfrm rot="10800000">
            <a:off x="3608439" y="4482142"/>
            <a:ext cx="1579287" cy="2056771"/>
          </a:xfrm>
          <a:prstGeom prst="bentConnector3">
            <a:avLst>
              <a:gd name="adj1" fmla="val 84177"/>
            </a:avLst>
          </a:prstGeom>
          <a:ln w="28575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80">
            <a:extLst>
              <a:ext uri="{FF2B5EF4-FFF2-40B4-BE49-F238E27FC236}">
                <a16:creationId xmlns:a16="http://schemas.microsoft.com/office/drawing/2014/main" id="{AD52F5BB-9798-9740-9D2A-84AE0B9DF718}"/>
              </a:ext>
            </a:extLst>
          </p:cNvPr>
          <p:cNvCxnSpPr>
            <a:cxnSpLocks/>
          </p:cNvCxnSpPr>
          <p:nvPr/>
        </p:nvCxnSpPr>
        <p:spPr>
          <a:xfrm>
            <a:off x="2874058" y="4783008"/>
            <a:ext cx="0" cy="191753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83">
            <a:extLst>
              <a:ext uri="{FF2B5EF4-FFF2-40B4-BE49-F238E27FC236}">
                <a16:creationId xmlns:a16="http://schemas.microsoft.com/office/drawing/2014/main" id="{02401E41-81BF-5843-AE91-0E9923658C80}"/>
              </a:ext>
            </a:extLst>
          </p:cNvPr>
          <p:cNvCxnSpPr>
            <a:cxnSpLocks/>
          </p:cNvCxnSpPr>
          <p:nvPr/>
        </p:nvCxnSpPr>
        <p:spPr>
          <a:xfrm>
            <a:off x="2874058" y="5576495"/>
            <a:ext cx="0" cy="779855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84E265FA-FEB8-7549-80FC-838814B5AE51}"/>
              </a:ext>
            </a:extLst>
          </p:cNvPr>
          <p:cNvSpPr txBox="1"/>
          <p:nvPr/>
        </p:nvSpPr>
        <p:spPr>
          <a:xfrm>
            <a:off x="678773" y="5856158"/>
            <a:ext cx="2002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In: </a:t>
            </a:r>
            <a:r>
              <a:rPr lang="en-US" altLang="zh-CN" sz="2000" dirty="0"/>
              <a:t>Verilog Design</a:t>
            </a:r>
            <a:endParaRPr lang="zh-CN" altLang="en-US" sz="2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C62B66A-4629-864C-B20D-5893A7B49D39}"/>
              </a:ext>
            </a:extLst>
          </p:cNvPr>
          <p:cNvSpPr txBox="1"/>
          <p:nvPr/>
        </p:nvSpPr>
        <p:spPr>
          <a:xfrm>
            <a:off x="2831438" y="5856158"/>
            <a:ext cx="2356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Out: </a:t>
            </a:r>
            <a:r>
              <a:rPr lang="en-US" altLang="zh-CN" sz="2000" dirty="0"/>
              <a:t>Analysis Results</a:t>
            </a:r>
            <a:endParaRPr lang="zh-CN" altLang="en-US" sz="2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AF129F7-4318-D84C-B1F7-2F5F3774BBB8}"/>
              </a:ext>
            </a:extLst>
          </p:cNvPr>
          <p:cNvSpPr txBox="1"/>
          <p:nvPr/>
        </p:nvSpPr>
        <p:spPr>
          <a:xfrm>
            <a:off x="5187724" y="5851821"/>
            <a:ext cx="2186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Add: </a:t>
            </a:r>
            <a:r>
              <a:rPr lang="en-US" altLang="zh-CN" sz="2000" dirty="0"/>
              <a:t>New Analyses</a:t>
            </a:r>
            <a:endParaRPr lang="zh-CN" altLang="en-US" sz="2000" dirty="0"/>
          </a:p>
        </p:txBody>
      </p:sp>
      <p:sp>
        <p:nvSpPr>
          <p:cNvPr id="75" name="任意多边形: 形状 6">
            <a:extLst>
              <a:ext uri="{FF2B5EF4-FFF2-40B4-BE49-F238E27FC236}">
                <a16:creationId xmlns:a16="http://schemas.microsoft.com/office/drawing/2014/main" id="{84F8AF44-EEA8-644F-8F5C-E3D183CCAC2A}"/>
              </a:ext>
            </a:extLst>
          </p:cNvPr>
          <p:cNvSpPr/>
          <p:nvPr/>
        </p:nvSpPr>
        <p:spPr>
          <a:xfrm>
            <a:off x="0" y="-3657"/>
            <a:ext cx="12192000" cy="6895652"/>
          </a:xfrm>
          <a:custGeom>
            <a:avLst/>
            <a:gdLst>
              <a:gd name="csX0" fmla="*/ 4139373 w 12192000"/>
              <a:gd name="csY0" fmla="*/ 1485816 h 6895652"/>
              <a:gd name="csX1" fmla="*/ 3955423 w 12192000"/>
              <a:gd name="csY1" fmla="*/ 1669766 h 6895652"/>
              <a:gd name="csX2" fmla="*/ 3955423 w 12192000"/>
              <a:gd name="csY2" fmla="*/ 5556038 h 6895652"/>
              <a:gd name="csX3" fmla="*/ 4139373 w 12192000"/>
              <a:gd name="csY3" fmla="*/ 5739988 h 6895652"/>
              <a:gd name="csX4" fmla="*/ 11696778 w 12192000"/>
              <a:gd name="csY4" fmla="*/ 5739988 h 6895652"/>
              <a:gd name="csX5" fmla="*/ 11880728 w 12192000"/>
              <a:gd name="csY5" fmla="*/ 5556038 h 6895652"/>
              <a:gd name="csX6" fmla="*/ 11880728 w 12192000"/>
              <a:gd name="csY6" fmla="*/ 1669766 h 6895652"/>
              <a:gd name="csX7" fmla="*/ 11696778 w 12192000"/>
              <a:gd name="csY7" fmla="*/ 1485816 h 6895652"/>
              <a:gd name="csX8" fmla="*/ 0 w 12192000"/>
              <a:gd name="csY8" fmla="*/ 0 h 6895652"/>
              <a:gd name="csX9" fmla="*/ 12192000 w 12192000"/>
              <a:gd name="csY9" fmla="*/ 0 h 6895652"/>
              <a:gd name="csX10" fmla="*/ 12192000 w 12192000"/>
              <a:gd name="csY10" fmla="*/ 6895652 h 6895652"/>
              <a:gd name="csX11" fmla="*/ 0 w 12192000"/>
              <a:gd name="csY11" fmla="*/ 6895652 h 6895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6895652">
                <a:moveTo>
                  <a:pt x="4139373" y="1485816"/>
                </a:moveTo>
                <a:cubicBezTo>
                  <a:pt x="4037780" y="1485816"/>
                  <a:pt x="3955423" y="1568173"/>
                  <a:pt x="3955423" y="1669766"/>
                </a:cubicBezTo>
                <a:lnTo>
                  <a:pt x="3955423" y="5556038"/>
                </a:lnTo>
                <a:cubicBezTo>
                  <a:pt x="3955423" y="5657631"/>
                  <a:pt x="4037780" y="5739988"/>
                  <a:pt x="4139373" y="5739988"/>
                </a:cubicBezTo>
                <a:lnTo>
                  <a:pt x="11696778" y="5739988"/>
                </a:lnTo>
                <a:cubicBezTo>
                  <a:pt x="11798371" y="5739988"/>
                  <a:pt x="11880728" y="5657631"/>
                  <a:pt x="11880728" y="5556038"/>
                </a:cubicBezTo>
                <a:lnTo>
                  <a:pt x="11880728" y="1669766"/>
                </a:lnTo>
                <a:cubicBezTo>
                  <a:pt x="11880728" y="1568173"/>
                  <a:pt x="11798371" y="1485816"/>
                  <a:pt x="11696778" y="148581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95652"/>
                </a:lnTo>
                <a:lnTo>
                  <a:pt x="0" y="6895652"/>
                </a:lnTo>
                <a:close/>
              </a:path>
            </a:pathLst>
          </a:cu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7" name="内容占位符 1">
            <a:extLst>
              <a:ext uri="{FF2B5EF4-FFF2-40B4-BE49-F238E27FC236}">
                <a16:creationId xmlns:a16="http://schemas.microsoft.com/office/drawing/2014/main" id="{7C60C29D-FDB0-5D4A-88B5-C5FA9A2C4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449" y="2831375"/>
            <a:ext cx="3085234" cy="1638857"/>
          </a:xfrm>
          <a:prstGeom prst="roundRect">
            <a:avLst>
              <a:gd name="adj" fmla="val 15060"/>
            </a:avLst>
          </a:prstGeom>
          <a:solidFill>
            <a:schemeClr val="bg1"/>
          </a:solidFill>
          <a:ln w="28575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08000" tIns="0" rIns="0" bIns="0" rtlCol="0" anchor="ctr" anchorCtr="0">
            <a:noAutofit/>
          </a:bodyPr>
          <a:lstStyle/>
          <a:p>
            <a:pPr marL="0" indent="0" defTabSz="4572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Calibri" panose="020F0502020204030204" pitchFamily="34" charset="0"/>
              </a:rPr>
              <a:t>Each fundamental analysis is reused by about </a:t>
            </a:r>
            <a:r>
              <a:rPr lang="en-US" altLang="zh-CN" dirty="0">
                <a:solidFill>
                  <a:schemeClr val="accent1"/>
                </a:solidFill>
                <a:latin typeface="+mn-lt"/>
                <a:ea typeface="宋体" panose="02010600030101010101" pitchFamily="2" charset="-122"/>
                <a:cs typeface="Calibri" panose="020F0502020204030204" pitchFamily="34" charset="0"/>
              </a:rPr>
              <a:t>10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Calibri" panose="020F0502020204030204" pitchFamily="34" charset="0"/>
              </a:rPr>
              <a:t> application-specific analyses</a:t>
            </a:r>
          </a:p>
        </p:txBody>
      </p:sp>
    </p:spTree>
    <p:extLst>
      <p:ext uri="{BB962C8B-B14F-4D97-AF65-F5344CB8AC3E}">
        <p14:creationId xmlns:p14="http://schemas.microsoft.com/office/powerpoint/2010/main" val="378135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EE3E-ED4B-0746-72CF-7CD498B7F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E54F0BC-81D7-44AF-1B4A-5632864F87F9}"/>
              </a:ext>
            </a:extLst>
          </p:cNvPr>
          <p:cNvSpPr/>
          <p:nvPr/>
        </p:nvSpPr>
        <p:spPr>
          <a:xfrm>
            <a:off x="147483" y="1352942"/>
            <a:ext cx="11897033" cy="4498879"/>
          </a:xfrm>
          <a:prstGeom prst="roundRect">
            <a:avLst>
              <a:gd name="adj" fmla="val 3752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BC3D93E-53FC-BED5-7B80-5EFEE086070A}"/>
              </a:ext>
            </a:extLst>
          </p:cNvPr>
          <p:cNvSpPr/>
          <p:nvPr/>
        </p:nvSpPr>
        <p:spPr>
          <a:xfrm>
            <a:off x="3964366" y="1466084"/>
            <a:ext cx="7916361" cy="4273988"/>
          </a:xfrm>
          <a:prstGeom prst="roundRect">
            <a:avLst>
              <a:gd name="adj" fmla="val 44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A6E250-825B-0F0A-338C-17CC937D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618450-41BC-BBD0-BC34-95A0781AF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Qihe Overview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0DDF37-5E38-4493-649C-54E29BF06971}"/>
              </a:ext>
            </a:extLst>
          </p:cNvPr>
          <p:cNvSpPr txBox="1"/>
          <p:nvPr/>
        </p:nvSpPr>
        <p:spPr>
          <a:xfrm>
            <a:off x="5300190" y="1560067"/>
            <a:ext cx="2278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Fundamental Analysis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061B70-698B-EFD6-3AF1-F8E0E684B817}"/>
              </a:ext>
            </a:extLst>
          </p:cNvPr>
          <p:cNvSpPr txBox="1"/>
          <p:nvPr/>
        </p:nvSpPr>
        <p:spPr>
          <a:xfrm>
            <a:off x="8979099" y="1560067"/>
            <a:ext cx="290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Application-Specific Analysis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0E509D29-51BF-3A45-A52F-2A556CC6A8B9}"/>
              </a:ext>
            </a:extLst>
          </p:cNvPr>
          <p:cNvSpPr/>
          <p:nvPr/>
        </p:nvSpPr>
        <p:spPr>
          <a:xfrm>
            <a:off x="9100511" y="3558270"/>
            <a:ext cx="507344" cy="369332"/>
          </a:xfrm>
          <a:prstGeom prst="rightArrow">
            <a:avLst>
              <a:gd name="adj1" fmla="val 46806"/>
              <a:gd name="adj2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BDEEA7-70E2-7F11-626E-B92BA40E3AF7}"/>
              </a:ext>
            </a:extLst>
          </p:cNvPr>
          <p:cNvSpPr txBox="1"/>
          <p:nvPr/>
        </p:nvSpPr>
        <p:spPr>
          <a:xfrm>
            <a:off x="8943263" y="3243314"/>
            <a:ext cx="928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Support</a:t>
            </a:r>
            <a:endParaRPr lang="zh-CN" altLang="en-US" sz="1600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BA204F3-94F0-8C31-8F4A-A19F98E281C2}"/>
              </a:ext>
            </a:extLst>
          </p:cNvPr>
          <p:cNvGrpSpPr/>
          <p:nvPr/>
        </p:nvGrpSpPr>
        <p:grpSpPr>
          <a:xfrm>
            <a:off x="194678" y="1451978"/>
            <a:ext cx="1802430" cy="4288094"/>
            <a:chOff x="171081" y="1451978"/>
            <a:chExt cx="1802430" cy="4288094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DC0C4494-A5BA-4FFD-3FD7-58058883570D}"/>
                </a:ext>
              </a:extLst>
            </p:cNvPr>
            <p:cNvSpPr/>
            <p:nvPr/>
          </p:nvSpPr>
          <p:spPr>
            <a:xfrm>
              <a:off x="253672" y="1451978"/>
              <a:ext cx="1570800" cy="4288094"/>
            </a:xfrm>
            <a:prstGeom prst="roundRect">
              <a:avLst>
                <a:gd name="adj" fmla="val 77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A404AA5-EE04-FF2E-EB68-3DD53EDAEDD9}"/>
                </a:ext>
              </a:extLst>
            </p:cNvPr>
            <p:cNvSpPr txBox="1"/>
            <p:nvPr/>
          </p:nvSpPr>
          <p:spPr>
            <a:xfrm>
              <a:off x="171081" y="1491286"/>
              <a:ext cx="180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Frontend</a:t>
              </a:r>
              <a:endParaRPr lang="zh-CN" altLang="en-US" b="1" dirty="0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406870A-218A-9F03-77F7-42B1FECA9305}"/>
                </a:ext>
              </a:extLst>
            </p:cNvPr>
            <p:cNvSpPr/>
            <p:nvPr/>
          </p:nvSpPr>
          <p:spPr>
            <a:xfrm>
              <a:off x="334870" y="1914031"/>
              <a:ext cx="1392249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IR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Generator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64FAC2A-23AA-1CD7-3EE2-AF88DF507BEB}"/>
                </a:ext>
              </a:extLst>
            </p:cNvPr>
            <p:cNvSpPr/>
            <p:nvPr/>
          </p:nvSpPr>
          <p:spPr>
            <a:xfrm>
              <a:off x="334869" y="2934274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Simplification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Passes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2EF0767E-4152-50D4-5E73-8B5AA1FCB8A8}"/>
                </a:ext>
              </a:extLst>
            </p:cNvPr>
            <p:cNvSpPr/>
            <p:nvPr/>
          </p:nvSpPr>
          <p:spPr>
            <a:xfrm>
              <a:off x="334869" y="3954517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Elaborator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B59844F5-DA4D-4A01-F500-E1B67605ACE6}"/>
                </a:ext>
              </a:extLst>
            </p:cNvPr>
            <p:cNvSpPr/>
            <p:nvPr/>
          </p:nvSpPr>
          <p:spPr>
            <a:xfrm>
              <a:off x="334869" y="4974761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Parser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CA29F48-CDE0-C746-BFBF-929DCBA2C94C}"/>
              </a:ext>
            </a:extLst>
          </p:cNvPr>
          <p:cNvGrpSpPr/>
          <p:nvPr/>
        </p:nvGrpSpPr>
        <p:grpSpPr>
          <a:xfrm>
            <a:off x="1985529" y="1466084"/>
            <a:ext cx="1802431" cy="1917102"/>
            <a:chOff x="1961932" y="1466084"/>
            <a:chExt cx="1802431" cy="191710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C78443A5-E481-7A20-C560-EB198CF3DD12}"/>
                </a:ext>
              </a:extLst>
            </p:cNvPr>
            <p:cNvSpPr/>
            <p:nvPr/>
          </p:nvSpPr>
          <p:spPr>
            <a:xfrm>
              <a:off x="1961933" y="1466084"/>
              <a:ext cx="1802430" cy="1917102"/>
            </a:xfrm>
            <a:prstGeom prst="roundRect">
              <a:avLst>
                <a:gd name="adj" fmla="val 77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F785818-0D87-4BCD-4F37-4B269CD4135B}"/>
                </a:ext>
              </a:extLst>
            </p:cNvPr>
            <p:cNvSpPr txBox="1"/>
            <p:nvPr/>
          </p:nvSpPr>
          <p:spPr>
            <a:xfrm>
              <a:off x="1961932" y="1505392"/>
              <a:ext cx="180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Verilog IR</a:t>
              </a:r>
              <a:endParaRPr lang="zh-CN" altLang="en-US" b="1" dirty="0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6A75611E-031E-A03E-04C3-5C6787A77548}"/>
                </a:ext>
              </a:extLst>
            </p:cNvPr>
            <p:cNvSpPr/>
            <p:nvPr/>
          </p:nvSpPr>
          <p:spPr>
            <a:xfrm>
              <a:off x="2116079" y="1914031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Three-Address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273870CA-1EF5-DAA6-38CA-069454743C82}"/>
                </a:ext>
              </a:extLst>
            </p:cNvPr>
            <p:cNvSpPr/>
            <p:nvPr/>
          </p:nvSpPr>
          <p:spPr>
            <a:xfrm>
              <a:off x="2129396" y="2658302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Attribute System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ABE209C-32BA-2989-28F0-B5746AE500D6}"/>
              </a:ext>
            </a:extLst>
          </p:cNvPr>
          <p:cNvGrpSpPr/>
          <p:nvPr/>
        </p:nvGrpSpPr>
        <p:grpSpPr>
          <a:xfrm>
            <a:off x="1985529" y="3716066"/>
            <a:ext cx="1802430" cy="2024006"/>
            <a:chOff x="1961932" y="3716066"/>
            <a:chExt cx="1802430" cy="2024006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77B8A851-816D-93D4-E1CE-BD24FA98B1EA}"/>
                </a:ext>
              </a:extLst>
            </p:cNvPr>
            <p:cNvSpPr/>
            <p:nvPr/>
          </p:nvSpPr>
          <p:spPr>
            <a:xfrm>
              <a:off x="1961932" y="3716066"/>
              <a:ext cx="1802430" cy="2024006"/>
            </a:xfrm>
            <a:prstGeom prst="roundRect">
              <a:avLst>
                <a:gd name="adj" fmla="val 80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2128732E-90DC-B575-7ADD-06C96290EA1F}"/>
                </a:ext>
              </a:extLst>
            </p:cNvPr>
            <p:cNvSpPr/>
            <p:nvPr/>
          </p:nvSpPr>
          <p:spPr>
            <a:xfrm>
              <a:off x="2116080" y="4181274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Analysis Context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BAC0DB98-AE7D-5976-3E6A-4DB5519682D9}"/>
                </a:ext>
              </a:extLst>
            </p:cNvPr>
            <p:cNvSpPr/>
            <p:nvPr/>
          </p:nvSpPr>
          <p:spPr>
            <a:xfrm>
              <a:off x="2116080" y="4974761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Analysis Engine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B320C16-DE6F-ACE3-9192-19732FAB6D92}"/>
                </a:ext>
              </a:extLst>
            </p:cNvPr>
            <p:cNvSpPr txBox="1"/>
            <p:nvPr/>
          </p:nvSpPr>
          <p:spPr>
            <a:xfrm>
              <a:off x="1961932" y="3716066"/>
              <a:ext cx="180243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zh-CN" b="1" dirty="0"/>
                <a:t>Analysis Manager</a:t>
              </a:r>
              <a:endParaRPr lang="zh-CN" altLang="en-US" b="1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E7401BE-799D-ED41-9C28-16F51AF9E99D}"/>
              </a:ext>
            </a:extLst>
          </p:cNvPr>
          <p:cNvGrpSpPr/>
          <p:nvPr/>
        </p:nvGrpSpPr>
        <p:grpSpPr>
          <a:xfrm>
            <a:off x="4105769" y="2023383"/>
            <a:ext cx="2378663" cy="3479894"/>
            <a:chOff x="4105769" y="2023383"/>
            <a:chExt cx="2378663" cy="347989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F78B50D-863F-B6A7-D696-B469678CCFA7}"/>
                </a:ext>
              </a:extLst>
            </p:cNvPr>
            <p:cNvSpPr/>
            <p:nvPr/>
          </p:nvSpPr>
          <p:spPr>
            <a:xfrm>
              <a:off x="4105769" y="2023383"/>
              <a:ext cx="2378663" cy="3479894"/>
            </a:xfrm>
            <a:prstGeom prst="roundRect">
              <a:avLst>
                <a:gd name="adj" fmla="val 4348"/>
              </a:avLst>
            </a:prstGeom>
            <a:solidFill>
              <a:srgbClr val="FFF2CC"/>
            </a:solidFill>
            <a:ln w="19050">
              <a:solidFill>
                <a:srgbClr val="DBBD6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Common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Hierarchy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Assignability Checker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Expr Reduction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Assign Reduction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Bit-Ref Analysis</a:t>
              </a:r>
            </a:p>
            <a:p>
              <a:pPr>
                <a:spcBef>
                  <a:spcPts val="12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Synchronization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Reachable Guards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Reaching Guards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Guarded Inputs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Guarded Outputs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Computation Model Builder</a:t>
              </a: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1FADC1AC-5F1C-634D-663B-3D4D77CDA6BB}"/>
                </a:ext>
              </a:extLst>
            </p:cNvPr>
            <p:cNvCxnSpPr>
              <a:cxnSpLocks/>
            </p:cNvCxnSpPr>
            <p:nvPr/>
          </p:nvCxnSpPr>
          <p:spPr>
            <a:xfrm>
              <a:off x="4265632" y="2418579"/>
              <a:ext cx="0" cy="113969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BB67777-BC78-37B0-F223-DC78FD5B81D5}"/>
                </a:ext>
              </a:extLst>
            </p:cNvPr>
            <p:cNvCxnSpPr>
              <a:cxnSpLocks/>
            </p:cNvCxnSpPr>
            <p:nvPr/>
          </p:nvCxnSpPr>
          <p:spPr>
            <a:xfrm>
              <a:off x="4265632" y="3954517"/>
              <a:ext cx="0" cy="13299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F1F323F-AFD3-6F76-3FF7-E071305F53F7}"/>
              </a:ext>
            </a:extLst>
          </p:cNvPr>
          <p:cNvGrpSpPr/>
          <p:nvPr/>
        </p:nvGrpSpPr>
        <p:grpSpPr>
          <a:xfrm>
            <a:off x="6580445" y="2023382"/>
            <a:ext cx="2378663" cy="3481675"/>
            <a:chOff x="6580445" y="2023382"/>
            <a:chExt cx="2378663" cy="3481675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DB3F699-3ABF-B271-2DB5-1ED5E7E75372}"/>
                </a:ext>
              </a:extLst>
            </p:cNvPr>
            <p:cNvSpPr/>
            <p:nvPr/>
          </p:nvSpPr>
          <p:spPr>
            <a:xfrm>
              <a:off x="6580445" y="2023382"/>
              <a:ext cx="2378663" cy="3481675"/>
            </a:xfrm>
            <a:prstGeom prst="roundRect">
              <a:avLst>
                <a:gd name="adj" fmla="val 4348"/>
              </a:avLst>
            </a:prstGeom>
            <a:solidFill>
              <a:srgbClr val="FFF2CC"/>
            </a:solidFill>
            <a:ln w="19050">
              <a:solidFill>
                <a:srgbClr val="DBBD6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CFG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Call Graph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Branch Analysis</a:t>
              </a:r>
            </a:p>
            <a:p>
              <a:pPr>
                <a:spcBef>
                  <a:spcPts val="3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Concurrency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Thread Model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Thread Analysis</a:t>
              </a:r>
            </a:p>
            <a:p>
              <a:pPr>
                <a:spcBef>
                  <a:spcPts val="3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Data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Def-Use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Def-Chain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Constant Propagation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Reaching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Defs</a:t>
              </a:r>
              <a:r>
                <a:rPr lang="en-US" altLang="zh-CN" sz="1400" dirty="0">
                  <a:solidFill>
                    <a:schemeClr val="tx1"/>
                  </a:solidFill>
                </a:rPr>
                <a:t>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Flow-insensitive VFG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Flow-sensitive VFG builder</a:t>
              </a: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603029B-7941-017E-25A2-B2A72E903859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2457417"/>
              <a:ext cx="0" cy="6172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1B1F61D2-0522-05D1-E7B8-306F77A867DE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3375566"/>
              <a:ext cx="0" cy="43824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0EB5F8D9-6A9F-2DFF-A727-4C67EE6111D3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4110387"/>
              <a:ext cx="0" cy="129072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E410BDEA-9006-39BD-4972-4EBECEEC641F}"/>
              </a:ext>
            </a:extLst>
          </p:cNvPr>
          <p:cNvGrpSpPr/>
          <p:nvPr/>
        </p:nvGrpSpPr>
        <p:grpSpPr>
          <a:xfrm>
            <a:off x="9749258" y="1927052"/>
            <a:ext cx="2030636" cy="3578005"/>
            <a:chOff x="9749258" y="1927052"/>
            <a:chExt cx="2030636" cy="3578005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7237904B-A48A-5B91-3090-642777EB2866}"/>
                </a:ext>
              </a:extLst>
            </p:cNvPr>
            <p:cNvSpPr/>
            <p:nvPr/>
          </p:nvSpPr>
          <p:spPr>
            <a:xfrm>
              <a:off x="9845433" y="192705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87672047-A287-E4DC-0B4C-617C9AB64A16}"/>
                </a:ext>
              </a:extLst>
            </p:cNvPr>
            <p:cNvSpPr/>
            <p:nvPr/>
          </p:nvSpPr>
          <p:spPr>
            <a:xfrm>
              <a:off x="9801489" y="1975228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sz="1400" b="1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Dead Code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64C13FA-1B0B-97A6-DC04-C05E9B281181}"/>
                </a:ext>
              </a:extLst>
            </p:cNvPr>
            <p:cNvSpPr/>
            <p:nvPr/>
          </p:nvSpPr>
          <p:spPr>
            <a:xfrm>
              <a:off x="9749258" y="202338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 Signal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CD4CE297-53C1-9B19-2891-92BAC902C541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2442177"/>
              <a:ext cx="0" cy="56137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FE8109CB-3D5F-55D9-EEB8-4084D7C130D3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3328002"/>
              <a:ext cx="0" cy="3880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9EAEDBC3-A41C-70FB-F601-EA90599801FA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4042377"/>
              <a:ext cx="0" cy="60582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3E9371A-BFF9-E1ED-0524-8ED5462320B0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4941904"/>
              <a:ext cx="0" cy="43019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: 圆角 1">
            <a:extLst>
              <a:ext uri="{FF2B5EF4-FFF2-40B4-BE49-F238E27FC236}">
                <a16:creationId xmlns:a16="http://schemas.microsoft.com/office/drawing/2014/main" id="{A0999AF3-8469-B944-BA9E-3F9BDB5996B4}"/>
              </a:ext>
            </a:extLst>
          </p:cNvPr>
          <p:cNvSpPr/>
          <p:nvPr/>
        </p:nvSpPr>
        <p:spPr>
          <a:xfrm>
            <a:off x="862247" y="6349113"/>
            <a:ext cx="2299597" cy="412134"/>
          </a:xfrm>
          <a:prstGeom prst="roundRect">
            <a:avLst>
              <a:gd name="adj" fmla="val 45379"/>
            </a:avLst>
          </a:prstGeom>
          <a:solidFill>
            <a:srgbClr val="F8CEC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Analysis Users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0" name="矩形: 圆角 6">
            <a:extLst>
              <a:ext uri="{FF2B5EF4-FFF2-40B4-BE49-F238E27FC236}">
                <a16:creationId xmlns:a16="http://schemas.microsoft.com/office/drawing/2014/main" id="{F8140969-9E0D-6C46-B2A8-E3C70441BCFE}"/>
              </a:ext>
            </a:extLst>
          </p:cNvPr>
          <p:cNvSpPr/>
          <p:nvPr/>
        </p:nvSpPr>
        <p:spPr>
          <a:xfrm>
            <a:off x="5187725" y="6332845"/>
            <a:ext cx="2541644" cy="412134"/>
          </a:xfrm>
          <a:prstGeom prst="roundRect">
            <a:avLst>
              <a:gd name="adj" fmla="val 50000"/>
            </a:avLst>
          </a:prstGeom>
          <a:solidFill>
            <a:srgbClr val="DAE8F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Analysis Developers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53" name="直接箭头连接符 8">
            <a:extLst>
              <a:ext uri="{FF2B5EF4-FFF2-40B4-BE49-F238E27FC236}">
                <a16:creationId xmlns:a16="http://schemas.microsoft.com/office/drawing/2014/main" id="{09353EEF-2DAD-494B-83AF-2057FE37852F}"/>
              </a:ext>
            </a:extLst>
          </p:cNvPr>
          <p:cNvCxnSpPr>
            <a:cxnSpLocks/>
          </p:cNvCxnSpPr>
          <p:nvPr/>
        </p:nvCxnSpPr>
        <p:spPr>
          <a:xfrm flipV="1">
            <a:off x="1054591" y="5576495"/>
            <a:ext cx="0" cy="772618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12">
            <a:extLst>
              <a:ext uri="{FF2B5EF4-FFF2-40B4-BE49-F238E27FC236}">
                <a16:creationId xmlns:a16="http://schemas.microsoft.com/office/drawing/2014/main" id="{6AE41BC5-91F4-AC45-BB82-5F01F80E61D5}"/>
              </a:ext>
            </a:extLst>
          </p:cNvPr>
          <p:cNvCxnSpPr>
            <a:cxnSpLocks/>
          </p:cNvCxnSpPr>
          <p:nvPr/>
        </p:nvCxnSpPr>
        <p:spPr>
          <a:xfrm flipV="1">
            <a:off x="1054591" y="4556251"/>
            <a:ext cx="0" cy="418510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19">
            <a:extLst>
              <a:ext uri="{FF2B5EF4-FFF2-40B4-BE49-F238E27FC236}">
                <a16:creationId xmlns:a16="http://schemas.microsoft.com/office/drawing/2014/main" id="{000CA068-29C1-0747-A49D-9B61D10402D1}"/>
              </a:ext>
            </a:extLst>
          </p:cNvPr>
          <p:cNvCxnSpPr>
            <a:cxnSpLocks/>
          </p:cNvCxnSpPr>
          <p:nvPr/>
        </p:nvCxnSpPr>
        <p:spPr>
          <a:xfrm flipV="1">
            <a:off x="1054591" y="3536008"/>
            <a:ext cx="0" cy="418509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31">
            <a:extLst>
              <a:ext uri="{FF2B5EF4-FFF2-40B4-BE49-F238E27FC236}">
                <a16:creationId xmlns:a16="http://schemas.microsoft.com/office/drawing/2014/main" id="{24B65C77-9CB4-8F40-82C2-D24B95F8EEE4}"/>
              </a:ext>
            </a:extLst>
          </p:cNvPr>
          <p:cNvCxnSpPr>
            <a:cxnSpLocks/>
          </p:cNvCxnSpPr>
          <p:nvPr/>
        </p:nvCxnSpPr>
        <p:spPr>
          <a:xfrm flipV="1">
            <a:off x="1054591" y="2515765"/>
            <a:ext cx="1" cy="418509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2">
            <a:extLst>
              <a:ext uri="{FF2B5EF4-FFF2-40B4-BE49-F238E27FC236}">
                <a16:creationId xmlns:a16="http://schemas.microsoft.com/office/drawing/2014/main" id="{2CDA1738-9D18-F547-89B1-A570FFDA9ED3}"/>
              </a:ext>
            </a:extLst>
          </p:cNvPr>
          <p:cNvCxnSpPr>
            <a:cxnSpLocks/>
          </p:cNvCxnSpPr>
          <p:nvPr/>
        </p:nvCxnSpPr>
        <p:spPr>
          <a:xfrm>
            <a:off x="1750716" y="2214898"/>
            <a:ext cx="234813" cy="0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70">
            <a:extLst>
              <a:ext uri="{FF2B5EF4-FFF2-40B4-BE49-F238E27FC236}">
                <a16:creationId xmlns:a16="http://schemas.microsoft.com/office/drawing/2014/main" id="{15A44684-463E-5048-B99B-A4346214BB6F}"/>
              </a:ext>
            </a:extLst>
          </p:cNvPr>
          <p:cNvCxnSpPr/>
          <p:nvPr/>
        </p:nvCxnSpPr>
        <p:spPr>
          <a:xfrm rot="5400000">
            <a:off x="1963734" y="3559129"/>
            <a:ext cx="1098955" cy="747068"/>
          </a:xfrm>
          <a:prstGeom prst="bentConnector4">
            <a:avLst>
              <a:gd name="adj1" fmla="val 20277"/>
              <a:gd name="adj2" fmla="val 130600"/>
            </a:avLst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连接符: 肘形 74">
            <a:extLst>
              <a:ext uri="{FF2B5EF4-FFF2-40B4-BE49-F238E27FC236}">
                <a16:creationId xmlns:a16="http://schemas.microsoft.com/office/drawing/2014/main" id="{34365301-561C-D24A-88FC-C9C9BC3293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08438" y="3603077"/>
            <a:ext cx="355928" cy="879063"/>
          </a:xfrm>
          <a:prstGeom prst="bentConnector3">
            <a:avLst>
              <a:gd name="adj1" fmla="val 29929"/>
            </a:avLst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连接符: 肘形 79">
            <a:extLst>
              <a:ext uri="{FF2B5EF4-FFF2-40B4-BE49-F238E27FC236}">
                <a16:creationId xmlns:a16="http://schemas.microsoft.com/office/drawing/2014/main" id="{48C6A5AB-F4AB-9044-829F-8A1BD9A40D39}"/>
              </a:ext>
            </a:extLst>
          </p:cNvPr>
          <p:cNvCxnSpPr>
            <a:cxnSpLocks/>
          </p:cNvCxnSpPr>
          <p:nvPr/>
        </p:nvCxnSpPr>
        <p:spPr>
          <a:xfrm rot="10800000">
            <a:off x="3608439" y="4482142"/>
            <a:ext cx="1579287" cy="2056771"/>
          </a:xfrm>
          <a:prstGeom prst="bentConnector3">
            <a:avLst>
              <a:gd name="adj1" fmla="val 84177"/>
            </a:avLst>
          </a:prstGeom>
          <a:ln w="28575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80">
            <a:extLst>
              <a:ext uri="{FF2B5EF4-FFF2-40B4-BE49-F238E27FC236}">
                <a16:creationId xmlns:a16="http://schemas.microsoft.com/office/drawing/2014/main" id="{AD52F5BB-9798-9740-9D2A-84AE0B9DF718}"/>
              </a:ext>
            </a:extLst>
          </p:cNvPr>
          <p:cNvCxnSpPr>
            <a:cxnSpLocks/>
          </p:cNvCxnSpPr>
          <p:nvPr/>
        </p:nvCxnSpPr>
        <p:spPr>
          <a:xfrm>
            <a:off x="2874058" y="4783008"/>
            <a:ext cx="0" cy="191753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83">
            <a:extLst>
              <a:ext uri="{FF2B5EF4-FFF2-40B4-BE49-F238E27FC236}">
                <a16:creationId xmlns:a16="http://schemas.microsoft.com/office/drawing/2014/main" id="{02401E41-81BF-5843-AE91-0E9923658C80}"/>
              </a:ext>
            </a:extLst>
          </p:cNvPr>
          <p:cNvCxnSpPr>
            <a:cxnSpLocks/>
          </p:cNvCxnSpPr>
          <p:nvPr/>
        </p:nvCxnSpPr>
        <p:spPr>
          <a:xfrm>
            <a:off x="2874058" y="5576495"/>
            <a:ext cx="0" cy="779855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84E265FA-FEB8-7549-80FC-838814B5AE51}"/>
              </a:ext>
            </a:extLst>
          </p:cNvPr>
          <p:cNvSpPr txBox="1"/>
          <p:nvPr/>
        </p:nvSpPr>
        <p:spPr>
          <a:xfrm>
            <a:off x="678773" y="5856158"/>
            <a:ext cx="2002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In: </a:t>
            </a:r>
            <a:r>
              <a:rPr lang="en-US" altLang="zh-CN" sz="2000" dirty="0"/>
              <a:t>Verilog Design</a:t>
            </a:r>
            <a:endParaRPr lang="zh-CN" altLang="en-US" sz="2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C62B66A-4629-864C-B20D-5893A7B49D39}"/>
              </a:ext>
            </a:extLst>
          </p:cNvPr>
          <p:cNvSpPr txBox="1"/>
          <p:nvPr/>
        </p:nvSpPr>
        <p:spPr>
          <a:xfrm>
            <a:off x="2831438" y="5856158"/>
            <a:ext cx="2356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Out: </a:t>
            </a:r>
            <a:r>
              <a:rPr lang="en-US" altLang="zh-CN" sz="2000" dirty="0"/>
              <a:t>Analysis Results</a:t>
            </a:r>
            <a:endParaRPr lang="zh-CN" altLang="en-US" sz="2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AF129F7-4318-D84C-B1F7-2F5F3774BBB8}"/>
              </a:ext>
            </a:extLst>
          </p:cNvPr>
          <p:cNvSpPr txBox="1"/>
          <p:nvPr/>
        </p:nvSpPr>
        <p:spPr>
          <a:xfrm>
            <a:off x="5187724" y="5851821"/>
            <a:ext cx="2186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Add: </a:t>
            </a:r>
            <a:r>
              <a:rPr lang="en-US" altLang="zh-CN" sz="2000" dirty="0"/>
              <a:t>New Analyses</a:t>
            </a:r>
            <a:endParaRPr lang="zh-CN" altLang="en-US" sz="2000" dirty="0"/>
          </a:p>
        </p:txBody>
      </p:sp>
      <p:sp>
        <p:nvSpPr>
          <p:cNvPr id="78" name="任意多边形: 形状 5">
            <a:extLst>
              <a:ext uri="{FF2B5EF4-FFF2-40B4-BE49-F238E27FC236}">
                <a16:creationId xmlns:a16="http://schemas.microsoft.com/office/drawing/2014/main" id="{19232412-C4CC-0242-94CA-CC397FBD3259}"/>
              </a:ext>
            </a:extLst>
          </p:cNvPr>
          <p:cNvSpPr/>
          <p:nvPr/>
        </p:nvSpPr>
        <p:spPr>
          <a:xfrm>
            <a:off x="0" y="0"/>
            <a:ext cx="12192000" cy="6895652"/>
          </a:xfrm>
          <a:custGeom>
            <a:avLst/>
            <a:gdLst>
              <a:gd name="csX0" fmla="*/ 369070 w 12192000"/>
              <a:gd name="csY0" fmla="*/ 1466000 h 6895652"/>
              <a:gd name="csX1" fmla="*/ 277270 w 12192000"/>
              <a:gd name="csY1" fmla="*/ 1557800 h 6895652"/>
              <a:gd name="csX2" fmla="*/ 277270 w 12192000"/>
              <a:gd name="csY2" fmla="*/ 5648188 h 6895652"/>
              <a:gd name="csX3" fmla="*/ 369070 w 12192000"/>
              <a:gd name="csY3" fmla="*/ 5739988 h 6895652"/>
              <a:gd name="csX4" fmla="*/ 3705404 w 12192000"/>
              <a:gd name="csY4" fmla="*/ 5739988 h 6895652"/>
              <a:gd name="csX5" fmla="*/ 3797204 w 12192000"/>
              <a:gd name="csY5" fmla="*/ 5648188 h 6895652"/>
              <a:gd name="csX6" fmla="*/ 3797204 w 12192000"/>
              <a:gd name="csY6" fmla="*/ 1557800 h 6895652"/>
              <a:gd name="csX7" fmla="*/ 3705404 w 12192000"/>
              <a:gd name="csY7" fmla="*/ 1466000 h 6895652"/>
              <a:gd name="csX8" fmla="*/ 0 w 12192000"/>
              <a:gd name="csY8" fmla="*/ 0 h 6895652"/>
              <a:gd name="csX9" fmla="*/ 12192000 w 12192000"/>
              <a:gd name="csY9" fmla="*/ 0 h 6895652"/>
              <a:gd name="csX10" fmla="*/ 12192000 w 12192000"/>
              <a:gd name="csY10" fmla="*/ 6895652 h 6895652"/>
              <a:gd name="csX11" fmla="*/ 0 w 12192000"/>
              <a:gd name="csY11" fmla="*/ 6895652 h 6895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6895652">
                <a:moveTo>
                  <a:pt x="369070" y="1466000"/>
                </a:moveTo>
                <a:cubicBezTo>
                  <a:pt x="318370" y="1466000"/>
                  <a:pt x="277270" y="1507100"/>
                  <a:pt x="277270" y="1557800"/>
                </a:cubicBezTo>
                <a:lnTo>
                  <a:pt x="277270" y="5648188"/>
                </a:lnTo>
                <a:cubicBezTo>
                  <a:pt x="277270" y="5698888"/>
                  <a:pt x="318370" y="5739988"/>
                  <a:pt x="369070" y="5739988"/>
                </a:cubicBezTo>
                <a:lnTo>
                  <a:pt x="3705404" y="5739988"/>
                </a:lnTo>
                <a:cubicBezTo>
                  <a:pt x="3756104" y="5739988"/>
                  <a:pt x="3797204" y="5698888"/>
                  <a:pt x="3797204" y="5648188"/>
                </a:cubicBezTo>
                <a:lnTo>
                  <a:pt x="3797204" y="1557800"/>
                </a:lnTo>
                <a:cubicBezTo>
                  <a:pt x="3797204" y="1507100"/>
                  <a:pt x="3756104" y="1466000"/>
                  <a:pt x="3705404" y="146600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95652"/>
                </a:lnTo>
                <a:lnTo>
                  <a:pt x="0" y="6895652"/>
                </a:lnTo>
                <a:close/>
              </a:path>
            </a:pathLst>
          </a:cu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1610DFD-AA9F-D14A-8CD8-FDFCBF3B7C98}"/>
              </a:ext>
            </a:extLst>
          </p:cNvPr>
          <p:cNvSpPr txBox="1"/>
          <p:nvPr/>
        </p:nvSpPr>
        <p:spPr>
          <a:xfrm>
            <a:off x="4105769" y="1967841"/>
            <a:ext cx="7630182" cy="2530969"/>
          </a:xfrm>
          <a:prstGeom prst="roundRect">
            <a:avLst>
              <a:gd name="adj" fmla="val 6781"/>
            </a:avLst>
          </a:prstGeom>
          <a:solidFill>
            <a:schemeClr val="bg1"/>
          </a:solidFill>
          <a:ln w="28575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08000" tIns="0" rIns="0" bIns="0" rtlCol="0" anchor="ctr" anchorCtr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defRPr>
            </a:lvl1pPr>
            <a:lvl2pPr marL="72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8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44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0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algn="l"/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9905977-420F-5443-91BA-5E639183817C}"/>
              </a:ext>
            </a:extLst>
          </p:cNvPr>
          <p:cNvSpPr txBox="1"/>
          <p:nvPr/>
        </p:nvSpPr>
        <p:spPr>
          <a:xfrm>
            <a:off x="4177391" y="2098777"/>
            <a:ext cx="7446244" cy="1224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10000"/>
              </a:lnSpc>
            </a:pPr>
            <a:r>
              <a:rPr lang="en-US" altLang="zh-CN" sz="2400" dirty="0"/>
              <a:t>Analysis-oriented Verilog </a:t>
            </a:r>
            <a:r>
              <a:rPr lang="en-US" altLang="zh-CN" sz="2400" dirty="0">
                <a:solidFill>
                  <a:schemeClr val="accent1"/>
                </a:solidFill>
              </a:rPr>
              <a:t>frontend </a:t>
            </a:r>
            <a:r>
              <a:rPr lang="en-US" altLang="zh-CN" sz="2400" dirty="0"/>
              <a:t>and </a:t>
            </a:r>
            <a:r>
              <a:rPr lang="en-US" altLang="zh-CN" sz="2400" dirty="0">
                <a:solidFill>
                  <a:schemeClr val="accent1"/>
                </a:solidFill>
              </a:rPr>
              <a:t>IR</a:t>
            </a:r>
          </a:p>
          <a:p>
            <a:pPr marL="0" lvl="2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S</a:t>
            </a:r>
            <a:r>
              <a:rPr lang="zh-CN" altLang="en-US" sz="2200" dirty="0"/>
              <a:t>upport </a:t>
            </a:r>
            <a:r>
              <a:rPr lang="en-US" altLang="zh-CN" sz="2200" dirty="0"/>
              <a:t>Verilog + </a:t>
            </a:r>
            <a:r>
              <a:rPr lang="zh-CN" altLang="en-US" sz="2200" dirty="0"/>
              <a:t>synthesizable SystemVerilog</a:t>
            </a:r>
            <a:endParaRPr lang="en-US" altLang="zh-CN" sz="2200" dirty="0"/>
          </a:p>
          <a:p>
            <a:pPr marL="0" lvl="2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Support incomplete hardware analysis (e.g., due to IP cores)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A6646CC-0243-EB47-BD4F-7DB1AD612DF4}"/>
              </a:ext>
            </a:extLst>
          </p:cNvPr>
          <p:cNvSpPr txBox="1"/>
          <p:nvPr/>
        </p:nvSpPr>
        <p:spPr>
          <a:xfrm>
            <a:off x="4215752" y="3405917"/>
            <a:ext cx="7108047" cy="852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10000"/>
              </a:lnSpc>
            </a:pPr>
            <a:r>
              <a:rPr lang="zh-CN" altLang="en-US" sz="2400" dirty="0"/>
              <a:t>A ​​user-friendly </a:t>
            </a:r>
            <a:r>
              <a:rPr lang="zh-CN" altLang="en-US" sz="2400" dirty="0">
                <a:solidFill>
                  <a:schemeClr val="accent1"/>
                </a:solidFill>
              </a:rPr>
              <a:t>analysis manage</a:t>
            </a:r>
            <a:r>
              <a:rPr lang="en-US" altLang="zh-CN" sz="2400" dirty="0">
                <a:solidFill>
                  <a:schemeClr val="accent1"/>
                </a:solidFill>
              </a:rPr>
              <a:t>r</a:t>
            </a:r>
          </a:p>
          <a:p>
            <a:pPr marL="2857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Analysis integration, configuration, execution</a:t>
            </a:r>
          </a:p>
        </p:txBody>
      </p:sp>
    </p:spTree>
    <p:extLst>
      <p:ext uri="{BB962C8B-B14F-4D97-AF65-F5344CB8AC3E}">
        <p14:creationId xmlns:p14="http://schemas.microsoft.com/office/powerpoint/2010/main" val="283580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B6AA6-9BF9-ED2B-BCFF-3AB8A5AA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B7F3D42A-2D96-B485-B202-86ADEA6F7E45}"/>
              </a:ext>
            </a:extLst>
          </p:cNvPr>
          <p:cNvSpPr/>
          <p:nvPr/>
        </p:nvSpPr>
        <p:spPr>
          <a:xfrm>
            <a:off x="147483" y="1352942"/>
            <a:ext cx="11897033" cy="4498879"/>
          </a:xfrm>
          <a:prstGeom prst="roundRect">
            <a:avLst>
              <a:gd name="adj" fmla="val 3752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88D8FAA-739B-C203-7779-04307150C203}"/>
              </a:ext>
            </a:extLst>
          </p:cNvPr>
          <p:cNvSpPr/>
          <p:nvPr/>
        </p:nvSpPr>
        <p:spPr>
          <a:xfrm>
            <a:off x="3964366" y="1466084"/>
            <a:ext cx="7916361" cy="4273988"/>
          </a:xfrm>
          <a:prstGeom prst="roundRect">
            <a:avLst>
              <a:gd name="adj" fmla="val 44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2A7BAD-3C99-2274-38A9-54F15221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C069D2-981E-BB42-DA34-29E3607726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Qihe Overview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320CEFF-C865-D9B6-2A1E-675D7EC15848}"/>
              </a:ext>
            </a:extLst>
          </p:cNvPr>
          <p:cNvSpPr txBox="1"/>
          <p:nvPr/>
        </p:nvSpPr>
        <p:spPr>
          <a:xfrm>
            <a:off x="5300190" y="1560067"/>
            <a:ext cx="2278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Fundamental Analysis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CE49EA-92D5-3B54-53E9-D1AB85160256}"/>
              </a:ext>
            </a:extLst>
          </p:cNvPr>
          <p:cNvSpPr txBox="1"/>
          <p:nvPr/>
        </p:nvSpPr>
        <p:spPr>
          <a:xfrm>
            <a:off x="8979099" y="1560067"/>
            <a:ext cx="290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Application-Specific Analysis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EE1A5775-49E2-721A-85F9-7C31FECC4DBB}"/>
              </a:ext>
            </a:extLst>
          </p:cNvPr>
          <p:cNvSpPr/>
          <p:nvPr/>
        </p:nvSpPr>
        <p:spPr>
          <a:xfrm>
            <a:off x="9100511" y="3558270"/>
            <a:ext cx="507344" cy="369332"/>
          </a:xfrm>
          <a:prstGeom prst="rightArrow">
            <a:avLst>
              <a:gd name="adj1" fmla="val 46806"/>
              <a:gd name="adj2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7618F8A-8546-78FC-6650-6470095F1034}"/>
              </a:ext>
            </a:extLst>
          </p:cNvPr>
          <p:cNvSpPr txBox="1"/>
          <p:nvPr/>
        </p:nvSpPr>
        <p:spPr>
          <a:xfrm>
            <a:off x="8943263" y="3243314"/>
            <a:ext cx="928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Support</a:t>
            </a:r>
            <a:endParaRPr lang="zh-CN" altLang="en-US" sz="1600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40009918-0C34-95A2-301B-D83820049654}"/>
              </a:ext>
            </a:extLst>
          </p:cNvPr>
          <p:cNvGrpSpPr/>
          <p:nvPr/>
        </p:nvGrpSpPr>
        <p:grpSpPr>
          <a:xfrm>
            <a:off x="194678" y="1451978"/>
            <a:ext cx="1802430" cy="4288094"/>
            <a:chOff x="171081" y="1451978"/>
            <a:chExt cx="1802430" cy="4288094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C277F4CB-3B48-AC32-E302-F77A4BFF7CE1}"/>
                </a:ext>
              </a:extLst>
            </p:cNvPr>
            <p:cNvSpPr/>
            <p:nvPr/>
          </p:nvSpPr>
          <p:spPr>
            <a:xfrm>
              <a:off x="253672" y="1451978"/>
              <a:ext cx="1570800" cy="4288094"/>
            </a:xfrm>
            <a:prstGeom prst="roundRect">
              <a:avLst>
                <a:gd name="adj" fmla="val 77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0946B5C-DC34-29DD-2ABA-C01C5D3915CC}"/>
                </a:ext>
              </a:extLst>
            </p:cNvPr>
            <p:cNvSpPr txBox="1"/>
            <p:nvPr/>
          </p:nvSpPr>
          <p:spPr>
            <a:xfrm>
              <a:off x="171081" y="1491286"/>
              <a:ext cx="180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Frontend</a:t>
              </a:r>
              <a:endParaRPr lang="zh-CN" altLang="en-US" b="1" dirty="0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8E6B56A7-81FA-842A-4D9A-33CDEB59B477}"/>
                </a:ext>
              </a:extLst>
            </p:cNvPr>
            <p:cNvSpPr/>
            <p:nvPr/>
          </p:nvSpPr>
          <p:spPr>
            <a:xfrm>
              <a:off x="334870" y="1914031"/>
              <a:ext cx="1392249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IR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Generator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8FD7CD28-DA12-AB26-1B56-9A0E6CEA6848}"/>
                </a:ext>
              </a:extLst>
            </p:cNvPr>
            <p:cNvSpPr/>
            <p:nvPr/>
          </p:nvSpPr>
          <p:spPr>
            <a:xfrm>
              <a:off x="334869" y="2934274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Simplification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Passes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5E749660-5870-C8C6-B5B7-9F9EE5035BBA}"/>
                </a:ext>
              </a:extLst>
            </p:cNvPr>
            <p:cNvSpPr/>
            <p:nvPr/>
          </p:nvSpPr>
          <p:spPr>
            <a:xfrm>
              <a:off x="334869" y="3954517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Elaborator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BB8CA4F-8C94-C078-C154-EECC5EF51A27}"/>
                </a:ext>
              </a:extLst>
            </p:cNvPr>
            <p:cNvSpPr/>
            <p:nvPr/>
          </p:nvSpPr>
          <p:spPr>
            <a:xfrm>
              <a:off x="334869" y="4974761"/>
              <a:ext cx="1392250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Parser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1D49CF9-D9D2-DBA8-9163-24D441F3AFB0}"/>
              </a:ext>
            </a:extLst>
          </p:cNvPr>
          <p:cNvGrpSpPr/>
          <p:nvPr/>
        </p:nvGrpSpPr>
        <p:grpSpPr>
          <a:xfrm>
            <a:off x="1985529" y="1466084"/>
            <a:ext cx="1802431" cy="1917102"/>
            <a:chOff x="1961932" y="1466084"/>
            <a:chExt cx="1802431" cy="191710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04A6FDA7-0799-4B9B-92DF-F04D2AC74300}"/>
                </a:ext>
              </a:extLst>
            </p:cNvPr>
            <p:cNvSpPr/>
            <p:nvPr/>
          </p:nvSpPr>
          <p:spPr>
            <a:xfrm>
              <a:off x="1961933" y="1466084"/>
              <a:ext cx="1802430" cy="1917102"/>
            </a:xfrm>
            <a:prstGeom prst="roundRect">
              <a:avLst>
                <a:gd name="adj" fmla="val 77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2956F8A-225E-FF89-5B58-E63B8A7BAE67}"/>
                </a:ext>
              </a:extLst>
            </p:cNvPr>
            <p:cNvSpPr txBox="1"/>
            <p:nvPr/>
          </p:nvSpPr>
          <p:spPr>
            <a:xfrm>
              <a:off x="1961932" y="1505392"/>
              <a:ext cx="180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Verilog IR</a:t>
              </a:r>
              <a:endParaRPr lang="zh-CN" altLang="en-US" b="1" dirty="0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3F0751D1-8D51-B271-ED5D-AF4935127266}"/>
                </a:ext>
              </a:extLst>
            </p:cNvPr>
            <p:cNvSpPr/>
            <p:nvPr/>
          </p:nvSpPr>
          <p:spPr>
            <a:xfrm>
              <a:off x="2116079" y="1914031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Three-Address</a:t>
              </a:r>
            </a:p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C2669CB6-B1DA-8A08-1145-C9FDD547FBF5}"/>
                </a:ext>
              </a:extLst>
            </p:cNvPr>
            <p:cNvSpPr/>
            <p:nvPr/>
          </p:nvSpPr>
          <p:spPr>
            <a:xfrm>
              <a:off x="2129396" y="2658302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Attribute System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4AE0ABE-481E-36C9-3D17-B92FF32E6D2E}"/>
              </a:ext>
            </a:extLst>
          </p:cNvPr>
          <p:cNvGrpSpPr/>
          <p:nvPr/>
        </p:nvGrpSpPr>
        <p:grpSpPr>
          <a:xfrm>
            <a:off x="1985529" y="3716066"/>
            <a:ext cx="1802430" cy="2024006"/>
            <a:chOff x="1961932" y="3716066"/>
            <a:chExt cx="1802430" cy="2024006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83883015-D5CE-6D27-5859-B1A931A6C011}"/>
                </a:ext>
              </a:extLst>
            </p:cNvPr>
            <p:cNvSpPr/>
            <p:nvPr/>
          </p:nvSpPr>
          <p:spPr>
            <a:xfrm>
              <a:off x="1961932" y="3716066"/>
              <a:ext cx="1802430" cy="2024006"/>
            </a:xfrm>
            <a:prstGeom prst="roundRect">
              <a:avLst>
                <a:gd name="adj" fmla="val 80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4283D856-8D3A-484F-5BC3-F6A0094C8170}"/>
                </a:ext>
              </a:extLst>
            </p:cNvPr>
            <p:cNvSpPr/>
            <p:nvPr/>
          </p:nvSpPr>
          <p:spPr>
            <a:xfrm>
              <a:off x="2116080" y="4181274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Analysis Context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0C95A2A-CAC8-41B4-7CAB-8273079A2997}"/>
                </a:ext>
              </a:extLst>
            </p:cNvPr>
            <p:cNvSpPr/>
            <p:nvPr/>
          </p:nvSpPr>
          <p:spPr>
            <a:xfrm>
              <a:off x="2116080" y="4974761"/>
              <a:ext cx="1468761" cy="60173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Analysis Engine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8CE46A1-FF68-EADC-AEEF-A2609A925DD7}"/>
                </a:ext>
              </a:extLst>
            </p:cNvPr>
            <p:cNvSpPr txBox="1"/>
            <p:nvPr/>
          </p:nvSpPr>
          <p:spPr>
            <a:xfrm>
              <a:off x="1961932" y="3716066"/>
              <a:ext cx="180243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zh-CN" b="1" dirty="0"/>
                <a:t>Analysis Manager</a:t>
              </a:r>
              <a:endParaRPr lang="zh-CN" altLang="en-US" b="1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3223CE8B-CCDB-C5F8-72EE-D30DC6A9169F}"/>
              </a:ext>
            </a:extLst>
          </p:cNvPr>
          <p:cNvGrpSpPr/>
          <p:nvPr/>
        </p:nvGrpSpPr>
        <p:grpSpPr>
          <a:xfrm>
            <a:off x="4105769" y="2023383"/>
            <a:ext cx="2378663" cy="3479894"/>
            <a:chOff x="4105769" y="2023383"/>
            <a:chExt cx="2378663" cy="347989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32543E7-521E-2A7F-6824-2ECEC218608E}"/>
                </a:ext>
              </a:extLst>
            </p:cNvPr>
            <p:cNvSpPr/>
            <p:nvPr/>
          </p:nvSpPr>
          <p:spPr>
            <a:xfrm>
              <a:off x="4105769" y="2023383"/>
              <a:ext cx="2378663" cy="3479894"/>
            </a:xfrm>
            <a:prstGeom prst="roundRect">
              <a:avLst>
                <a:gd name="adj" fmla="val 4348"/>
              </a:avLst>
            </a:prstGeom>
            <a:solidFill>
              <a:srgbClr val="FFF2CC"/>
            </a:solidFill>
            <a:ln w="19050">
              <a:solidFill>
                <a:srgbClr val="DBBD6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Common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Hierarchy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Assignability Checker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Expr Reduction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Assign Reduction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Bit-Ref Analysis</a:t>
              </a:r>
            </a:p>
            <a:p>
              <a:pPr>
                <a:spcBef>
                  <a:spcPts val="12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Synchronization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Reachable Guards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Reaching Guards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Guarded Inputs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Guarded Outputs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Computation Model Builder</a:t>
              </a: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2D427C22-83BE-B2F8-4689-FD1A965ADBA7}"/>
                </a:ext>
              </a:extLst>
            </p:cNvPr>
            <p:cNvCxnSpPr>
              <a:cxnSpLocks/>
            </p:cNvCxnSpPr>
            <p:nvPr/>
          </p:nvCxnSpPr>
          <p:spPr>
            <a:xfrm>
              <a:off x="4265632" y="2418579"/>
              <a:ext cx="0" cy="113969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6FE2E08-BC64-629D-4BB0-C551164DEE24}"/>
                </a:ext>
              </a:extLst>
            </p:cNvPr>
            <p:cNvCxnSpPr>
              <a:cxnSpLocks/>
            </p:cNvCxnSpPr>
            <p:nvPr/>
          </p:nvCxnSpPr>
          <p:spPr>
            <a:xfrm>
              <a:off x="4265632" y="3954517"/>
              <a:ext cx="0" cy="13299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33B17587-3737-6649-B366-51254D3F17BF}"/>
              </a:ext>
            </a:extLst>
          </p:cNvPr>
          <p:cNvGrpSpPr/>
          <p:nvPr/>
        </p:nvGrpSpPr>
        <p:grpSpPr>
          <a:xfrm>
            <a:off x="6580445" y="2023382"/>
            <a:ext cx="2378663" cy="3481675"/>
            <a:chOff x="6580445" y="2023382"/>
            <a:chExt cx="2378663" cy="3481675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20C7C7E-504D-BBAE-AF89-C0B3362B4A8C}"/>
                </a:ext>
              </a:extLst>
            </p:cNvPr>
            <p:cNvSpPr/>
            <p:nvPr/>
          </p:nvSpPr>
          <p:spPr>
            <a:xfrm>
              <a:off x="6580445" y="2023382"/>
              <a:ext cx="2378663" cy="3481675"/>
            </a:xfrm>
            <a:prstGeom prst="roundRect">
              <a:avLst>
                <a:gd name="adj" fmla="val 4348"/>
              </a:avLst>
            </a:prstGeom>
            <a:solidFill>
              <a:srgbClr val="FFF2CC"/>
            </a:solidFill>
            <a:ln w="19050">
              <a:solidFill>
                <a:srgbClr val="DBBD6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CFG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Call Graph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Branch Analysis</a:t>
              </a:r>
            </a:p>
            <a:p>
              <a:pPr>
                <a:spcBef>
                  <a:spcPts val="3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Concurrency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Thread Model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Thread Analysis</a:t>
              </a:r>
            </a:p>
            <a:p>
              <a:pPr>
                <a:spcBef>
                  <a:spcPts val="300"/>
                </a:spcBef>
              </a:pPr>
              <a:r>
                <a:rPr lang="en-US" altLang="zh-CN" b="1" dirty="0">
                  <a:solidFill>
                    <a:schemeClr val="tx1"/>
                  </a:solidFill>
                </a:rPr>
                <a:t>Data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Def-Use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Def-Chain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Constant Propagation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Reaching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Defs</a:t>
              </a:r>
              <a:r>
                <a:rPr lang="en-US" altLang="zh-CN" sz="1400" dirty="0">
                  <a:solidFill>
                    <a:schemeClr val="tx1"/>
                  </a:solidFill>
                </a:rPr>
                <a:t>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Flow-insensitive VFG Builder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Flow-sensitive VFG builder</a:t>
              </a: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B941763C-955D-1826-1708-FE7CCB2CB4EA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2457417"/>
              <a:ext cx="0" cy="6172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691DF82D-B743-9EE3-2BF2-8179D7610349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3375566"/>
              <a:ext cx="0" cy="43824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55FBE70B-09A0-E463-F4FD-104995EAA4B3}"/>
                </a:ext>
              </a:extLst>
            </p:cNvPr>
            <p:cNvCxnSpPr>
              <a:cxnSpLocks/>
            </p:cNvCxnSpPr>
            <p:nvPr/>
          </p:nvCxnSpPr>
          <p:spPr>
            <a:xfrm>
              <a:off x="6745942" y="4110387"/>
              <a:ext cx="0" cy="129072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0CBC0B3A-3D1B-E15F-69B6-6F258063A32F}"/>
              </a:ext>
            </a:extLst>
          </p:cNvPr>
          <p:cNvGrpSpPr/>
          <p:nvPr/>
        </p:nvGrpSpPr>
        <p:grpSpPr>
          <a:xfrm>
            <a:off x="9749258" y="1927052"/>
            <a:ext cx="2030636" cy="3578005"/>
            <a:chOff x="9749258" y="1927052"/>
            <a:chExt cx="2030636" cy="3578005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217529FF-CEFC-32F5-F1B7-59DF3DAEEB34}"/>
                </a:ext>
              </a:extLst>
            </p:cNvPr>
            <p:cNvSpPr/>
            <p:nvPr/>
          </p:nvSpPr>
          <p:spPr>
            <a:xfrm>
              <a:off x="9845433" y="192705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BBF0C70D-8E8B-336A-7811-60B8B3F7E61A}"/>
                </a:ext>
              </a:extLst>
            </p:cNvPr>
            <p:cNvSpPr/>
            <p:nvPr/>
          </p:nvSpPr>
          <p:spPr>
            <a:xfrm>
              <a:off x="9801489" y="1975228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sz="1400" b="1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sz="1400" b="1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Dead Code Analysis</a:t>
              </a:r>
            </a:p>
            <a:p>
              <a:pPr marL="144000"/>
              <a:r>
                <a:rPr lang="en-US" altLang="zh-CN" sz="140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B0AE1506-2D95-38E0-3160-31B3639FBD00}"/>
                </a:ext>
              </a:extLst>
            </p:cNvPr>
            <p:cNvSpPr/>
            <p:nvPr/>
          </p:nvSpPr>
          <p:spPr>
            <a:xfrm>
              <a:off x="9749258" y="2023382"/>
              <a:ext cx="1934461" cy="3481675"/>
            </a:xfrm>
            <a:prstGeom prst="roundRect">
              <a:avLst>
                <a:gd name="adj" fmla="val 4348"/>
              </a:avLst>
            </a:prstGeom>
            <a:solidFill>
              <a:srgbClr val="D5E8D4"/>
            </a:solidFill>
            <a:ln w="19050">
              <a:solidFill>
                <a:srgbClr val="82B366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72000" tIns="72000" rIns="72000" bIns="72000" rtlCol="0" anchor="t" anchorCtr="0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Bug Detection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Missing Reset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Deadlock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Security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Taint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X Propagation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Understanding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Clock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Latch Inference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(5 more)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Optimization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Dead Signal Analysis</a:t>
              </a:r>
            </a:p>
            <a:p>
              <a:pPr marL="144000"/>
              <a:r>
                <a:rPr lang="en-US" altLang="zh-CN" sz="1400" dirty="0">
                  <a:solidFill>
                    <a:schemeClr val="tx1"/>
                  </a:solidFill>
                </a:rPr>
                <a:t>...... (2 more)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42366466-8D27-9D62-556F-B5775406C349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2442177"/>
              <a:ext cx="0" cy="56137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A1011837-CCFB-1AF4-A2AE-4869BA1D6977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3328002"/>
              <a:ext cx="0" cy="3880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4C72761-9942-583A-4059-35955C098008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4042377"/>
              <a:ext cx="0" cy="60582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C1E6CDB5-01C2-8581-8406-C53BEEB84720}"/>
                </a:ext>
              </a:extLst>
            </p:cNvPr>
            <p:cNvCxnSpPr>
              <a:cxnSpLocks/>
            </p:cNvCxnSpPr>
            <p:nvPr/>
          </p:nvCxnSpPr>
          <p:spPr>
            <a:xfrm>
              <a:off x="9903390" y="4941904"/>
              <a:ext cx="0" cy="43019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F419D0F-D278-738D-919B-7DFD64A2FABA}"/>
              </a:ext>
            </a:extLst>
          </p:cNvPr>
          <p:cNvSpPr/>
          <p:nvPr/>
        </p:nvSpPr>
        <p:spPr>
          <a:xfrm>
            <a:off x="862247" y="6349113"/>
            <a:ext cx="2299597" cy="412134"/>
          </a:xfrm>
          <a:prstGeom prst="roundRect">
            <a:avLst>
              <a:gd name="adj" fmla="val 45379"/>
            </a:avLst>
          </a:prstGeom>
          <a:solidFill>
            <a:srgbClr val="F8CEC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Analysis Users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3AA8578-6E92-BA67-2738-91A6191B939A}"/>
              </a:ext>
            </a:extLst>
          </p:cNvPr>
          <p:cNvSpPr/>
          <p:nvPr/>
        </p:nvSpPr>
        <p:spPr>
          <a:xfrm>
            <a:off x="5187725" y="6332845"/>
            <a:ext cx="2541644" cy="412134"/>
          </a:xfrm>
          <a:prstGeom prst="roundRect">
            <a:avLst>
              <a:gd name="adj" fmla="val 50000"/>
            </a:avLst>
          </a:prstGeom>
          <a:solidFill>
            <a:srgbClr val="DAE8F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Analysis Developers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604B672-03C7-B2AA-0CA6-E7367E4FE6E3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1054591" y="5576495"/>
            <a:ext cx="0" cy="772618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08ED2C4-FC2D-B612-761F-968F02332860}"/>
              </a:ext>
            </a:extLst>
          </p:cNvPr>
          <p:cNvCxnSpPr>
            <a:cxnSpLocks/>
            <a:stCxn id="29" idx="0"/>
            <a:endCxn id="28" idx="2"/>
          </p:cNvCxnSpPr>
          <p:nvPr/>
        </p:nvCxnSpPr>
        <p:spPr>
          <a:xfrm flipV="1">
            <a:off x="1054591" y="4556251"/>
            <a:ext cx="0" cy="418510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9D89121-5057-B4DF-793A-9D46B4E371C2}"/>
              </a:ext>
            </a:extLst>
          </p:cNvPr>
          <p:cNvCxnSpPr>
            <a:cxnSpLocks/>
            <a:stCxn id="28" idx="0"/>
            <a:endCxn id="27" idx="2"/>
          </p:cNvCxnSpPr>
          <p:nvPr/>
        </p:nvCxnSpPr>
        <p:spPr>
          <a:xfrm flipV="1">
            <a:off x="1054591" y="3536008"/>
            <a:ext cx="0" cy="418509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24197C8-2276-CB9A-CC18-9A347AE1B211}"/>
              </a:ext>
            </a:extLst>
          </p:cNvPr>
          <p:cNvCxnSpPr>
            <a:cxnSpLocks/>
            <a:stCxn id="27" idx="0"/>
            <a:endCxn id="26" idx="2"/>
          </p:cNvCxnSpPr>
          <p:nvPr/>
        </p:nvCxnSpPr>
        <p:spPr>
          <a:xfrm flipV="1">
            <a:off x="1054591" y="2515765"/>
            <a:ext cx="1" cy="418509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A9C0ACFA-4C5F-8C2B-7358-EC7CA864607F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1750716" y="2214898"/>
            <a:ext cx="234813" cy="0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23A32FC-534A-A206-64EC-D572A343B6D1}"/>
              </a:ext>
            </a:extLst>
          </p:cNvPr>
          <p:cNvCxnSpPr>
            <a:cxnSpLocks/>
          </p:cNvCxnSpPr>
          <p:nvPr/>
        </p:nvCxnSpPr>
        <p:spPr>
          <a:xfrm>
            <a:off x="1903116" y="2367298"/>
            <a:ext cx="234813" cy="0"/>
          </a:xfrm>
          <a:prstGeom prst="straightConnector1">
            <a:avLst/>
          </a:prstGeom>
          <a:solidFill>
            <a:srgbClr val="F8CECC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93FBBAA5-BF10-46F2-D113-DF285E91D439}"/>
              </a:ext>
            </a:extLst>
          </p:cNvPr>
          <p:cNvCxnSpPr>
            <a:stCxn id="39" idx="2"/>
            <a:endCxn id="34" idx="1"/>
          </p:cNvCxnSpPr>
          <p:nvPr/>
        </p:nvCxnSpPr>
        <p:spPr>
          <a:xfrm rot="5400000">
            <a:off x="1963734" y="3559129"/>
            <a:ext cx="1098955" cy="747068"/>
          </a:xfrm>
          <a:prstGeom prst="bentConnector4">
            <a:avLst>
              <a:gd name="adj1" fmla="val 20277"/>
              <a:gd name="adj2" fmla="val 130600"/>
            </a:avLst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6EAE4E42-A259-CBAA-6E70-539FF5A9EF35}"/>
              </a:ext>
            </a:extLst>
          </p:cNvPr>
          <p:cNvCxnSpPr>
            <a:cxnSpLocks/>
            <a:stCxn id="17" idx="1"/>
            <a:endCxn id="34" idx="3"/>
          </p:cNvCxnSpPr>
          <p:nvPr/>
        </p:nvCxnSpPr>
        <p:spPr>
          <a:xfrm rot="10800000" flipV="1">
            <a:off x="3608438" y="3603077"/>
            <a:ext cx="355928" cy="879063"/>
          </a:xfrm>
          <a:prstGeom prst="bentConnector3">
            <a:avLst>
              <a:gd name="adj1" fmla="val 29929"/>
            </a:avLst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B020E3FD-F10C-0E3D-B311-5D4F28FBADAD}"/>
              </a:ext>
            </a:extLst>
          </p:cNvPr>
          <p:cNvCxnSpPr>
            <a:cxnSpLocks/>
            <a:endCxn id="34" idx="3"/>
          </p:cNvCxnSpPr>
          <p:nvPr/>
        </p:nvCxnSpPr>
        <p:spPr>
          <a:xfrm rot="10800000">
            <a:off x="3608439" y="4482142"/>
            <a:ext cx="1579287" cy="2056771"/>
          </a:xfrm>
          <a:prstGeom prst="bentConnector3">
            <a:avLst>
              <a:gd name="adj1" fmla="val 84177"/>
            </a:avLst>
          </a:prstGeom>
          <a:ln w="28575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27A8F966-1165-B244-F13C-6BE2607D0873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2874058" y="4783008"/>
            <a:ext cx="0" cy="191753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22A4F673-3B0F-BEE8-A26B-CA2B08FB0940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2874058" y="5576495"/>
            <a:ext cx="0" cy="779855"/>
          </a:xfrm>
          <a:prstGeom prst="straightConnector1">
            <a:avLst/>
          </a:prstGeom>
          <a:ln w="28575">
            <a:solidFill>
              <a:srgbClr val="D7173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7C1F51AD-87D8-6843-8D64-808E2E052D01}"/>
              </a:ext>
            </a:extLst>
          </p:cNvPr>
          <p:cNvSpPr txBox="1"/>
          <p:nvPr/>
        </p:nvSpPr>
        <p:spPr>
          <a:xfrm>
            <a:off x="678773" y="5856158"/>
            <a:ext cx="2002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In: </a:t>
            </a:r>
            <a:r>
              <a:rPr lang="en-US" altLang="zh-CN" sz="2000" dirty="0"/>
              <a:t>Verilog Design</a:t>
            </a:r>
            <a:endParaRPr lang="zh-CN" altLang="en-US" sz="2000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D92105C-DB00-CD33-8EE1-6060814AFE1E}"/>
              </a:ext>
            </a:extLst>
          </p:cNvPr>
          <p:cNvSpPr txBox="1"/>
          <p:nvPr/>
        </p:nvSpPr>
        <p:spPr>
          <a:xfrm>
            <a:off x="2831438" y="5856158"/>
            <a:ext cx="2356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Out: </a:t>
            </a:r>
            <a:r>
              <a:rPr lang="en-US" altLang="zh-CN" sz="2000" dirty="0"/>
              <a:t>Analysis Results</a:t>
            </a:r>
            <a:endParaRPr lang="zh-CN" altLang="en-US" sz="2000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02271D7-0212-81E7-8230-918A14F170CA}"/>
              </a:ext>
            </a:extLst>
          </p:cNvPr>
          <p:cNvSpPr txBox="1"/>
          <p:nvPr/>
        </p:nvSpPr>
        <p:spPr>
          <a:xfrm>
            <a:off x="5187724" y="5851821"/>
            <a:ext cx="2186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Add: </a:t>
            </a:r>
            <a:r>
              <a:rPr lang="en-US" altLang="zh-CN" sz="2000" dirty="0"/>
              <a:t>New Analyses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8964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A4F71DA-4F77-D94A-F067-10F358ADC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17" y="1344921"/>
            <a:ext cx="9706337" cy="103237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800" dirty="0">
                <a:latin typeface="+mn-lt"/>
              </a:rPr>
              <a:t>Q1: What kinds of </a:t>
            </a:r>
            <a:r>
              <a:rPr lang="en-US" altLang="zh-CN" sz="2800" dirty="0">
                <a:solidFill>
                  <a:schemeClr val="accent1"/>
                </a:solidFill>
                <a:latin typeface="+mn-lt"/>
              </a:rPr>
              <a:t>hardware </a:t>
            </a:r>
            <a:r>
              <a:rPr lang="en-US" altLang="zh-CN" sz="2800" dirty="0">
                <a:solidFill>
                  <a:srgbClr val="C00000"/>
                </a:solidFill>
                <a:latin typeface="+mn-lt"/>
              </a:rPr>
              <a:t>problems</a:t>
            </a:r>
            <a:r>
              <a:rPr lang="en-US" altLang="zh-CN" sz="280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altLang="zh-CN" sz="2800" dirty="0">
                <a:latin typeface="+mn-lt"/>
              </a:rPr>
              <a:t>can</a:t>
            </a:r>
            <a:r>
              <a:rPr lang="en-US" altLang="zh-CN" sz="280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altLang="zh-CN" sz="2800" dirty="0">
                <a:latin typeface="+mn-lt"/>
              </a:rPr>
              <a:t>static analysis handle, and how do they differ from </a:t>
            </a:r>
            <a:r>
              <a:rPr lang="en-US" altLang="zh-CN" sz="2800" dirty="0">
                <a:solidFill>
                  <a:schemeClr val="accent1"/>
                </a:solidFill>
                <a:latin typeface="+mn-lt"/>
              </a:rPr>
              <a:t>software analysis problems</a:t>
            </a:r>
            <a:r>
              <a:rPr lang="en-US" altLang="zh-CN" sz="2800" dirty="0">
                <a:latin typeface="+mn-lt"/>
              </a:rPr>
              <a:t>?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AF35E90-B44F-2EAD-9D26-A31680CE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93561-864D-B0BF-C2C7-0F01F75791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Questions on Developing Hardware Static Analysis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A4CF8F-1F26-C8EA-1555-51B87CC19CEA}"/>
              </a:ext>
            </a:extLst>
          </p:cNvPr>
          <p:cNvSpPr txBox="1"/>
          <p:nvPr/>
        </p:nvSpPr>
        <p:spPr>
          <a:xfrm>
            <a:off x="2284643" y="4709197"/>
            <a:ext cx="7473167" cy="614782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08000" tIns="0" rIns="0" bIns="0" rtlCol="0" anchor="ctr" anchorCtr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defRPr>
            </a:lvl1pPr>
            <a:lvl2pPr marL="72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8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44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0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Next, Motivating Example: </a:t>
            </a:r>
            <a:r>
              <a:rPr lang="en-US" altLang="zh-CN" dirty="0">
                <a:solidFill>
                  <a:schemeClr val="accent1"/>
                </a:solidFill>
              </a:rPr>
              <a:t>Missing-Reset Analysis</a:t>
            </a:r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D9F37D30-581A-9635-16CB-65AA4C5668B2}"/>
              </a:ext>
            </a:extLst>
          </p:cNvPr>
          <p:cNvSpPr txBox="1">
            <a:spLocks/>
          </p:cNvSpPr>
          <p:nvPr/>
        </p:nvSpPr>
        <p:spPr>
          <a:xfrm>
            <a:off x="728817" y="2377292"/>
            <a:ext cx="9706337" cy="1032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2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08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44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0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800" dirty="0">
                <a:latin typeface="+mn-lt"/>
              </a:rPr>
              <a:t>Q2: How to design sophisticated hardware static analyses that leverage </a:t>
            </a:r>
            <a:r>
              <a:rPr lang="en-US" altLang="zh-CN" sz="2800" dirty="0">
                <a:solidFill>
                  <a:schemeClr val="accent1"/>
                </a:solidFill>
                <a:latin typeface="+mn-lt"/>
              </a:rPr>
              <a:t>hardware-specific </a:t>
            </a:r>
            <a:r>
              <a:rPr lang="en-US" altLang="zh-CN" sz="2800" dirty="0">
                <a:solidFill>
                  <a:srgbClr val="C00000"/>
                </a:solidFill>
                <a:latin typeface="+mn-lt"/>
              </a:rPr>
              <a:t>insights</a:t>
            </a:r>
            <a:r>
              <a:rPr lang="en-US" altLang="zh-CN" sz="2800" dirty="0">
                <a:latin typeface="+mn-lt"/>
              </a:rPr>
              <a:t> to address these problems? </a:t>
            </a: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50AF9E72-E885-A618-1675-05EA8302E307}"/>
              </a:ext>
            </a:extLst>
          </p:cNvPr>
          <p:cNvSpPr txBox="1">
            <a:spLocks/>
          </p:cNvSpPr>
          <p:nvPr/>
        </p:nvSpPr>
        <p:spPr>
          <a:xfrm>
            <a:off x="728817" y="3409663"/>
            <a:ext cx="9706337" cy="1032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60000" indent="-360000" defTabSz="9144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>
                <a:cs typeface="Times New Roman" panose="02020603050405020304" pitchFamily="18" charset="0"/>
              </a:defRPr>
            </a:lvl1pPr>
            <a:lvl2pPr marL="72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8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44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0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dirty="0"/>
              <a:t>Q3: What </a:t>
            </a:r>
            <a:r>
              <a:rPr lang="en-US" altLang="zh-CN" dirty="0">
                <a:solidFill>
                  <a:srgbClr val="D71737"/>
                </a:solidFill>
              </a:rPr>
              <a:t>challenges</a:t>
            </a:r>
            <a:r>
              <a:rPr lang="en-US" altLang="zh-CN" dirty="0"/>
              <a:t> arise in building sophisticated hardware static analyses and how can </a:t>
            </a:r>
            <a:r>
              <a:rPr lang="en-US" altLang="zh-CN" dirty="0">
                <a:solidFill>
                  <a:schemeClr val="accent1"/>
                </a:solidFill>
              </a:rPr>
              <a:t>Qihe help address it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A0A480-C398-0270-3DB3-8A817884E4E5}"/>
              </a:ext>
            </a:extLst>
          </p:cNvPr>
          <p:cNvSpPr txBox="1"/>
          <p:nvPr/>
        </p:nvSpPr>
        <p:spPr>
          <a:xfrm>
            <a:off x="1607301" y="5421091"/>
            <a:ext cx="8827853" cy="101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</a:rPr>
              <a:t>Software Analogue: </a:t>
            </a:r>
            <a:r>
              <a:rPr lang="en-US" altLang="zh-CN" sz="2800" dirty="0">
                <a:solidFill>
                  <a:schemeClr val="accent1"/>
                </a:solidFill>
              </a:rPr>
              <a:t>Use-Before-Initialization</a:t>
            </a:r>
            <a:r>
              <a:rPr lang="en-US" altLang="zh-CN" sz="2800" dirty="0">
                <a:solidFill>
                  <a:schemeClr val="tx1"/>
                </a:solidFill>
              </a:rPr>
              <a:t> (UBI)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</a:rPr>
              <a:t>Both lead to serious consequence due to </a:t>
            </a:r>
            <a:r>
              <a:rPr lang="en-US" altLang="zh-CN" sz="2800" dirty="0">
                <a:solidFill>
                  <a:srgbClr val="C10000"/>
                </a:solidFill>
              </a:rPr>
              <a:t>undefined</a:t>
            </a:r>
            <a:r>
              <a:rPr lang="en-US" altLang="zh-CN" sz="2800" dirty="0">
                <a:solidFill>
                  <a:schemeClr val="tx1"/>
                </a:solidFill>
              </a:rPr>
              <a:t> value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413792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 animBg="1"/>
      <p:bldP spid="8" grpId="0"/>
      <p:bldP spid="9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28F9E-5A57-E936-921B-9BD297BC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B65D8F-1827-D1A4-C30F-1164B779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868534-A00E-9B13-C4E2-9841F916E5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Background: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Registers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and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Verilog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61196E-F3D4-4860-EC0E-3E3ECC94C4AF}"/>
              </a:ext>
            </a:extLst>
          </p:cNvPr>
          <p:cNvSpPr txBox="1"/>
          <p:nvPr/>
        </p:nvSpPr>
        <p:spPr>
          <a:xfrm>
            <a:off x="698832" y="1354238"/>
            <a:ext cx="108235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Registers</a:t>
            </a:r>
            <a:r>
              <a:rPr lang="en-US" altLang="zh-CN" sz="2800" b="1" dirty="0"/>
              <a:t>: </a:t>
            </a:r>
            <a:r>
              <a:rPr lang="en-US" altLang="zh-CN" sz="2800" dirty="0"/>
              <a:t>store values representing the circuit state and updates on</a:t>
            </a:r>
            <a:r>
              <a:rPr lang="en-US" altLang="zh-CN" sz="2800" dirty="0">
                <a:solidFill>
                  <a:schemeClr val="accent6"/>
                </a:solidFill>
              </a:rPr>
              <a:t> clock</a:t>
            </a:r>
            <a:r>
              <a:rPr lang="en-US" altLang="zh-CN" sz="2800" dirty="0"/>
              <a:t> edges (i.e., when the </a:t>
            </a:r>
            <a:r>
              <a:rPr lang="en-US" altLang="zh-CN" sz="2800" dirty="0">
                <a:solidFill>
                  <a:schemeClr val="accent6"/>
                </a:solidFill>
              </a:rPr>
              <a:t>clock</a:t>
            </a:r>
            <a:r>
              <a:rPr lang="en-US" altLang="zh-CN" sz="2800" dirty="0"/>
              <a:t> signal changes).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845AA80-E379-CAE6-5E18-E3021ADD81A0}"/>
              </a:ext>
            </a:extLst>
          </p:cNvPr>
          <p:cNvSpPr/>
          <p:nvPr/>
        </p:nvSpPr>
        <p:spPr>
          <a:xfrm>
            <a:off x="698831" y="3359996"/>
            <a:ext cx="5103717" cy="3140972"/>
          </a:xfrm>
          <a:prstGeom prst="roundRect">
            <a:avLst>
              <a:gd name="adj" fmla="val 494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tIns="108000" rIns="108000" bIns="108000" rtlCol="0" anchor="t" anchorCtr="0"/>
          <a:lstStyle/>
          <a:p>
            <a:pPr>
              <a:lnSpc>
                <a:spcPct val="11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reg</a:t>
            </a:r>
            <a:r>
              <a:rPr lang="en-US" altLang="zh-CN" sz="2400" dirty="0">
                <a:solidFill>
                  <a:srgbClr val="0070C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7030A0"/>
                </a:solidFill>
                <a:latin typeface="Consolas" panose="020B0609020204030204" pitchFamily="49" charset="0"/>
              </a:rPr>
              <a:t>acc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400" dirty="0">
                <a:solidFill>
                  <a:srgbClr val="0070C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wire</a:t>
            </a:r>
            <a:r>
              <a:rPr lang="en-US" altLang="zh-CN" sz="2400" dirty="0">
                <a:solidFill>
                  <a:srgbClr val="0070C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in, </a:t>
            </a:r>
            <a:r>
              <a:rPr lang="en-US" altLang="zh-CN" sz="2400" dirty="0">
                <a:solidFill>
                  <a:schemeClr val="accent6"/>
                </a:solidFill>
                <a:latin typeface="Consolas" panose="020B0609020204030204" pitchFamily="49" charset="0"/>
              </a:rPr>
              <a:t>clock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always</a:t>
            </a:r>
            <a:r>
              <a:rPr lang="en-US" altLang="zh-CN" sz="2400" dirty="0">
                <a:solidFill>
                  <a:srgbClr val="0070C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@(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posedge</a:t>
            </a:r>
            <a:r>
              <a:rPr lang="en-US" altLang="zh-CN" sz="2400" dirty="0">
                <a:solidFill>
                  <a:srgbClr val="4472C5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  <a:latin typeface="Consolas" panose="020B0609020204030204" pitchFamily="49" charset="0"/>
              </a:rPr>
              <a:t>clock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2400" dirty="0">
                <a:solidFill>
                  <a:srgbClr val="7030A1"/>
                </a:solidFill>
                <a:latin typeface="Consolas" panose="020B0609020204030204" pitchFamily="49" charset="0"/>
              </a:rPr>
              <a:t>  acc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en-US" altLang="zh-CN" sz="2400" dirty="0">
                <a:solidFill>
                  <a:srgbClr val="7030A1"/>
                </a:solidFill>
                <a:latin typeface="Consolas" panose="020B0609020204030204" pitchFamily="49" charset="0"/>
              </a:rPr>
              <a:t>acc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zh-CN" altLang="en-US" sz="2400" dirty="0">
              <a:solidFill>
                <a:srgbClr val="7030A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2" name="表格 5">
            <a:extLst>
              <a:ext uri="{FF2B5EF4-FFF2-40B4-BE49-F238E27FC236}">
                <a16:creationId xmlns:a16="http://schemas.microsoft.com/office/drawing/2014/main" id="{4AE558BE-5C90-03DB-1653-3A9DD5EA3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215634"/>
              </p:ext>
            </p:extLst>
          </p:nvPr>
        </p:nvGraphicFramePr>
        <p:xfrm>
          <a:off x="698831" y="3538537"/>
          <a:ext cx="448932" cy="15811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932">
                  <a:extLst>
                    <a:ext uri="{9D8B030D-6E8A-4147-A177-3AD203B41FA5}">
                      <a16:colId xmlns:a16="http://schemas.microsoft.com/office/drawing/2014/main" val="1938890829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1</a:t>
                      </a:r>
                      <a:endParaRPr lang="zh-CN" altLang="en-US" sz="2400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8257427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2</a:t>
                      </a:r>
                      <a:endParaRPr lang="zh-CN" altLang="en-US" sz="2400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7566285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3</a:t>
                      </a:r>
                      <a:endParaRPr lang="zh-CN" altLang="en-US" sz="2400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23891737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4</a:t>
                      </a:r>
                      <a:endParaRPr lang="zh-CN" altLang="en-US" sz="2400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3485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78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6A3B6-F993-620A-AFC0-1FC486E0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E3E2A42-4659-313C-43BB-1C1A875B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C237DC-65C4-15A8-3DFC-8F8407037B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Background: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Registers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and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Verilog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4C75024-E5DB-94CF-7563-446CC775AA54}"/>
              </a:ext>
            </a:extLst>
          </p:cNvPr>
          <p:cNvSpPr/>
          <p:nvPr/>
        </p:nvSpPr>
        <p:spPr>
          <a:xfrm>
            <a:off x="698831" y="3359996"/>
            <a:ext cx="5103717" cy="3140972"/>
          </a:xfrm>
          <a:prstGeom prst="roundRect">
            <a:avLst>
              <a:gd name="adj" fmla="val 494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tIns="108000" rIns="108000" bIns="108000" rtlCol="0" anchor="t" anchorCtr="0"/>
          <a:lstStyle/>
          <a:p>
            <a:pPr>
              <a:lnSpc>
                <a:spcPct val="11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reg</a:t>
            </a:r>
            <a:r>
              <a:rPr lang="en-US" altLang="zh-CN" sz="2400" dirty="0">
                <a:solidFill>
                  <a:srgbClr val="0070C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7030A0"/>
                </a:solidFill>
                <a:latin typeface="Consolas" panose="020B0609020204030204" pitchFamily="49" charset="0"/>
              </a:rPr>
              <a:t>acc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400" dirty="0">
                <a:solidFill>
                  <a:srgbClr val="0070C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wire</a:t>
            </a:r>
            <a:r>
              <a:rPr lang="en-US" altLang="zh-CN" sz="2400" dirty="0">
                <a:solidFill>
                  <a:srgbClr val="0070C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in, </a:t>
            </a:r>
            <a:r>
              <a:rPr lang="en-US" altLang="zh-CN" sz="2400" dirty="0">
                <a:solidFill>
                  <a:schemeClr val="accent6"/>
                </a:solidFill>
                <a:latin typeface="Consolas" panose="020B0609020204030204" pitchFamily="49" charset="0"/>
              </a:rPr>
              <a:t>clock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always</a:t>
            </a:r>
            <a:r>
              <a:rPr lang="en-US" altLang="zh-CN" sz="2400" dirty="0">
                <a:solidFill>
                  <a:srgbClr val="0070C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@(</a:t>
            </a:r>
            <a:r>
              <a:rPr lang="en-US" altLang="zh-CN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posedge</a:t>
            </a:r>
            <a:r>
              <a:rPr lang="en-US" altLang="zh-CN" sz="2400" dirty="0">
                <a:solidFill>
                  <a:srgbClr val="4472C5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  <a:latin typeface="Consolas" panose="020B0609020204030204" pitchFamily="49" charset="0"/>
              </a:rPr>
              <a:t>clock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2400" dirty="0">
                <a:solidFill>
                  <a:srgbClr val="7030A1"/>
                </a:solidFill>
                <a:latin typeface="Consolas" panose="020B0609020204030204" pitchFamily="49" charset="0"/>
              </a:rPr>
              <a:t>  acc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en-US" altLang="zh-CN" sz="2400" dirty="0">
                <a:solidFill>
                  <a:srgbClr val="7030A1"/>
                </a:solidFill>
                <a:latin typeface="Consolas" panose="020B0609020204030204" pitchFamily="49" charset="0"/>
              </a:rPr>
              <a:t>acc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zh-CN" altLang="en-US" sz="2400" dirty="0">
              <a:solidFill>
                <a:srgbClr val="7030A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D6DFB3-E11C-A63F-57D6-6369FEF41076}"/>
              </a:ext>
            </a:extLst>
          </p:cNvPr>
          <p:cNvSpPr txBox="1"/>
          <p:nvPr/>
        </p:nvSpPr>
        <p:spPr>
          <a:xfrm>
            <a:off x="721232" y="1367747"/>
            <a:ext cx="10622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</a:rPr>
              <a:t>Reset</a:t>
            </a:r>
            <a:r>
              <a:rPr lang="en-US" altLang="zh-CN" sz="2800" b="1" dirty="0"/>
              <a:t>: </a:t>
            </a:r>
            <a:r>
              <a:rPr lang="en-US" altLang="zh-CN" sz="2800" dirty="0"/>
              <a:t>Since registers power up in an </a:t>
            </a:r>
            <a:r>
              <a:rPr lang="en-US" altLang="zh-CN" sz="2800" dirty="0">
                <a:solidFill>
                  <a:srgbClr val="C10000"/>
                </a:solidFill>
              </a:rPr>
              <a:t>undefined</a:t>
            </a:r>
            <a:r>
              <a:rPr lang="en-US" altLang="zh-CN" sz="2800" dirty="0"/>
              <a:t> state, hardware developers design a </a:t>
            </a:r>
            <a:r>
              <a:rPr lang="en-US" altLang="zh-CN" sz="2800" dirty="0">
                <a:solidFill>
                  <a:schemeClr val="accent2"/>
                </a:solidFill>
              </a:rPr>
              <a:t>reset</a:t>
            </a:r>
            <a:r>
              <a:rPr lang="en-US" altLang="zh-CN" sz="2800" dirty="0"/>
              <a:t> signal which users can pull up to activate </a:t>
            </a:r>
            <a:r>
              <a:rPr lang="en-US" altLang="zh-CN" sz="2800" dirty="0">
                <a:solidFill>
                  <a:schemeClr val="accent2"/>
                </a:solidFill>
              </a:rPr>
              <a:t>reset logic </a:t>
            </a:r>
            <a:r>
              <a:rPr lang="en-US" altLang="zh-CN" sz="2800" dirty="0"/>
              <a:t>forcing registers into a predefined known state.</a:t>
            </a:r>
            <a:endParaRPr lang="zh-CN" altLang="en-US" sz="2800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9EAF2610-8DCD-72CA-F3A1-CE79FE0E4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941975"/>
              </p:ext>
            </p:extLst>
          </p:nvPr>
        </p:nvGraphicFramePr>
        <p:xfrm>
          <a:off x="698831" y="3538537"/>
          <a:ext cx="448932" cy="15811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932">
                  <a:extLst>
                    <a:ext uri="{9D8B030D-6E8A-4147-A177-3AD203B41FA5}">
                      <a16:colId xmlns:a16="http://schemas.microsoft.com/office/drawing/2014/main" val="1938890829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1</a:t>
                      </a:r>
                      <a:endParaRPr lang="zh-CN" altLang="en-US" sz="2400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8257427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2</a:t>
                      </a:r>
                      <a:endParaRPr lang="zh-CN" altLang="en-US" sz="2400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7566285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3</a:t>
                      </a:r>
                      <a:endParaRPr lang="zh-CN" altLang="en-US" sz="2400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23891737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4</a:t>
                      </a:r>
                      <a:endParaRPr lang="zh-CN" altLang="en-US" sz="2400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3485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2827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BD6B1-D9EF-6987-3398-A1E826284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735A1D1-406A-2EBF-5E30-5CF731ED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9CBA26-80FF-A1CA-1BFD-09A9758286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Background: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Registers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and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Verilog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F3D559-7810-8875-37B9-5030DBE8442D}"/>
              </a:ext>
            </a:extLst>
          </p:cNvPr>
          <p:cNvSpPr txBox="1"/>
          <p:nvPr/>
        </p:nvSpPr>
        <p:spPr>
          <a:xfrm>
            <a:off x="721232" y="1367747"/>
            <a:ext cx="10622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</a:rPr>
              <a:t>Reset</a:t>
            </a:r>
            <a:r>
              <a:rPr lang="en-US" altLang="zh-CN" sz="2800" b="1" dirty="0"/>
              <a:t>: </a:t>
            </a:r>
            <a:r>
              <a:rPr lang="en-US" altLang="zh-CN" sz="2800" dirty="0"/>
              <a:t>Since registers power up in an </a:t>
            </a:r>
            <a:r>
              <a:rPr lang="en-US" altLang="zh-CN" sz="2800" dirty="0">
                <a:solidFill>
                  <a:srgbClr val="C10000"/>
                </a:solidFill>
              </a:rPr>
              <a:t>undefined</a:t>
            </a:r>
            <a:r>
              <a:rPr lang="en-US" altLang="zh-CN" sz="2800" dirty="0"/>
              <a:t> state, hardware developers design a </a:t>
            </a:r>
            <a:r>
              <a:rPr lang="en-US" altLang="zh-CN" sz="2800" dirty="0">
                <a:solidFill>
                  <a:schemeClr val="accent2"/>
                </a:solidFill>
              </a:rPr>
              <a:t>reset</a:t>
            </a:r>
            <a:r>
              <a:rPr lang="en-US" altLang="zh-CN" sz="2800" dirty="0"/>
              <a:t> signal which users can pull up to activate </a:t>
            </a:r>
            <a:r>
              <a:rPr lang="en-US" altLang="zh-CN" sz="2800" dirty="0">
                <a:solidFill>
                  <a:schemeClr val="accent2"/>
                </a:solidFill>
              </a:rPr>
              <a:t>reset logic </a:t>
            </a:r>
            <a:r>
              <a:rPr lang="en-US" altLang="zh-CN" sz="2800" dirty="0"/>
              <a:t>forcing registers into a predefined known state.</a:t>
            </a:r>
            <a:endParaRPr lang="zh-CN" altLang="en-US" sz="28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37409DC-DD27-04A5-CB88-F4A92FAAF2A5}"/>
              </a:ext>
            </a:extLst>
          </p:cNvPr>
          <p:cNvGrpSpPr/>
          <p:nvPr/>
        </p:nvGrpSpPr>
        <p:grpSpPr>
          <a:xfrm>
            <a:off x="694068" y="2952752"/>
            <a:ext cx="5103717" cy="3538538"/>
            <a:chOff x="698831" y="3052762"/>
            <a:chExt cx="5103717" cy="353853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CD71272-35D4-0EB4-1824-25AA620C0E4C}"/>
                </a:ext>
              </a:extLst>
            </p:cNvPr>
            <p:cNvSpPr/>
            <p:nvPr/>
          </p:nvSpPr>
          <p:spPr>
            <a:xfrm>
              <a:off x="698831" y="3052762"/>
              <a:ext cx="5103717" cy="3538538"/>
            </a:xfrm>
            <a:prstGeom prst="roundRect">
              <a:avLst>
                <a:gd name="adj" fmla="val 494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08000" rIns="108000" bIns="108000" rtlCol="0" anchor="t" anchorCtr="0"/>
            <a:lstStyle/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reg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7030A0"/>
                  </a:solidFill>
                  <a:latin typeface="Consolas" panose="020B0609020204030204" pitchFamily="49" charset="0"/>
                </a:rPr>
                <a:t>acc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wire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in, 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clock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input</a:t>
              </a:r>
              <a:r>
                <a:rPr lang="en-US" altLang="zh-CN" sz="2400" dirty="0">
                  <a:solidFill>
                    <a:schemeClr val="accent6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400" b="1" dirty="0">
                  <a:solidFill>
                    <a:schemeClr val="tx1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wire </a:t>
              </a:r>
              <a:r>
                <a:rPr lang="en-US" altLang="zh-CN" sz="2400" dirty="0">
                  <a:solidFill>
                    <a:schemeClr val="accent2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reset</a:t>
              </a:r>
              <a:r>
                <a:rPr lang="en-US" altLang="zh-CN" sz="2400" dirty="0">
                  <a:solidFill>
                    <a:schemeClr val="tx1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always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@(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posedge</a:t>
              </a:r>
              <a:r>
                <a:rPr lang="en-US" altLang="zh-CN" sz="2400" dirty="0">
                  <a:solidFill>
                    <a:srgbClr val="4472C5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clock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chemeClr val="tx1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if</a:t>
              </a:r>
              <a:r>
                <a:rPr lang="en-US" altLang="zh-CN" sz="2400" dirty="0">
                  <a:solidFill>
                    <a:srgbClr val="7030A1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zh-CN" sz="2400" dirty="0">
                  <a:solidFill>
                    <a:schemeClr val="accent2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reset</a:t>
              </a:r>
              <a:r>
                <a:rPr lang="en-US" altLang="zh-CN" sz="2400" dirty="0">
                  <a:solidFill>
                    <a:srgbClr val="000000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)</a:t>
              </a:r>
              <a:r>
                <a:rPr lang="en-US" altLang="zh-CN" sz="2400" dirty="0">
                  <a:solidFill>
                    <a:srgbClr val="7030A1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  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dirty="0">
                  <a:solidFill>
                    <a:srgbClr val="7030A1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  acc </a:t>
              </a:r>
              <a:r>
                <a:rPr lang="en-US" altLang="zh-CN" sz="2400" dirty="0">
                  <a:solidFill>
                    <a:srgbClr val="000000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&lt;= 0;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rgbClr val="000000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else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dirty="0">
                  <a:solidFill>
                    <a:srgbClr val="000000"/>
                  </a:solidFill>
                  <a:highlight>
                    <a:srgbClr val="FFF2CC"/>
                  </a:highlight>
                  <a:latin typeface="Consolas" panose="020B0609020204030204" pitchFamily="49" charset="0"/>
                </a:rPr>
                <a:t> 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acc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acc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+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E402593-3EB5-4002-7506-E22BDC59F393}"/>
                </a:ext>
              </a:extLst>
            </p:cNvPr>
            <p:cNvSpPr txBox="1"/>
            <p:nvPr/>
          </p:nvSpPr>
          <p:spPr>
            <a:xfrm>
              <a:off x="753788" y="3180735"/>
              <a:ext cx="332058" cy="3320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12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3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4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5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6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7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8</a:t>
              </a:r>
              <a:endParaRPr lang="zh-CN" altLang="en-US" sz="2400" dirty="0">
                <a:solidFill>
                  <a:schemeClr val="tx2"/>
                </a:solidFill>
                <a:latin typeface="Consolas" panose="020B0609020204030204" pitchFamily="49" charset="0"/>
                <a:cs typeface="LINUX LIBERTINE T" panose="020005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028578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735B-2DFF-477A-E7E2-46673B43E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04231EA5-DBB8-EF15-BDF0-1565FD6A461B}"/>
              </a:ext>
            </a:extLst>
          </p:cNvPr>
          <p:cNvGrpSpPr/>
          <p:nvPr/>
        </p:nvGrpSpPr>
        <p:grpSpPr>
          <a:xfrm>
            <a:off x="694068" y="1572124"/>
            <a:ext cx="5103717" cy="3538538"/>
            <a:chOff x="698831" y="3052762"/>
            <a:chExt cx="5103717" cy="3538538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75EC182-3D95-4B3F-A853-D87B7F33C85D}"/>
                </a:ext>
              </a:extLst>
            </p:cNvPr>
            <p:cNvSpPr/>
            <p:nvPr/>
          </p:nvSpPr>
          <p:spPr>
            <a:xfrm>
              <a:off x="698831" y="3052762"/>
              <a:ext cx="5103717" cy="3538538"/>
            </a:xfrm>
            <a:prstGeom prst="roundRect">
              <a:avLst>
                <a:gd name="adj" fmla="val 494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08000" rIns="108000" bIns="108000" rtlCol="0" anchor="t" anchorCtr="0"/>
            <a:lstStyle/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reg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7030A0"/>
                  </a:solidFill>
                  <a:latin typeface="Consolas" panose="020B0609020204030204" pitchFamily="49" charset="0"/>
                </a:rPr>
                <a:t>acc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wire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in, 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clock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wire </a:t>
              </a:r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reset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always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@(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posedge</a:t>
              </a:r>
              <a:r>
                <a:rPr lang="en-US" altLang="zh-CN" sz="2400" dirty="0">
                  <a:solidFill>
                    <a:srgbClr val="4472C5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clock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reset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  acc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 0;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else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acc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acc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+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2246399-9016-0E8E-FA0F-09816129F957}"/>
                </a:ext>
              </a:extLst>
            </p:cNvPr>
            <p:cNvSpPr txBox="1"/>
            <p:nvPr/>
          </p:nvSpPr>
          <p:spPr>
            <a:xfrm>
              <a:off x="753788" y="3180735"/>
              <a:ext cx="332058" cy="3320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12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3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4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5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6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7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8</a:t>
              </a:r>
              <a:endParaRPr lang="zh-CN" altLang="en-US" sz="2400" dirty="0">
                <a:solidFill>
                  <a:schemeClr val="tx2"/>
                </a:solidFill>
                <a:latin typeface="Consolas" panose="020B0609020204030204" pitchFamily="49" charset="0"/>
                <a:cs typeface="LINUX LIBERTINE T" panose="02000503000000000000" pitchFamily="2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AF552E-8056-A6CF-7147-14567E81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B1347C-8638-E180-1F3E-E305B6352D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Background: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Runtime</a:t>
            </a:r>
            <a:endParaRPr lang="zh-CN" altLang="en-US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D4EFA71-73D1-8898-DFEA-080F9A86C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095204"/>
              </p:ext>
            </p:extLst>
          </p:nvPr>
        </p:nvGraphicFramePr>
        <p:xfrm>
          <a:off x="6316642" y="1602608"/>
          <a:ext cx="4499530" cy="285173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96004">
                  <a:extLst>
                    <a:ext uri="{9D8B030D-6E8A-4147-A177-3AD203B41FA5}">
                      <a16:colId xmlns:a16="http://schemas.microsoft.com/office/drawing/2014/main" val="1146477455"/>
                    </a:ext>
                  </a:extLst>
                </a:gridCol>
                <a:gridCol w="1128783">
                  <a:extLst>
                    <a:ext uri="{9D8B030D-6E8A-4147-A177-3AD203B41FA5}">
                      <a16:colId xmlns:a16="http://schemas.microsoft.com/office/drawing/2014/main" val="1216591241"/>
                    </a:ext>
                  </a:extLst>
                </a:gridCol>
                <a:gridCol w="1037190">
                  <a:extLst>
                    <a:ext uri="{9D8B030D-6E8A-4147-A177-3AD203B41FA5}">
                      <a16:colId xmlns:a16="http://schemas.microsoft.com/office/drawing/2014/main" val="921773336"/>
                    </a:ext>
                  </a:extLst>
                </a:gridCol>
                <a:gridCol w="1337553">
                  <a:extLst>
                    <a:ext uri="{9D8B030D-6E8A-4147-A177-3AD203B41FA5}">
                      <a16:colId xmlns:a16="http://schemas.microsoft.com/office/drawing/2014/main" val="611012785"/>
                    </a:ext>
                  </a:extLst>
                </a:gridCol>
              </a:tblGrid>
              <a:tr h="2401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Cycle</a:t>
                      </a:r>
                      <a:endParaRPr lang="zh-CN" altLang="en-US" sz="2400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Input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State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260783"/>
                  </a:ext>
                </a:extLst>
              </a:tr>
              <a:tr h="26563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reset</a:t>
                      </a:r>
                      <a:endParaRPr lang="zh-CN" altLang="en-US" sz="2400" b="0" i="0" u="none" strike="noStrike" kern="1200" baseline="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</a:t>
                      </a:r>
                      <a:endParaRPr lang="zh-CN" altLang="en-US" sz="2400" b="0" i="0" u="none" strike="noStrike" kern="12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rgbClr val="7030A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acc</a:t>
                      </a:r>
                      <a:endParaRPr lang="zh-CN" altLang="en-US" sz="2400" b="0" i="0" u="none" strike="noStrike" kern="1200" baseline="0" dirty="0">
                        <a:solidFill>
                          <a:srgbClr val="7030A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84821"/>
                  </a:ext>
                </a:extLst>
              </a:tr>
              <a:tr h="5657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C1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69381673"/>
                  </a:ext>
                </a:extLst>
              </a:tr>
              <a:tr h="377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73792143"/>
                  </a:ext>
                </a:extLst>
              </a:tr>
              <a:tr h="377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90775141"/>
                  </a:ext>
                </a:extLst>
              </a:tr>
              <a:tr h="377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...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...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470991"/>
                  </a:ext>
                </a:extLst>
              </a:tr>
            </a:tbl>
          </a:graphicData>
        </a:graphic>
      </p:graphicFrame>
      <p:grpSp>
        <p:nvGrpSpPr>
          <p:cNvPr id="75" name="组合 74">
            <a:extLst>
              <a:ext uri="{FF2B5EF4-FFF2-40B4-BE49-F238E27FC236}">
                <a16:creationId xmlns:a16="http://schemas.microsoft.com/office/drawing/2014/main" id="{BA1EB70E-DCB3-E657-C1B7-27066972F355}"/>
              </a:ext>
            </a:extLst>
          </p:cNvPr>
          <p:cNvGrpSpPr/>
          <p:nvPr/>
        </p:nvGrpSpPr>
        <p:grpSpPr>
          <a:xfrm>
            <a:off x="6287065" y="4879830"/>
            <a:ext cx="5074204" cy="1476520"/>
            <a:chOff x="6058326" y="1275877"/>
            <a:chExt cx="5074204" cy="1476520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3338AC5-6995-93C1-5A4A-16DD68066E47}"/>
                </a:ext>
              </a:extLst>
            </p:cNvPr>
            <p:cNvSpPr txBox="1"/>
            <p:nvPr/>
          </p:nvSpPr>
          <p:spPr>
            <a:xfrm>
              <a:off x="6058326" y="1457990"/>
              <a:ext cx="10930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clock</a:t>
              </a:r>
              <a:endParaRPr lang="zh-CN" altLang="en-US" sz="24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CDAE11C-E063-6E82-E8D3-FCDE7D034358}"/>
                </a:ext>
              </a:extLst>
            </p:cNvPr>
            <p:cNvSpPr txBox="1"/>
            <p:nvPr/>
          </p:nvSpPr>
          <p:spPr>
            <a:xfrm>
              <a:off x="7083425" y="1682191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0</a:t>
              </a:r>
              <a:endParaRPr lang="zh-CN" altLang="en-US" sz="2400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1865906-0E99-6312-A294-7E1B9080B530}"/>
                </a:ext>
              </a:extLst>
            </p:cNvPr>
            <p:cNvSpPr txBox="1"/>
            <p:nvPr/>
          </p:nvSpPr>
          <p:spPr>
            <a:xfrm>
              <a:off x="7092948" y="1275877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1</a:t>
              </a:r>
              <a:endParaRPr lang="zh-CN" altLang="en-US" sz="2400" dirty="0"/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BDF9D11B-047A-1D34-412D-B18BDDDC7605}"/>
                </a:ext>
              </a:extLst>
            </p:cNvPr>
            <p:cNvGrpSpPr/>
            <p:nvPr/>
          </p:nvGrpSpPr>
          <p:grpSpPr>
            <a:xfrm>
              <a:off x="7549806" y="1475453"/>
              <a:ext cx="3582723" cy="501790"/>
              <a:chOff x="7870818" y="1468461"/>
              <a:chExt cx="3582723" cy="501790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BCA947C6-2B0F-33AB-73BB-CBBF5191F1F7}"/>
                  </a:ext>
                </a:extLst>
              </p:cNvPr>
              <p:cNvGrpSpPr/>
              <p:nvPr/>
            </p:nvGrpSpPr>
            <p:grpSpPr>
              <a:xfrm>
                <a:off x="7870818" y="1468461"/>
                <a:ext cx="903725" cy="498452"/>
                <a:chOff x="7440573" y="2638428"/>
                <a:chExt cx="768252" cy="371475"/>
              </a:xfrm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F31B2AA8-ABBC-254B-CFD9-BFEF8EF94A14}"/>
                    </a:ext>
                  </a:extLst>
                </p:cNvPr>
                <p:cNvCxnSpPr/>
                <p:nvPr/>
              </p:nvCxnSpPr>
              <p:spPr>
                <a:xfrm>
                  <a:off x="7440573" y="2645285"/>
                  <a:ext cx="3905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5078C81C-DDC4-6067-7A17-51691530E00D}"/>
                    </a:ext>
                  </a:extLst>
                </p:cNvPr>
                <p:cNvCxnSpPr/>
                <p:nvPr/>
              </p:nvCxnSpPr>
              <p:spPr>
                <a:xfrm>
                  <a:off x="7818300" y="3003038"/>
                  <a:ext cx="3905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>
                  <a:extLst>
                    <a:ext uri="{FF2B5EF4-FFF2-40B4-BE49-F238E27FC236}">
                      <a16:creationId xmlns:a16="http://schemas.microsoft.com/office/drawing/2014/main" id="{7169C9FA-6295-0B57-7C00-50E59E02D8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203407" y="2638428"/>
                  <a:ext cx="0" cy="37147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7AFBA5FE-92FD-D503-E949-306899D3B6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23598" y="2638428"/>
                  <a:ext cx="0" cy="37147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122E8A38-0BAF-4A0C-C5C9-A18CC833F804}"/>
                  </a:ext>
                </a:extLst>
              </p:cNvPr>
              <p:cNvGrpSpPr/>
              <p:nvPr/>
            </p:nvGrpSpPr>
            <p:grpSpPr>
              <a:xfrm>
                <a:off x="8768170" y="1471799"/>
                <a:ext cx="903725" cy="498452"/>
                <a:chOff x="7440573" y="2638428"/>
                <a:chExt cx="768252" cy="371475"/>
              </a:xfrm>
            </p:grpSpPr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B97EF3AB-2201-D70C-7617-3B47E86C2F56}"/>
                    </a:ext>
                  </a:extLst>
                </p:cNvPr>
                <p:cNvCxnSpPr/>
                <p:nvPr/>
              </p:nvCxnSpPr>
              <p:spPr>
                <a:xfrm>
                  <a:off x="7440573" y="2645285"/>
                  <a:ext cx="3905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63F398AE-06F2-BE18-33ED-4F8E6FB5C156}"/>
                    </a:ext>
                  </a:extLst>
                </p:cNvPr>
                <p:cNvCxnSpPr/>
                <p:nvPr/>
              </p:nvCxnSpPr>
              <p:spPr>
                <a:xfrm>
                  <a:off x="7818300" y="3003038"/>
                  <a:ext cx="3905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63AB0069-A4BC-CF5B-B688-614FC78244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203407" y="2638428"/>
                  <a:ext cx="0" cy="37147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810A1A1E-0985-1053-7E19-B560CA2ACD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23598" y="2638428"/>
                  <a:ext cx="0" cy="37147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FC3C99D2-D326-598F-3CE3-8B5CED07D9E5}"/>
                  </a:ext>
                </a:extLst>
              </p:cNvPr>
              <p:cNvGrpSpPr/>
              <p:nvPr/>
            </p:nvGrpSpPr>
            <p:grpSpPr>
              <a:xfrm>
                <a:off x="9657994" y="1471799"/>
                <a:ext cx="903725" cy="498452"/>
                <a:chOff x="7440573" y="2638428"/>
                <a:chExt cx="768252" cy="371475"/>
              </a:xfrm>
            </p:grpSpPr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270541B8-BC7E-F27D-95A3-7AFAF696A124}"/>
                    </a:ext>
                  </a:extLst>
                </p:cNvPr>
                <p:cNvCxnSpPr/>
                <p:nvPr/>
              </p:nvCxnSpPr>
              <p:spPr>
                <a:xfrm>
                  <a:off x="7440573" y="2645285"/>
                  <a:ext cx="3905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6DFEB7F8-67D0-2E12-8263-242AF2FF63DA}"/>
                    </a:ext>
                  </a:extLst>
                </p:cNvPr>
                <p:cNvCxnSpPr/>
                <p:nvPr/>
              </p:nvCxnSpPr>
              <p:spPr>
                <a:xfrm>
                  <a:off x="7818300" y="3003038"/>
                  <a:ext cx="3905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>
                  <a:extLst>
                    <a:ext uri="{FF2B5EF4-FFF2-40B4-BE49-F238E27FC236}">
                      <a16:creationId xmlns:a16="http://schemas.microsoft.com/office/drawing/2014/main" id="{3010AEE9-2A4C-D7D9-C247-9A487C5C7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203407" y="2638428"/>
                  <a:ext cx="0" cy="37147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AD825225-A96D-3BF7-5ED7-012B05367B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23598" y="2638428"/>
                  <a:ext cx="0" cy="37147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DDE9B9C1-BF60-89F9-6ED2-F9A991A29C03}"/>
                  </a:ext>
                </a:extLst>
              </p:cNvPr>
              <p:cNvGrpSpPr/>
              <p:nvPr/>
            </p:nvGrpSpPr>
            <p:grpSpPr>
              <a:xfrm>
                <a:off x="10549816" y="1471798"/>
                <a:ext cx="903725" cy="498452"/>
                <a:chOff x="7440573" y="2638428"/>
                <a:chExt cx="768252" cy="371475"/>
              </a:xfrm>
            </p:grpSpPr>
            <p:cxnSp>
              <p:nvCxnSpPr>
                <p:cNvPr id="56" name="直接连接符 55">
                  <a:extLst>
                    <a:ext uri="{FF2B5EF4-FFF2-40B4-BE49-F238E27FC236}">
                      <a16:creationId xmlns:a16="http://schemas.microsoft.com/office/drawing/2014/main" id="{6B42CBB0-C191-4A2F-B2E9-3372308E56F0}"/>
                    </a:ext>
                  </a:extLst>
                </p:cNvPr>
                <p:cNvCxnSpPr/>
                <p:nvPr/>
              </p:nvCxnSpPr>
              <p:spPr>
                <a:xfrm>
                  <a:off x="7440573" y="2645285"/>
                  <a:ext cx="3905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8A006D40-303A-A6BE-D7D2-5142857C95B4}"/>
                    </a:ext>
                  </a:extLst>
                </p:cNvPr>
                <p:cNvCxnSpPr/>
                <p:nvPr/>
              </p:nvCxnSpPr>
              <p:spPr>
                <a:xfrm>
                  <a:off x="7818300" y="3003038"/>
                  <a:ext cx="3905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>
                  <a:extLst>
                    <a:ext uri="{FF2B5EF4-FFF2-40B4-BE49-F238E27FC236}">
                      <a16:creationId xmlns:a16="http://schemas.microsoft.com/office/drawing/2014/main" id="{8DBA99AE-7363-3BF6-103D-272CF7B223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203407" y="2638428"/>
                  <a:ext cx="0" cy="37147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>
                  <a:extLst>
                    <a:ext uri="{FF2B5EF4-FFF2-40B4-BE49-F238E27FC236}">
                      <a16:creationId xmlns:a16="http://schemas.microsoft.com/office/drawing/2014/main" id="{7DF28415-A1E3-40FC-CE9C-D61387A8CA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23598" y="2638428"/>
                  <a:ext cx="0" cy="37147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3B2DDCF-4AB6-E7AB-3421-C38CDF10F057}"/>
                </a:ext>
              </a:extLst>
            </p:cNvPr>
            <p:cNvSpPr txBox="1"/>
            <p:nvPr/>
          </p:nvSpPr>
          <p:spPr>
            <a:xfrm>
              <a:off x="7832240" y="2290732"/>
              <a:ext cx="3238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0</a:t>
              </a:r>
              <a:endParaRPr lang="zh-CN" altLang="en-US" sz="2400" dirty="0"/>
            </a:p>
          </p:txBody>
        </p: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60481AEF-605D-2F06-08B9-56537DE8FACE}"/>
                </a:ext>
              </a:extLst>
            </p:cNvPr>
            <p:cNvGrpSpPr/>
            <p:nvPr/>
          </p:nvGrpSpPr>
          <p:grpSpPr>
            <a:xfrm>
              <a:off x="7560200" y="2115316"/>
              <a:ext cx="3572330" cy="167745"/>
              <a:chOff x="7881212" y="2108324"/>
              <a:chExt cx="3572330" cy="167745"/>
            </a:xfrm>
          </p:grpSpPr>
          <p:sp>
            <p:nvSpPr>
              <p:cNvPr id="60" name="左大括号 59">
                <a:extLst>
                  <a:ext uri="{FF2B5EF4-FFF2-40B4-BE49-F238E27FC236}">
                    <a16:creationId xmlns:a16="http://schemas.microsoft.com/office/drawing/2014/main" id="{B80D57F5-C72B-02EB-E839-AD3B11AFF328}"/>
                  </a:ext>
                </a:extLst>
              </p:cNvPr>
              <p:cNvSpPr/>
              <p:nvPr/>
            </p:nvSpPr>
            <p:spPr>
              <a:xfrm rot="16200000">
                <a:off x="8240819" y="1748717"/>
                <a:ext cx="167745" cy="886960"/>
              </a:xfrm>
              <a:prstGeom prst="leftBrace">
                <a:avLst>
                  <a:gd name="adj1" fmla="val 106339"/>
                  <a:gd name="adj2" fmla="val 48294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左大括号 62">
                <a:extLst>
                  <a:ext uri="{FF2B5EF4-FFF2-40B4-BE49-F238E27FC236}">
                    <a16:creationId xmlns:a16="http://schemas.microsoft.com/office/drawing/2014/main" id="{DA249171-01BD-DB18-DB28-9C72EB9F70F7}"/>
                  </a:ext>
                </a:extLst>
              </p:cNvPr>
              <p:cNvSpPr/>
              <p:nvPr/>
            </p:nvSpPr>
            <p:spPr>
              <a:xfrm rot="16200000">
                <a:off x="9132540" y="1748717"/>
                <a:ext cx="167745" cy="886960"/>
              </a:xfrm>
              <a:prstGeom prst="leftBrace">
                <a:avLst>
                  <a:gd name="adj1" fmla="val 106339"/>
                  <a:gd name="adj2" fmla="val 48294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左大括号 63">
                <a:extLst>
                  <a:ext uri="{FF2B5EF4-FFF2-40B4-BE49-F238E27FC236}">
                    <a16:creationId xmlns:a16="http://schemas.microsoft.com/office/drawing/2014/main" id="{28E38EDD-12EE-ABFF-E044-2B1E6B94153B}"/>
                  </a:ext>
                </a:extLst>
              </p:cNvPr>
              <p:cNvSpPr/>
              <p:nvPr/>
            </p:nvSpPr>
            <p:spPr>
              <a:xfrm rot="16200000">
                <a:off x="10027511" y="1748717"/>
                <a:ext cx="167745" cy="886960"/>
              </a:xfrm>
              <a:prstGeom prst="leftBrace">
                <a:avLst>
                  <a:gd name="adj1" fmla="val 106339"/>
                  <a:gd name="adj2" fmla="val 48294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左大括号 64">
                <a:extLst>
                  <a:ext uri="{FF2B5EF4-FFF2-40B4-BE49-F238E27FC236}">
                    <a16:creationId xmlns:a16="http://schemas.microsoft.com/office/drawing/2014/main" id="{53E1E7A9-E43F-CA9A-A807-F6795FA2C0D7}"/>
                  </a:ext>
                </a:extLst>
              </p:cNvPr>
              <p:cNvSpPr/>
              <p:nvPr/>
            </p:nvSpPr>
            <p:spPr>
              <a:xfrm rot="16200000">
                <a:off x="10926189" y="1748717"/>
                <a:ext cx="167745" cy="886960"/>
              </a:xfrm>
              <a:prstGeom prst="leftBrace">
                <a:avLst>
                  <a:gd name="adj1" fmla="val 106339"/>
                  <a:gd name="adj2" fmla="val 48294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6DB50413-4106-A85A-2260-87125E541D2D}"/>
                </a:ext>
              </a:extLst>
            </p:cNvPr>
            <p:cNvSpPr txBox="1"/>
            <p:nvPr/>
          </p:nvSpPr>
          <p:spPr>
            <a:xfrm>
              <a:off x="8709291" y="2290732"/>
              <a:ext cx="3238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1</a:t>
              </a:r>
              <a:endParaRPr lang="zh-CN" altLang="en-US" sz="2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91A88369-CD07-9661-6C3E-B221EDB5F965}"/>
                </a:ext>
              </a:extLst>
            </p:cNvPr>
            <p:cNvSpPr txBox="1"/>
            <p:nvPr/>
          </p:nvSpPr>
          <p:spPr>
            <a:xfrm>
              <a:off x="9628470" y="2290732"/>
              <a:ext cx="3238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2</a:t>
              </a:r>
              <a:endParaRPr lang="zh-CN" altLang="en-US" sz="24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852BCFDE-2D0F-96EC-AD98-243D1CE20216}"/>
                </a:ext>
              </a:extLst>
            </p:cNvPr>
            <p:cNvSpPr txBox="1"/>
            <p:nvPr/>
          </p:nvSpPr>
          <p:spPr>
            <a:xfrm>
              <a:off x="10511238" y="2290732"/>
              <a:ext cx="3238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3</a:t>
              </a:r>
              <a:endParaRPr lang="zh-CN" altLang="en-US" sz="24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990A2DD1-FFD1-58B1-709F-4BBE1D4DDF90}"/>
                </a:ext>
              </a:extLst>
            </p:cNvPr>
            <p:cNvSpPr txBox="1"/>
            <p:nvPr/>
          </p:nvSpPr>
          <p:spPr>
            <a:xfrm>
              <a:off x="6996777" y="2288073"/>
              <a:ext cx="86677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/>
                <a:t>Cycle</a:t>
              </a:r>
              <a:endParaRPr lang="zh-CN" altLang="en-US" sz="2400" dirty="0"/>
            </a:p>
          </p:txBody>
        </p:sp>
      </p:grpSp>
      <p:sp>
        <p:nvSpPr>
          <p:cNvPr id="79" name="箭头: 上下 78">
            <a:extLst>
              <a:ext uri="{FF2B5EF4-FFF2-40B4-BE49-F238E27FC236}">
                <a16:creationId xmlns:a16="http://schemas.microsoft.com/office/drawing/2014/main" id="{CA82E42D-135B-0C61-0B38-4FDEA1C07269}"/>
              </a:ext>
            </a:extLst>
          </p:cNvPr>
          <p:cNvSpPr/>
          <p:nvPr/>
        </p:nvSpPr>
        <p:spPr>
          <a:xfrm>
            <a:off x="6713918" y="4595957"/>
            <a:ext cx="236978" cy="397045"/>
          </a:xfrm>
          <a:prstGeom prst="upDownArrow">
            <a:avLst>
              <a:gd name="adj1" fmla="val 37685"/>
              <a:gd name="adj2" fmla="val 5205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9F73CAA-F3E1-EC94-B3B7-91DB55236574}"/>
              </a:ext>
            </a:extLst>
          </p:cNvPr>
          <p:cNvSpPr txBox="1"/>
          <p:nvPr/>
        </p:nvSpPr>
        <p:spPr>
          <a:xfrm>
            <a:off x="9514234" y="2621724"/>
            <a:ext cx="1271755" cy="3693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dirty="0" err="1">
                <a:solidFill>
                  <a:srgbClr val="C10000"/>
                </a:solidFill>
              </a:rPr>
              <a:t>undef</a:t>
            </a:r>
            <a:endParaRPr lang="zh-CN" altLang="en-US" sz="2400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4FAE8941-52E1-51F1-1DE4-AD3716C465BB}"/>
              </a:ext>
            </a:extLst>
          </p:cNvPr>
          <p:cNvSpPr txBox="1"/>
          <p:nvPr/>
        </p:nvSpPr>
        <p:spPr>
          <a:xfrm>
            <a:off x="10687239" y="2601899"/>
            <a:ext cx="1214027" cy="400049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 anchorCtr="0"/>
          <a:lstStyle>
            <a:defPPr>
              <a:defRPr lang="en-US"/>
            </a:defPPr>
            <a:lvl1pPr>
              <a:defRPr sz="2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2200" dirty="0">
                <a:solidFill>
                  <a:schemeClr val="tx1"/>
                </a:solidFill>
              </a:rPr>
              <a:t>power-up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AC71AB2-5F60-0FBC-DC0E-DF706430F830}"/>
              </a:ext>
            </a:extLst>
          </p:cNvPr>
          <p:cNvSpPr txBox="1"/>
          <p:nvPr/>
        </p:nvSpPr>
        <p:spPr>
          <a:xfrm>
            <a:off x="9514234" y="3105621"/>
            <a:ext cx="1271755" cy="3693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C744084-703F-9241-8970-DBD984FD5788}"/>
              </a:ext>
            </a:extLst>
          </p:cNvPr>
          <p:cNvSpPr txBox="1"/>
          <p:nvPr/>
        </p:nvSpPr>
        <p:spPr>
          <a:xfrm>
            <a:off x="9514234" y="3589518"/>
            <a:ext cx="1271755" cy="3693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dirty="0"/>
              <a:t>2</a:t>
            </a:r>
            <a:endParaRPr lang="zh-CN" altLang="en-US" sz="24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DDA62A7D-0F98-342E-0650-C05344E2DFCA}"/>
              </a:ext>
            </a:extLst>
          </p:cNvPr>
          <p:cNvSpPr txBox="1"/>
          <p:nvPr/>
        </p:nvSpPr>
        <p:spPr>
          <a:xfrm>
            <a:off x="9514234" y="4073415"/>
            <a:ext cx="1271755" cy="3693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dirty="0"/>
              <a:t>5</a:t>
            </a:r>
            <a:endParaRPr lang="zh-CN" altLang="en-US" sz="2400" dirty="0"/>
          </a:p>
        </p:txBody>
      </p:sp>
      <p:sp>
        <p:nvSpPr>
          <p:cNvPr id="87" name="箭头: 右 86">
            <a:extLst>
              <a:ext uri="{FF2B5EF4-FFF2-40B4-BE49-F238E27FC236}">
                <a16:creationId xmlns:a16="http://schemas.microsoft.com/office/drawing/2014/main" id="{956E068F-B2B3-E4D2-EC15-74051362745C}"/>
              </a:ext>
            </a:extLst>
          </p:cNvPr>
          <p:cNvSpPr/>
          <p:nvPr/>
        </p:nvSpPr>
        <p:spPr>
          <a:xfrm>
            <a:off x="204788" y="3766876"/>
            <a:ext cx="597102" cy="400050"/>
          </a:xfrm>
          <a:prstGeom prst="rightArrow">
            <a:avLst>
              <a:gd name="adj1" fmla="val 50000"/>
              <a:gd name="adj2" fmla="val 6381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箭头: 右 87">
            <a:extLst>
              <a:ext uri="{FF2B5EF4-FFF2-40B4-BE49-F238E27FC236}">
                <a16:creationId xmlns:a16="http://schemas.microsoft.com/office/drawing/2014/main" id="{E5498A07-4D6E-AE8A-8C5A-A7A84D1BD649}"/>
              </a:ext>
            </a:extLst>
          </p:cNvPr>
          <p:cNvSpPr/>
          <p:nvPr/>
        </p:nvSpPr>
        <p:spPr>
          <a:xfrm>
            <a:off x="204788" y="4595957"/>
            <a:ext cx="597102" cy="400050"/>
          </a:xfrm>
          <a:prstGeom prst="rightArrow">
            <a:avLst>
              <a:gd name="adj1" fmla="val 50000"/>
              <a:gd name="adj2" fmla="val 6738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5C7514D-337B-4903-073E-DB5575B1A791}"/>
              </a:ext>
            </a:extLst>
          </p:cNvPr>
          <p:cNvSpPr/>
          <p:nvPr/>
        </p:nvSpPr>
        <p:spPr>
          <a:xfrm>
            <a:off x="6002190" y="2621724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F6A94256-AC33-57A3-5521-B0698BA0B52F}"/>
              </a:ext>
            </a:extLst>
          </p:cNvPr>
          <p:cNvSpPr/>
          <p:nvPr/>
        </p:nvSpPr>
        <p:spPr>
          <a:xfrm>
            <a:off x="204788" y="3337845"/>
            <a:ext cx="597102" cy="400050"/>
          </a:xfrm>
          <a:prstGeom prst="rightArrow">
            <a:avLst>
              <a:gd name="adj1" fmla="val 50000"/>
              <a:gd name="adj2" fmla="val 64285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47F4D05-CE41-E2BF-4A5E-D9451010CDFE}"/>
              </a:ext>
            </a:extLst>
          </p:cNvPr>
          <p:cNvSpPr/>
          <p:nvPr/>
        </p:nvSpPr>
        <p:spPr>
          <a:xfrm>
            <a:off x="6002190" y="3074903"/>
            <a:ext cx="628903" cy="400050"/>
          </a:xfrm>
          <a:prstGeom prst="rightArrow">
            <a:avLst>
              <a:gd name="adj1" fmla="val 50000"/>
              <a:gd name="adj2" fmla="val 71904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66F4C35-072C-467B-CA83-8858942CC338}"/>
              </a:ext>
            </a:extLst>
          </p:cNvPr>
          <p:cNvSpPr/>
          <p:nvPr/>
        </p:nvSpPr>
        <p:spPr>
          <a:xfrm>
            <a:off x="6002190" y="3578727"/>
            <a:ext cx="628903" cy="400050"/>
          </a:xfrm>
          <a:prstGeom prst="rightArrow">
            <a:avLst>
              <a:gd name="adj1" fmla="val 50000"/>
              <a:gd name="adj2" fmla="val 7000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903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1" grpId="0"/>
      <p:bldP spid="82" grpId="0" animBg="1"/>
      <p:bldP spid="82" grpId="1" animBg="1"/>
      <p:bldP spid="84" grpId="0"/>
      <p:bldP spid="85" grpId="0"/>
      <p:bldP spid="86" grpId="0"/>
      <p:bldP spid="87" grpId="0" animBg="1"/>
      <p:bldP spid="87" grpId="1" animBg="1"/>
      <p:bldP spid="88" grpId="0" animBg="1"/>
      <p:bldP spid="88" grpId="1" animBg="1"/>
      <p:bldP spid="88" grpId="2" animBg="1"/>
      <p:bldP spid="6" grpId="0" animBg="1"/>
      <p:bldP spid="6" grpId="1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8" grpId="0" animBg="1"/>
      <p:bldP spid="8" grpId="1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7CDA-E7DB-A102-7A46-F75D8A7A5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3E372B0-AD35-6C5E-3E2C-9BD51A0C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B382CC-8962-6143-5A4F-2477CB2AE7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Missing-Reset Problem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2FD612-4FAC-C4A3-9C41-1B070EAB8E7B}"/>
              </a:ext>
            </a:extLst>
          </p:cNvPr>
          <p:cNvSpPr txBox="1"/>
          <p:nvPr/>
        </p:nvSpPr>
        <p:spPr>
          <a:xfrm>
            <a:off x="730959" y="1345174"/>
            <a:ext cx="10835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Definition</a:t>
            </a:r>
            <a:r>
              <a:rPr lang="en-US" altLang="zh-CN" sz="2800" dirty="0"/>
              <a:t>: A register has the </a:t>
            </a:r>
            <a:r>
              <a:rPr lang="en-US" altLang="zh-CN" sz="2800" dirty="0">
                <a:solidFill>
                  <a:schemeClr val="accent1"/>
                </a:solidFill>
              </a:rPr>
              <a:t>missing-reset problem </a:t>
            </a:r>
            <a:r>
              <a:rPr lang="en-US" altLang="zh-CN" sz="2800" dirty="0"/>
              <a:t>if its </a:t>
            </a:r>
            <a:r>
              <a:rPr lang="en-US" altLang="zh-CN" sz="2800" dirty="0">
                <a:solidFill>
                  <a:srgbClr val="C10000"/>
                </a:solidFill>
              </a:rPr>
              <a:t>undefined</a:t>
            </a:r>
            <a:r>
              <a:rPr lang="en-US" altLang="zh-CN" sz="2800" dirty="0"/>
              <a:t> value is </a:t>
            </a:r>
            <a:r>
              <a:rPr lang="en-US" altLang="zh-CN" sz="2800" dirty="0">
                <a:solidFill>
                  <a:schemeClr val="accent2"/>
                </a:solidFill>
              </a:rPr>
              <a:t>infinitely-often</a:t>
            </a:r>
            <a:r>
              <a:rPr lang="en-US" altLang="zh-CN" sz="2800" dirty="0"/>
              <a:t> used after reset</a:t>
            </a:r>
            <a:endParaRPr lang="zh-CN" altLang="en-US" sz="28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885CF0C-BC65-D2E9-3802-F753D5868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6829"/>
              </p:ext>
            </p:extLst>
          </p:nvPr>
        </p:nvGraphicFramePr>
        <p:xfrm>
          <a:off x="5870643" y="3397251"/>
          <a:ext cx="5000016" cy="29304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85619">
                  <a:extLst>
                    <a:ext uri="{9D8B030D-6E8A-4147-A177-3AD203B41FA5}">
                      <a16:colId xmlns:a16="http://schemas.microsoft.com/office/drawing/2014/main" val="1146477455"/>
                    </a:ext>
                  </a:extLst>
                </a:gridCol>
                <a:gridCol w="1081629">
                  <a:extLst>
                    <a:ext uri="{9D8B030D-6E8A-4147-A177-3AD203B41FA5}">
                      <a16:colId xmlns:a16="http://schemas.microsoft.com/office/drawing/2014/main" val="1216591241"/>
                    </a:ext>
                  </a:extLst>
                </a:gridCol>
                <a:gridCol w="1012786">
                  <a:extLst>
                    <a:ext uri="{9D8B030D-6E8A-4147-A177-3AD203B41FA5}">
                      <a16:colId xmlns:a16="http://schemas.microsoft.com/office/drawing/2014/main" val="611012785"/>
                    </a:ext>
                  </a:extLst>
                </a:gridCol>
                <a:gridCol w="1009991">
                  <a:extLst>
                    <a:ext uri="{9D8B030D-6E8A-4147-A177-3AD203B41FA5}">
                      <a16:colId xmlns:a16="http://schemas.microsoft.com/office/drawing/2014/main" val="4163006391"/>
                    </a:ext>
                  </a:extLst>
                </a:gridCol>
                <a:gridCol w="1009991">
                  <a:extLst>
                    <a:ext uri="{9D8B030D-6E8A-4147-A177-3AD203B41FA5}">
                      <a16:colId xmlns:a16="http://schemas.microsoft.com/office/drawing/2014/main" val="2684256356"/>
                    </a:ext>
                  </a:extLst>
                </a:gridCol>
              </a:tblGrid>
              <a:tr h="2401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Cycle</a:t>
                      </a:r>
                      <a:endParaRPr lang="zh-CN" altLang="en-US" sz="2400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Input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State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260783"/>
                  </a:ext>
                </a:extLst>
              </a:tr>
              <a:tr h="26563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reset</a:t>
                      </a:r>
                      <a:endParaRPr lang="zh-CN" altLang="en-US" sz="2400" b="0" i="0" u="none" strike="noStrike" kern="1200" baseline="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rgbClr val="7030A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</a:t>
                      </a:r>
                      <a:endParaRPr lang="zh-CN" altLang="en-US" sz="2400" b="0" i="0" u="none" strike="noStrike" kern="1200" baseline="0" dirty="0">
                        <a:solidFill>
                          <a:srgbClr val="7030A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b="0" i="0" u="none" strike="noStrike" kern="1200" baseline="0" dirty="0">
                          <a:solidFill>
                            <a:srgbClr val="7030A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</a:t>
                      </a:r>
                      <a:endParaRPr lang="zh-CN" altLang="en-US" sz="2400" b="0" i="0" u="none" strike="noStrike" kern="1200" baseline="0" dirty="0">
                        <a:solidFill>
                          <a:srgbClr val="7030A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b="0" i="0" u="none" strike="noStrike" kern="1200" baseline="0" dirty="0">
                          <a:solidFill>
                            <a:srgbClr val="7030A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z</a:t>
                      </a:r>
                      <a:endParaRPr lang="zh-CN" altLang="en-US" sz="2400" b="0" i="0" u="none" strike="noStrike" kern="1200" baseline="0" dirty="0">
                        <a:solidFill>
                          <a:srgbClr val="7030A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8482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solidFill>
                            <a:srgbClr val="C10000"/>
                          </a:solidFill>
                        </a:rPr>
                        <a:t>undef</a:t>
                      </a:r>
                      <a:endParaRPr lang="zh-CN" altLang="en-US" sz="2400" dirty="0">
                        <a:solidFill>
                          <a:srgbClr val="C1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solidFill>
                            <a:srgbClr val="C10000"/>
                          </a:solidFill>
                        </a:rPr>
                        <a:t>undef</a:t>
                      </a:r>
                      <a:endParaRPr lang="zh-CN" altLang="en-US" sz="2400" dirty="0">
                        <a:solidFill>
                          <a:srgbClr val="C1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solidFill>
                            <a:srgbClr val="C10000"/>
                          </a:solidFill>
                        </a:rPr>
                        <a:t>undef</a:t>
                      </a:r>
                      <a:endParaRPr lang="zh-CN" altLang="en-US" sz="2400" dirty="0">
                        <a:solidFill>
                          <a:srgbClr val="C1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6938167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kern="1200" dirty="0">
                        <a:solidFill>
                          <a:srgbClr val="C1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7379214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2313858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...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775141"/>
                  </a:ext>
                </a:extLst>
              </a:tr>
            </a:tbl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2606A421-3F7C-9795-6513-545818E65A24}"/>
              </a:ext>
            </a:extLst>
          </p:cNvPr>
          <p:cNvGrpSpPr/>
          <p:nvPr/>
        </p:nvGrpSpPr>
        <p:grpSpPr>
          <a:xfrm>
            <a:off x="730959" y="3679691"/>
            <a:ext cx="4525745" cy="3041784"/>
            <a:chOff x="698831" y="3052762"/>
            <a:chExt cx="4525745" cy="304178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72BAE6C-C99E-EB96-BCFC-02C98F286649}"/>
                </a:ext>
              </a:extLst>
            </p:cNvPr>
            <p:cNvSpPr/>
            <p:nvPr/>
          </p:nvSpPr>
          <p:spPr>
            <a:xfrm>
              <a:off x="698831" y="3052762"/>
              <a:ext cx="4525745" cy="3041784"/>
            </a:xfrm>
            <a:prstGeom prst="roundRect">
              <a:avLst>
                <a:gd name="adj" fmla="val 494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08000" rIns="108000" bIns="108000" rtlCol="0" anchor="t" anchorCtr="0"/>
            <a:lstStyle/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always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@(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posedge</a:t>
              </a:r>
              <a:r>
                <a:rPr lang="en-US" altLang="zh-CN" sz="2400" dirty="0">
                  <a:solidFill>
                    <a:srgbClr val="4472C5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clock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reset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  x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 1;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else begin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y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x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z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&lt;=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y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end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771FFF5-D08A-F6BD-AB6B-642CA4464392}"/>
                </a:ext>
              </a:extLst>
            </p:cNvPr>
            <p:cNvSpPr txBox="1"/>
            <p:nvPr/>
          </p:nvSpPr>
          <p:spPr>
            <a:xfrm>
              <a:off x="753788" y="3180735"/>
              <a:ext cx="332058" cy="2913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12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3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4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5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6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7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65217C0-03F7-C118-AB0A-4FA0B43F5957}"/>
              </a:ext>
            </a:extLst>
          </p:cNvPr>
          <p:cNvSpPr txBox="1"/>
          <p:nvPr/>
        </p:nvSpPr>
        <p:spPr>
          <a:xfrm>
            <a:off x="785916" y="2299281"/>
            <a:ext cx="10287173" cy="517822"/>
          </a:xfrm>
          <a:prstGeom prst="roundRect">
            <a:avLst>
              <a:gd name="adj" fmla="val 33659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0" rtlCol="0" anchor="ctr" anchorCtr="0"/>
          <a:lstStyle>
            <a:defPPr>
              <a:defRPr lang="en-US"/>
            </a:defPPr>
            <a:lvl1pPr>
              <a:defRPr sz="2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olidFill>
                  <a:schemeClr val="accent6"/>
                </a:solidFill>
              </a:rPr>
              <a:t>Finitely-often</a:t>
            </a:r>
            <a:r>
              <a:rPr lang="en-US" altLang="zh-CN" dirty="0">
                <a:solidFill>
                  <a:schemeClr val="tx1"/>
                </a:solidFill>
              </a:rPr>
              <a:t> is OK: propagating defined value needs time (e.g. pipelined circuit)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7B5E177-FA5E-2A53-83B5-4F50F456650E}"/>
              </a:ext>
            </a:extLst>
          </p:cNvPr>
          <p:cNvGrpSpPr/>
          <p:nvPr/>
        </p:nvGrpSpPr>
        <p:grpSpPr>
          <a:xfrm>
            <a:off x="10855441" y="5695961"/>
            <a:ext cx="435295" cy="553026"/>
            <a:chOff x="10732621" y="2957286"/>
            <a:chExt cx="551920" cy="70119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4D7AC01-9E4F-AD41-7040-A9BFA7E3812F}"/>
                </a:ext>
              </a:extLst>
            </p:cNvPr>
            <p:cNvSpPr/>
            <p:nvPr/>
          </p:nvSpPr>
          <p:spPr>
            <a:xfrm rot="2630592">
              <a:off x="10732621" y="3323162"/>
              <a:ext cx="403698" cy="18662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C6A9869-F9A5-A7F5-841D-BA209E1F6DEE}"/>
                </a:ext>
              </a:extLst>
            </p:cNvPr>
            <p:cNvSpPr/>
            <p:nvPr/>
          </p:nvSpPr>
          <p:spPr>
            <a:xfrm rot="8038384">
              <a:off x="10845248" y="3219187"/>
              <a:ext cx="701194" cy="17739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箭头: 右 4">
            <a:extLst>
              <a:ext uri="{FF2B5EF4-FFF2-40B4-BE49-F238E27FC236}">
                <a16:creationId xmlns:a16="http://schemas.microsoft.com/office/drawing/2014/main" id="{45DCA384-71AA-D27A-8125-A71D700ADE0D}"/>
              </a:ext>
            </a:extLst>
          </p:cNvPr>
          <p:cNvSpPr/>
          <p:nvPr/>
        </p:nvSpPr>
        <p:spPr>
          <a:xfrm>
            <a:off x="5448401" y="4406105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F2E51709-2617-DF04-81D3-37E921E0A57D}"/>
              </a:ext>
            </a:extLst>
          </p:cNvPr>
          <p:cNvSpPr/>
          <p:nvPr/>
        </p:nvSpPr>
        <p:spPr>
          <a:xfrm>
            <a:off x="205387" y="4652700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B1EECAFC-579D-C93D-E514-44C459959BC0}"/>
              </a:ext>
            </a:extLst>
          </p:cNvPr>
          <p:cNvSpPr/>
          <p:nvPr/>
        </p:nvSpPr>
        <p:spPr>
          <a:xfrm>
            <a:off x="204826" y="5457875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1636D867-B772-0D7B-EFDB-99101A3E830E}"/>
              </a:ext>
            </a:extLst>
          </p:cNvPr>
          <p:cNvSpPr/>
          <p:nvPr/>
        </p:nvSpPr>
        <p:spPr>
          <a:xfrm>
            <a:off x="204826" y="5877951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DDF2408-4DB2-EC93-46A2-A301DB84E947}"/>
              </a:ext>
            </a:extLst>
          </p:cNvPr>
          <p:cNvSpPr txBox="1"/>
          <p:nvPr/>
        </p:nvSpPr>
        <p:spPr>
          <a:xfrm>
            <a:off x="7843520" y="4825954"/>
            <a:ext cx="1005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7293B9-3DDB-8770-BFF5-F4856EDAB242}"/>
              </a:ext>
            </a:extLst>
          </p:cNvPr>
          <p:cNvSpPr txBox="1"/>
          <p:nvPr/>
        </p:nvSpPr>
        <p:spPr>
          <a:xfrm>
            <a:off x="8849360" y="4825954"/>
            <a:ext cx="1010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solidFill>
                  <a:srgbClr val="C10000"/>
                </a:solidFill>
              </a:rPr>
              <a:t>undef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150E7A-C84E-9261-362F-1FB82912ECB9}"/>
              </a:ext>
            </a:extLst>
          </p:cNvPr>
          <p:cNvSpPr txBox="1"/>
          <p:nvPr/>
        </p:nvSpPr>
        <p:spPr>
          <a:xfrm>
            <a:off x="9855200" y="4825953"/>
            <a:ext cx="1010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solidFill>
                  <a:srgbClr val="C10000"/>
                </a:solidFill>
              </a:rPr>
              <a:t>undef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346323-1D64-E028-5479-B4885D44FFDA}"/>
              </a:ext>
            </a:extLst>
          </p:cNvPr>
          <p:cNvSpPr txBox="1"/>
          <p:nvPr/>
        </p:nvSpPr>
        <p:spPr>
          <a:xfrm>
            <a:off x="7843520" y="5336114"/>
            <a:ext cx="1005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D4CA32-C436-47C6-0E32-197493C09041}"/>
              </a:ext>
            </a:extLst>
          </p:cNvPr>
          <p:cNvSpPr txBox="1"/>
          <p:nvPr/>
        </p:nvSpPr>
        <p:spPr>
          <a:xfrm>
            <a:off x="8849360" y="5336114"/>
            <a:ext cx="1010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0EF055-46CB-F5C6-7029-87E62DE8168F}"/>
              </a:ext>
            </a:extLst>
          </p:cNvPr>
          <p:cNvSpPr txBox="1"/>
          <p:nvPr/>
        </p:nvSpPr>
        <p:spPr>
          <a:xfrm>
            <a:off x="9855200" y="5336113"/>
            <a:ext cx="1010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solidFill>
                  <a:srgbClr val="C10000"/>
                </a:solidFill>
              </a:rPr>
              <a:t>undef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BF78E2-DEE1-93D6-578B-BF591A0CC449}"/>
              </a:ext>
            </a:extLst>
          </p:cNvPr>
          <p:cNvSpPr txBox="1"/>
          <p:nvPr/>
        </p:nvSpPr>
        <p:spPr>
          <a:xfrm>
            <a:off x="7843520" y="5845248"/>
            <a:ext cx="1005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4607703-9FF0-5601-9FCA-2D3FC34282B9}"/>
              </a:ext>
            </a:extLst>
          </p:cNvPr>
          <p:cNvSpPr txBox="1"/>
          <p:nvPr/>
        </p:nvSpPr>
        <p:spPr>
          <a:xfrm>
            <a:off x="8849360" y="5845248"/>
            <a:ext cx="1010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CF6971-F9BC-6A74-CFAD-4ABC0FC676F5}"/>
              </a:ext>
            </a:extLst>
          </p:cNvPr>
          <p:cNvSpPr txBox="1"/>
          <p:nvPr/>
        </p:nvSpPr>
        <p:spPr>
          <a:xfrm>
            <a:off x="9855200" y="5845247"/>
            <a:ext cx="1010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dirty="0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431E65F0-7258-A030-631B-43513A54880A}"/>
              </a:ext>
            </a:extLst>
          </p:cNvPr>
          <p:cNvSpPr/>
          <p:nvPr/>
        </p:nvSpPr>
        <p:spPr>
          <a:xfrm>
            <a:off x="5445172" y="4892723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A3FED1A7-5688-9868-972E-F60D696299AD}"/>
              </a:ext>
            </a:extLst>
          </p:cNvPr>
          <p:cNvSpPr/>
          <p:nvPr/>
        </p:nvSpPr>
        <p:spPr>
          <a:xfrm>
            <a:off x="5436667" y="5397728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130AFB8-56F2-614D-CD7D-8D70378DE666}"/>
              </a:ext>
            </a:extLst>
          </p:cNvPr>
          <p:cNvGrpSpPr/>
          <p:nvPr/>
        </p:nvGrpSpPr>
        <p:grpSpPr>
          <a:xfrm>
            <a:off x="1556545" y="2947189"/>
            <a:ext cx="2874571" cy="642404"/>
            <a:chOff x="2335427" y="6103784"/>
            <a:chExt cx="2874571" cy="64240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1556902-B795-F447-72FE-C6B90ABAF2F4}"/>
                </a:ext>
              </a:extLst>
            </p:cNvPr>
            <p:cNvSpPr/>
            <p:nvPr/>
          </p:nvSpPr>
          <p:spPr>
            <a:xfrm>
              <a:off x="2782256" y="6104136"/>
              <a:ext cx="423150" cy="6420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x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E4F7A85-3619-C1A5-9FD9-31EF5AC485D8}"/>
                </a:ext>
              </a:extLst>
            </p:cNvPr>
            <p:cNvSpPr/>
            <p:nvPr/>
          </p:nvSpPr>
          <p:spPr>
            <a:xfrm>
              <a:off x="3583370" y="6103784"/>
              <a:ext cx="423150" cy="6420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y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B923D53-7F87-408C-EBEF-8A094D50DB79}"/>
                </a:ext>
              </a:extLst>
            </p:cNvPr>
            <p:cNvSpPr/>
            <p:nvPr/>
          </p:nvSpPr>
          <p:spPr>
            <a:xfrm>
              <a:off x="4384484" y="6103784"/>
              <a:ext cx="423150" cy="6420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</a:rPr>
                <a:t>z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2F9D3FB-812E-D905-33EA-66F2A3FB9D08}"/>
                </a:ext>
              </a:extLst>
            </p:cNvPr>
            <p:cNvCxnSpPr>
              <a:stCxn id="19" idx="3"/>
              <a:endCxn id="30" idx="1"/>
            </p:cNvCxnSpPr>
            <p:nvPr/>
          </p:nvCxnSpPr>
          <p:spPr>
            <a:xfrm flipV="1">
              <a:off x="3205406" y="6424810"/>
              <a:ext cx="377964" cy="352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7CE0A069-E890-A1F5-4E76-BD1C81857230}"/>
                </a:ext>
              </a:extLst>
            </p:cNvPr>
            <p:cNvCxnSpPr>
              <a:cxnSpLocks/>
              <a:stCxn id="30" idx="3"/>
              <a:endCxn id="31" idx="1"/>
            </p:cNvCxnSpPr>
            <p:nvPr/>
          </p:nvCxnSpPr>
          <p:spPr>
            <a:xfrm>
              <a:off x="4006520" y="6424810"/>
              <a:ext cx="377964" cy="0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4B60702F-6DAA-2EF6-98D3-D5A98C55DDA8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4807634" y="6424810"/>
              <a:ext cx="402364" cy="0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2A6FA738-20CE-36ED-DA01-9D7BEC0E35D8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2335427" y="6425162"/>
              <a:ext cx="446829" cy="0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68142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5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8" grpId="1" animBg="1"/>
      <p:bldP spid="29" grpId="0" animBg="1"/>
      <p:bldP spid="29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5DAF-69CC-F246-EDB8-11149680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A6E4934-EF08-1F34-AB38-E656E75AE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4809A4-F922-49D5-6CD3-828F7172CB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Missing-Reset Problem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6C8D24-CAF3-3BC6-4EC4-88976D5B38E6}"/>
              </a:ext>
            </a:extLst>
          </p:cNvPr>
          <p:cNvSpPr txBox="1"/>
          <p:nvPr/>
        </p:nvSpPr>
        <p:spPr>
          <a:xfrm>
            <a:off x="730959" y="1345174"/>
            <a:ext cx="10835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Definition</a:t>
            </a:r>
            <a:r>
              <a:rPr lang="en-US" altLang="zh-CN" sz="2800" dirty="0"/>
              <a:t>: A register has the </a:t>
            </a:r>
            <a:r>
              <a:rPr lang="en-US" altLang="zh-CN" sz="2800" dirty="0">
                <a:solidFill>
                  <a:schemeClr val="accent1"/>
                </a:solidFill>
              </a:rPr>
              <a:t>missing-reset problem </a:t>
            </a:r>
            <a:r>
              <a:rPr lang="en-US" altLang="zh-CN" sz="2800" dirty="0"/>
              <a:t>if its </a:t>
            </a:r>
            <a:r>
              <a:rPr lang="en-US" altLang="zh-CN" sz="2800" dirty="0">
                <a:solidFill>
                  <a:srgbClr val="C10000"/>
                </a:solidFill>
              </a:rPr>
              <a:t>undefined</a:t>
            </a:r>
            <a:r>
              <a:rPr lang="en-US" altLang="zh-CN" sz="2800" dirty="0"/>
              <a:t> value is </a:t>
            </a:r>
            <a:r>
              <a:rPr lang="en-US" altLang="zh-CN" sz="2800" dirty="0">
                <a:solidFill>
                  <a:schemeClr val="accent2"/>
                </a:solidFill>
              </a:rPr>
              <a:t>infinitely-often</a:t>
            </a:r>
            <a:r>
              <a:rPr lang="en-US" altLang="zh-CN" sz="2800" dirty="0"/>
              <a:t> used after reset</a:t>
            </a:r>
            <a:endParaRPr lang="zh-CN" altLang="en-US" sz="28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19CB320-2C99-20C4-C657-561D705D7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804479"/>
              </p:ext>
            </p:extLst>
          </p:nvPr>
        </p:nvGraphicFramePr>
        <p:xfrm>
          <a:off x="5780305" y="2769749"/>
          <a:ext cx="5122375" cy="32004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87600">
                  <a:extLst>
                    <a:ext uri="{9D8B030D-6E8A-4147-A177-3AD203B41FA5}">
                      <a16:colId xmlns:a16="http://schemas.microsoft.com/office/drawing/2014/main" val="1146477455"/>
                    </a:ext>
                  </a:extLst>
                </a:gridCol>
                <a:gridCol w="1255326">
                  <a:extLst>
                    <a:ext uri="{9D8B030D-6E8A-4147-A177-3AD203B41FA5}">
                      <a16:colId xmlns:a16="http://schemas.microsoft.com/office/drawing/2014/main" val="1216591241"/>
                    </a:ext>
                  </a:extLst>
                </a:gridCol>
                <a:gridCol w="733980">
                  <a:extLst>
                    <a:ext uri="{9D8B030D-6E8A-4147-A177-3AD203B41FA5}">
                      <a16:colId xmlns:a16="http://schemas.microsoft.com/office/drawing/2014/main" val="921773336"/>
                    </a:ext>
                  </a:extLst>
                </a:gridCol>
                <a:gridCol w="1151107">
                  <a:extLst>
                    <a:ext uri="{9D8B030D-6E8A-4147-A177-3AD203B41FA5}">
                      <a16:colId xmlns:a16="http://schemas.microsoft.com/office/drawing/2014/main" val="611012785"/>
                    </a:ext>
                  </a:extLst>
                </a:gridCol>
                <a:gridCol w="1094362">
                  <a:extLst>
                    <a:ext uri="{9D8B030D-6E8A-4147-A177-3AD203B41FA5}">
                      <a16:colId xmlns:a16="http://schemas.microsoft.com/office/drawing/2014/main" val="4163006391"/>
                    </a:ext>
                  </a:extLst>
                </a:gridCol>
              </a:tblGrid>
              <a:tr h="44028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Cycle</a:t>
                      </a:r>
                      <a:endParaRPr lang="zh-CN" altLang="en-US" sz="2400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Input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State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260783"/>
                  </a:ext>
                </a:extLst>
              </a:tr>
              <a:tr h="44028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reset</a:t>
                      </a:r>
                      <a:endParaRPr lang="zh-CN" altLang="en-US" sz="2400" b="0" i="0" u="none" strike="noStrike" kern="1200" baseline="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</a:t>
                      </a:r>
                      <a:endParaRPr lang="zh-CN" altLang="en-US" sz="2400" b="0" i="0" u="none" strike="noStrike" kern="12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rgbClr val="7030A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</a:t>
                      </a:r>
                      <a:endParaRPr lang="zh-CN" altLang="en-US" sz="2400" b="0" i="0" u="none" strike="noStrike" kern="1200" baseline="0" dirty="0">
                        <a:solidFill>
                          <a:srgbClr val="7030A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b="0" i="0" u="none" strike="noStrike" kern="1200" baseline="0" dirty="0">
                          <a:solidFill>
                            <a:srgbClr val="7030A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</a:t>
                      </a:r>
                      <a:endParaRPr lang="zh-CN" altLang="en-US" sz="2400" b="0" i="0" u="none" strike="noStrike" kern="1200" baseline="0" dirty="0">
                        <a:solidFill>
                          <a:srgbClr val="7030A1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84821"/>
                  </a:ext>
                </a:extLst>
              </a:tr>
              <a:tr h="4464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solidFill>
                            <a:srgbClr val="C10000"/>
                          </a:solidFill>
                        </a:rPr>
                        <a:t>undef</a:t>
                      </a:r>
                      <a:endParaRPr lang="zh-CN" altLang="en-US" sz="2400" dirty="0">
                        <a:solidFill>
                          <a:srgbClr val="C1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solidFill>
                            <a:srgbClr val="C10000"/>
                          </a:solidFill>
                        </a:rPr>
                        <a:t>undef</a:t>
                      </a:r>
                      <a:endParaRPr lang="zh-CN" altLang="en-US" sz="2400" dirty="0">
                        <a:solidFill>
                          <a:srgbClr val="C1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69381673"/>
                  </a:ext>
                </a:extLst>
              </a:tr>
              <a:tr h="4402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73792143"/>
                  </a:ext>
                </a:extLst>
              </a:tr>
              <a:tr h="4402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23138584"/>
                  </a:ext>
                </a:extLst>
              </a:tr>
              <a:tr h="4402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90775141"/>
                  </a:ext>
                </a:extLst>
              </a:tr>
              <a:tr h="4402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...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...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470991"/>
                  </a:ext>
                </a:extLst>
              </a:tr>
            </a:tbl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EF12949B-E2C0-A9EF-6601-B15F42EE4895}"/>
              </a:ext>
            </a:extLst>
          </p:cNvPr>
          <p:cNvGrpSpPr/>
          <p:nvPr/>
        </p:nvGrpSpPr>
        <p:grpSpPr>
          <a:xfrm>
            <a:off x="730959" y="2769749"/>
            <a:ext cx="4525745" cy="3041784"/>
            <a:chOff x="698831" y="3052762"/>
            <a:chExt cx="4525745" cy="304178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BA199B16-9DCB-4061-7D75-BC3A5B69CC67}"/>
                </a:ext>
              </a:extLst>
            </p:cNvPr>
            <p:cNvSpPr/>
            <p:nvPr/>
          </p:nvSpPr>
          <p:spPr>
            <a:xfrm>
              <a:off x="698831" y="3052762"/>
              <a:ext cx="4525745" cy="3041784"/>
            </a:xfrm>
            <a:prstGeom prst="roundRect">
              <a:avLst>
                <a:gd name="adj" fmla="val 494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08000" rIns="108000" bIns="108000" rtlCol="0" anchor="t" anchorCtr="0"/>
            <a:lstStyle/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always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@(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posedge</a:t>
              </a:r>
              <a:r>
                <a:rPr lang="en-US" altLang="zh-CN" sz="2400" dirty="0">
                  <a:solidFill>
                    <a:srgbClr val="4472C5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clock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reset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  x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 1;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else begin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x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y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  y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x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? in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: 0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end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76C4615-BA10-01B5-9759-6BD1400BF62D}"/>
                </a:ext>
              </a:extLst>
            </p:cNvPr>
            <p:cNvSpPr txBox="1"/>
            <p:nvPr/>
          </p:nvSpPr>
          <p:spPr>
            <a:xfrm>
              <a:off x="753788" y="3180735"/>
              <a:ext cx="332058" cy="2913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12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3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4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5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6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7</a:t>
              </a:r>
            </a:p>
          </p:txBody>
        </p:sp>
      </p:grpSp>
      <p:sp>
        <p:nvSpPr>
          <p:cNvPr id="13" name="乘号 12">
            <a:extLst>
              <a:ext uri="{FF2B5EF4-FFF2-40B4-BE49-F238E27FC236}">
                <a16:creationId xmlns:a16="http://schemas.microsoft.com/office/drawing/2014/main" id="{9DEBAEE5-F496-5EDE-9297-94A69596B803}"/>
              </a:ext>
            </a:extLst>
          </p:cNvPr>
          <p:cNvSpPr/>
          <p:nvPr/>
        </p:nvSpPr>
        <p:spPr>
          <a:xfrm>
            <a:off x="10817714" y="5304650"/>
            <a:ext cx="748473" cy="747712"/>
          </a:xfrm>
          <a:prstGeom prst="mathMultiply">
            <a:avLst/>
          </a:prstGeom>
          <a:solidFill>
            <a:srgbClr val="C1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F95907-F043-9E7D-9AFA-FA4F76B89FF7}"/>
              </a:ext>
            </a:extLst>
          </p:cNvPr>
          <p:cNvSpPr txBox="1"/>
          <p:nvPr/>
        </p:nvSpPr>
        <p:spPr>
          <a:xfrm>
            <a:off x="8651128" y="4123794"/>
            <a:ext cx="1157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BD68C7-A0E3-3ED0-4EC2-C11E81DE9FC8}"/>
              </a:ext>
            </a:extLst>
          </p:cNvPr>
          <p:cNvSpPr txBox="1"/>
          <p:nvPr/>
        </p:nvSpPr>
        <p:spPr>
          <a:xfrm>
            <a:off x="9808463" y="4123794"/>
            <a:ext cx="1100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solidFill>
                  <a:srgbClr val="C10000"/>
                </a:solidFill>
              </a:rPr>
              <a:t>undef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30837D-575D-EB05-4658-5DF93183DCE0}"/>
              </a:ext>
            </a:extLst>
          </p:cNvPr>
          <p:cNvSpPr txBox="1"/>
          <p:nvPr/>
        </p:nvSpPr>
        <p:spPr>
          <a:xfrm>
            <a:off x="8651128" y="4585306"/>
            <a:ext cx="1157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solidFill>
                  <a:srgbClr val="C10000"/>
                </a:solidFill>
              </a:rPr>
              <a:t>undef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CF0A30-3980-9051-1D0F-D6A762D5487B}"/>
              </a:ext>
            </a:extLst>
          </p:cNvPr>
          <p:cNvSpPr txBox="1"/>
          <p:nvPr/>
        </p:nvSpPr>
        <p:spPr>
          <a:xfrm>
            <a:off x="9808463" y="4585306"/>
            <a:ext cx="1100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C130D6-753B-E6B8-D042-2F0F059ED1D4}"/>
              </a:ext>
            </a:extLst>
          </p:cNvPr>
          <p:cNvSpPr txBox="1"/>
          <p:nvPr/>
        </p:nvSpPr>
        <p:spPr>
          <a:xfrm>
            <a:off x="8651128" y="5046971"/>
            <a:ext cx="1157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C45E75-4766-84A6-3198-1F074D268260}"/>
              </a:ext>
            </a:extLst>
          </p:cNvPr>
          <p:cNvSpPr txBox="1"/>
          <p:nvPr/>
        </p:nvSpPr>
        <p:spPr>
          <a:xfrm>
            <a:off x="9808463" y="5046971"/>
            <a:ext cx="1100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solidFill>
                  <a:srgbClr val="C10000"/>
                </a:solidFill>
              </a:rPr>
              <a:t>undef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BA6EB3-9A7D-ADCA-A830-FFA6CC71C8CD}"/>
              </a:ext>
            </a:extLst>
          </p:cNvPr>
          <p:cNvSpPr txBox="1"/>
          <p:nvPr/>
        </p:nvSpPr>
        <p:spPr>
          <a:xfrm>
            <a:off x="8651128" y="5508408"/>
            <a:ext cx="1157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solidFill>
                  <a:srgbClr val="C10000"/>
                </a:solidFill>
              </a:rPr>
              <a:t>undef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2EB44A-B7A2-BA37-2419-D9654441F7FD}"/>
              </a:ext>
            </a:extLst>
          </p:cNvPr>
          <p:cNvSpPr txBox="1"/>
          <p:nvPr/>
        </p:nvSpPr>
        <p:spPr>
          <a:xfrm>
            <a:off x="9808463" y="5508408"/>
            <a:ext cx="1100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2FC88AB8-DDF6-5D5E-FB28-242CE1D40BBB}"/>
              </a:ext>
            </a:extLst>
          </p:cNvPr>
          <p:cNvSpPr/>
          <p:nvPr/>
        </p:nvSpPr>
        <p:spPr>
          <a:xfrm>
            <a:off x="5351566" y="3723744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B35E6303-F726-11C3-4583-C67D5507F6AD}"/>
              </a:ext>
            </a:extLst>
          </p:cNvPr>
          <p:cNvSpPr/>
          <p:nvPr/>
        </p:nvSpPr>
        <p:spPr>
          <a:xfrm>
            <a:off x="201771" y="3744753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88CF194E-C0F5-78FB-A5DB-D9114F283D9C}"/>
              </a:ext>
            </a:extLst>
          </p:cNvPr>
          <p:cNvSpPr/>
          <p:nvPr/>
        </p:nvSpPr>
        <p:spPr>
          <a:xfrm>
            <a:off x="5351566" y="4194212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B25CD68F-DD56-C190-9AE6-CB056C289BD6}"/>
              </a:ext>
            </a:extLst>
          </p:cNvPr>
          <p:cNvSpPr/>
          <p:nvPr/>
        </p:nvSpPr>
        <p:spPr>
          <a:xfrm>
            <a:off x="5351566" y="4664680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4E7B7043-7289-EB4C-E817-3DE48B4A815F}"/>
              </a:ext>
            </a:extLst>
          </p:cNvPr>
          <p:cNvSpPr/>
          <p:nvPr/>
        </p:nvSpPr>
        <p:spPr>
          <a:xfrm>
            <a:off x="5350831" y="5104625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40D4FB75-85BF-2A85-D58F-9EBEBA8F8B1F}"/>
              </a:ext>
            </a:extLst>
          </p:cNvPr>
          <p:cNvSpPr/>
          <p:nvPr/>
        </p:nvSpPr>
        <p:spPr>
          <a:xfrm>
            <a:off x="201770" y="4567029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9D30B9D2-6ADF-142C-2EFF-5ED23EEABE87}"/>
              </a:ext>
            </a:extLst>
          </p:cNvPr>
          <p:cNvSpPr/>
          <p:nvPr/>
        </p:nvSpPr>
        <p:spPr>
          <a:xfrm>
            <a:off x="201770" y="4989256"/>
            <a:ext cx="628903" cy="400050"/>
          </a:xfrm>
          <a:prstGeom prst="rightArrow">
            <a:avLst>
              <a:gd name="adj1" fmla="val 50000"/>
              <a:gd name="adj2" fmla="val 72857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2759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/>
      <p:bldP spid="5" grpId="0"/>
      <p:bldP spid="7" grpId="0"/>
      <p:bldP spid="12" grpId="0"/>
      <p:bldP spid="14" grpId="0"/>
      <p:bldP spid="15" grpId="0"/>
      <p:bldP spid="16" grpId="0"/>
      <p:bldP spid="17" grpId="0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10F1C-9EB2-C9BE-F2C7-95D51BF6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976813C-DA75-51A3-0139-C6AD9BD3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03F07F-C303-EF3D-A3B2-E7A3C54318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Missing-Reset vs. Use-Before-Initialization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1B702F-D89D-D86F-BFD3-881AB69446A6}"/>
              </a:ext>
            </a:extLst>
          </p:cNvPr>
          <p:cNvSpPr txBox="1"/>
          <p:nvPr/>
        </p:nvSpPr>
        <p:spPr>
          <a:xfrm>
            <a:off x="684138" y="1558615"/>
            <a:ext cx="11317147" cy="1358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zh-CN" sz="2800" b="0" i="0" u="none" strike="noStrike" baseline="0" dirty="0">
                <a:latin typeface="LinLibertineTI"/>
              </a:rPr>
              <a:t>Seem similar, but: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LinLibertineT"/>
              </a:rPr>
              <a:t>UBI</a:t>
            </a:r>
            <a:r>
              <a:rPr lang="en-US" altLang="zh-CN" sz="2400" dirty="0">
                <a:latin typeface="LinLibertineT"/>
              </a:rPr>
              <a:t>: a </a:t>
            </a:r>
            <a:r>
              <a:rPr lang="en-US" altLang="zh-CN" sz="2400" dirty="0">
                <a:solidFill>
                  <a:srgbClr val="7030A0"/>
                </a:solidFill>
                <a:latin typeface="LinLibertineT"/>
              </a:rPr>
              <a:t>variable</a:t>
            </a:r>
            <a:r>
              <a:rPr lang="en-US" altLang="zh-CN" sz="2400" dirty="0">
                <a:latin typeface="LinLibertineT"/>
              </a:rPr>
              <a:t> whose undefined value is </a:t>
            </a:r>
            <a:r>
              <a:rPr lang="en-US" altLang="zh-CN" sz="2400" dirty="0">
                <a:solidFill>
                  <a:schemeClr val="accent2"/>
                </a:solidFill>
                <a:latin typeface="LinLibertineTI"/>
              </a:rPr>
              <a:t>once </a:t>
            </a:r>
            <a:r>
              <a:rPr lang="en-US" altLang="zh-CN" sz="2400" dirty="0">
                <a:latin typeface="LinLibertineT"/>
              </a:rPr>
              <a:t>used</a:t>
            </a:r>
            <a:r>
              <a:rPr lang="en-US" altLang="zh-CN" sz="2400" dirty="0">
                <a:solidFill>
                  <a:schemeClr val="accent2"/>
                </a:solidFill>
                <a:latin typeface="LinLibertineT"/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  <a:latin typeface="LinLibertineT"/>
              </a:rPr>
              <a:t>in </a:t>
            </a:r>
            <a:r>
              <a:rPr lang="en-US" altLang="zh-CN" sz="2400" dirty="0">
                <a:solidFill>
                  <a:schemeClr val="accent6"/>
                </a:solidFill>
                <a:latin typeface="LinLibertineTI"/>
              </a:rPr>
              <a:t>any possible </a:t>
            </a:r>
            <a:r>
              <a:rPr lang="en-US" altLang="zh-CN" sz="2400" dirty="0">
                <a:solidFill>
                  <a:schemeClr val="accent6"/>
                </a:solidFill>
                <a:latin typeface="LinLibertineT"/>
              </a:rPr>
              <a:t>software execution</a:t>
            </a:r>
            <a:endParaRPr lang="en-US" altLang="zh-CN" sz="2400" b="0" i="0" u="none" strike="noStrike" baseline="0" dirty="0">
              <a:latin typeface="LinLibertineTI"/>
            </a:endParaRPr>
          </a:p>
          <a:p>
            <a:pPr algn="l">
              <a:lnSpc>
                <a:spcPct val="110000"/>
              </a:lnSpc>
            </a:pPr>
            <a:r>
              <a:rPr lang="en-US" altLang="zh-CN" sz="2400" b="1" dirty="0">
                <a:latin typeface="LinLibertineT"/>
              </a:rPr>
              <a:t>M</a:t>
            </a:r>
            <a:r>
              <a:rPr lang="en-US" altLang="zh-CN" sz="2400" b="1" i="0" u="none" strike="noStrike" baseline="0" dirty="0">
                <a:latin typeface="LinLibertineT"/>
              </a:rPr>
              <a:t>issing-Reset</a:t>
            </a:r>
            <a:r>
              <a:rPr lang="en-US" altLang="zh-CN" sz="2400" b="0" i="0" u="none" strike="noStrike" baseline="0" dirty="0">
                <a:latin typeface="LinLibertineT"/>
              </a:rPr>
              <a:t>: a </a:t>
            </a:r>
            <a:r>
              <a:rPr lang="en-US" altLang="zh-CN" sz="2400" b="0" i="0" u="none" strike="noStrike" baseline="0" dirty="0">
                <a:solidFill>
                  <a:srgbClr val="7030A0"/>
                </a:solidFill>
                <a:latin typeface="LinLibertineT"/>
              </a:rPr>
              <a:t>register</a:t>
            </a:r>
            <a:r>
              <a:rPr lang="en-US" altLang="zh-CN" sz="2400" b="0" i="0" u="none" strike="noStrike" baseline="0" dirty="0">
                <a:latin typeface="LinLibertineT"/>
              </a:rPr>
              <a:t> whose undefined value is </a:t>
            </a:r>
            <a:r>
              <a:rPr lang="en-US" altLang="zh-CN" sz="2400" b="0" i="0" u="none" strike="noStrike" baseline="0" dirty="0">
                <a:solidFill>
                  <a:schemeClr val="accent2"/>
                </a:solidFill>
                <a:latin typeface="LinLibertineTI"/>
              </a:rPr>
              <a:t>infinitely often </a:t>
            </a:r>
            <a:r>
              <a:rPr lang="en-US" altLang="zh-CN" sz="2400" b="0" i="0" u="none" strike="noStrike" baseline="0" dirty="0">
                <a:latin typeface="LinLibertineT"/>
              </a:rPr>
              <a:t>used </a:t>
            </a:r>
            <a:r>
              <a:rPr lang="en-US" altLang="zh-CN" sz="2400" b="0" i="0" u="none" strike="noStrike" baseline="0" dirty="0">
                <a:solidFill>
                  <a:schemeClr val="accent6"/>
                </a:solidFill>
                <a:latin typeface="LinLibertineT"/>
              </a:rPr>
              <a:t>after reset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08AC49-8FB6-32A6-6540-A817151DC5F8}"/>
              </a:ext>
            </a:extLst>
          </p:cNvPr>
          <p:cNvSpPr txBox="1"/>
          <p:nvPr/>
        </p:nvSpPr>
        <p:spPr>
          <a:xfrm>
            <a:off x="960886" y="3501958"/>
            <a:ext cx="10270228" cy="977630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08000" tIns="0" rIns="0" bIns="0" rtlCol="0" anchor="ctr" anchorCtr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defRPr>
            </a:lvl1pPr>
            <a:lvl2pPr marL="72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8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44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0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Naturally, addressing the missing-reset problem needs some </a:t>
            </a:r>
            <a:r>
              <a:rPr lang="en-US" altLang="zh-CN" sz="2400" dirty="0">
                <a:solidFill>
                  <a:schemeClr val="accent1"/>
                </a:solidFill>
                <a:latin typeface="+mn-lt"/>
              </a:rPr>
              <a:t>hardware-specific insights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, rather than simply copying approaches designed for UBI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827571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5316-881E-BF7C-39CA-2869A9F7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B89E431-4359-2F29-C57A-30273D67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D15C1F-3FEA-A281-F11F-27FAD4FD16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Insight of Our Missing-Reset Analysis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E0723A-40CA-ACBE-8AD4-6054FCE184D0}"/>
              </a:ext>
            </a:extLst>
          </p:cNvPr>
          <p:cNvSpPr txBox="1"/>
          <p:nvPr/>
        </p:nvSpPr>
        <p:spPr>
          <a:xfrm>
            <a:off x="766823" y="1482455"/>
            <a:ext cx="113171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Our Insight</a:t>
            </a:r>
            <a:r>
              <a:rPr lang="en-US" altLang="zh-CN" sz="2400" dirty="0"/>
              <a:t>: only non-reset registers involved in </a:t>
            </a:r>
            <a:r>
              <a:rPr lang="en-US" altLang="zh-CN" sz="2400" dirty="0">
                <a:solidFill>
                  <a:schemeClr val="accent1"/>
                </a:solidFill>
              </a:rPr>
              <a:t>circular dependencies </a:t>
            </a:r>
            <a:r>
              <a:rPr lang="en-US" altLang="zh-CN" sz="2400" dirty="0"/>
              <a:t>can have missing-reset problems.</a:t>
            </a:r>
            <a:endParaRPr lang="zh-CN" altLang="en-US" sz="36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7787CBF-95AF-CFE4-04CE-AB19F3FD9DBC}"/>
              </a:ext>
            </a:extLst>
          </p:cNvPr>
          <p:cNvGrpSpPr/>
          <p:nvPr/>
        </p:nvGrpSpPr>
        <p:grpSpPr>
          <a:xfrm>
            <a:off x="766823" y="2578247"/>
            <a:ext cx="4525745" cy="3041784"/>
            <a:chOff x="698831" y="3052762"/>
            <a:chExt cx="4525745" cy="3041784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3D13B1A-44C9-5177-3564-E0F4F5F2060F}"/>
                </a:ext>
              </a:extLst>
            </p:cNvPr>
            <p:cNvSpPr/>
            <p:nvPr/>
          </p:nvSpPr>
          <p:spPr>
            <a:xfrm>
              <a:off x="698831" y="3052762"/>
              <a:ext cx="4525745" cy="3041784"/>
            </a:xfrm>
            <a:prstGeom prst="roundRect">
              <a:avLst>
                <a:gd name="adj" fmla="val 494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08000" rIns="108000" bIns="108000" rtlCol="0" anchor="t" anchorCtr="0"/>
            <a:lstStyle/>
            <a:p>
              <a:pPr>
                <a:lnSpc>
                  <a:spcPct val="110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always</a:t>
              </a:r>
              <a:r>
                <a:rPr lang="en-US" altLang="zh-CN" sz="2400" dirty="0">
                  <a:solidFill>
                    <a:srgbClr val="0070C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@(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posedge</a:t>
              </a:r>
              <a:r>
                <a:rPr lang="en-US" altLang="zh-CN" sz="2400" dirty="0">
                  <a:solidFill>
                    <a:srgbClr val="4472C5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clock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if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reset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  x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 1;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else begin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x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 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y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   y 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&lt;=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x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? in</a:t>
              </a:r>
              <a:r>
                <a:rPr lang="en-US" altLang="zh-CN" sz="2400" dirty="0">
                  <a:solidFill>
                    <a:srgbClr val="7030A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: 0</a:t>
              </a: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4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end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1447B0C-064E-AFD0-AAEC-6E5B4B1D9F52}"/>
                </a:ext>
              </a:extLst>
            </p:cNvPr>
            <p:cNvSpPr txBox="1"/>
            <p:nvPr/>
          </p:nvSpPr>
          <p:spPr>
            <a:xfrm>
              <a:off x="753788" y="3180735"/>
              <a:ext cx="332058" cy="2913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12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3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4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5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6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dirty="0">
                  <a:solidFill>
                    <a:schemeClr val="tx2"/>
                  </a:solidFill>
                  <a:latin typeface="Consolas" panose="020B0609020204030204" pitchFamily="49" charset="0"/>
                  <a:ea typeface="LINUX LIBERTINE T" panose="02000503000000000000" pitchFamily="2" charset="0"/>
                  <a:cs typeface="LINUX LIBERTINE T" panose="02000503000000000000" pitchFamily="2" charset="0"/>
                </a:rPr>
                <a:t>7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2C601FF8-2E1E-5F0F-1F05-1494C5B4A7B1}"/>
              </a:ext>
            </a:extLst>
          </p:cNvPr>
          <p:cNvSpPr txBox="1"/>
          <p:nvPr/>
        </p:nvSpPr>
        <p:spPr>
          <a:xfrm>
            <a:off x="3379298" y="5953043"/>
            <a:ext cx="5580897" cy="508067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08000" tIns="0" rIns="0" bIns="0" rtlCol="0" anchor="ctr" anchorCtr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defRPr>
            </a:lvl1pPr>
            <a:lvl2pPr marL="72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8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44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0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See our paper for details on the soundness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圆角矩形 202">
            <a:extLst>
              <a:ext uri="{FF2B5EF4-FFF2-40B4-BE49-F238E27FC236}">
                <a16:creationId xmlns:a16="http://schemas.microsoft.com/office/drawing/2014/main" id="{7C82744B-8028-5365-F7D5-580648E810DF}"/>
              </a:ext>
            </a:extLst>
          </p:cNvPr>
          <p:cNvSpPr/>
          <p:nvPr/>
        </p:nvSpPr>
        <p:spPr>
          <a:xfrm>
            <a:off x="7902399" y="2363217"/>
            <a:ext cx="1057796" cy="43006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ctr">
              <a:defRPr/>
            </a:pPr>
            <a:r>
              <a:rPr lang="en-US" altLang="zh-CN" sz="2400" dirty="0">
                <a:solidFill>
                  <a:schemeClr val="accent2"/>
                </a:solidFill>
                <a:latin typeface="Consolas" panose="020B0609020204030204" pitchFamily="49" charset="0"/>
              </a:rPr>
              <a:t>reset</a:t>
            </a:r>
          </a:p>
        </p:txBody>
      </p:sp>
      <p:sp>
        <p:nvSpPr>
          <p:cNvPr id="13" name="圆角矩形 210">
            <a:extLst>
              <a:ext uri="{FF2B5EF4-FFF2-40B4-BE49-F238E27FC236}">
                <a16:creationId xmlns:a16="http://schemas.microsoft.com/office/drawing/2014/main" id="{25E89EE3-2C3C-5A37-06F5-2BCEEBC1D9C6}"/>
              </a:ext>
            </a:extLst>
          </p:cNvPr>
          <p:cNvSpPr/>
          <p:nvPr/>
        </p:nvSpPr>
        <p:spPr>
          <a:xfrm>
            <a:off x="8125945" y="3042185"/>
            <a:ext cx="611232" cy="59541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/>
            </a:pPr>
            <a:r>
              <a:rPr lang="en-US" altLang="zh-CN" sz="2400" dirty="0">
                <a:solidFill>
                  <a:srgbClr val="7030A1"/>
                </a:solidFill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14" name="圆角矩形 218">
            <a:extLst>
              <a:ext uri="{FF2B5EF4-FFF2-40B4-BE49-F238E27FC236}">
                <a16:creationId xmlns:a16="http://schemas.microsoft.com/office/drawing/2014/main" id="{DB4E95EF-2E87-8BC4-5E9F-2449D9F95C72}"/>
              </a:ext>
            </a:extLst>
          </p:cNvPr>
          <p:cNvSpPr/>
          <p:nvPr/>
        </p:nvSpPr>
        <p:spPr>
          <a:xfrm>
            <a:off x="6491332" y="3809726"/>
            <a:ext cx="1007524" cy="43752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ctr">
              <a:defRPr/>
            </a:pPr>
            <a:r>
              <a:rPr lang="en-US" altLang="zh-CN" sz="2400" dirty="0">
                <a:solidFill>
                  <a:schemeClr val="accent6"/>
                </a:solidFill>
                <a:latin typeface="Consolas" panose="020B0609020204030204" pitchFamily="49" charset="0"/>
              </a:rPr>
              <a:t>clock</a:t>
            </a:r>
          </a:p>
        </p:txBody>
      </p:sp>
      <p:sp>
        <p:nvSpPr>
          <p:cNvPr id="15" name="圆角矩形 210">
            <a:extLst>
              <a:ext uri="{FF2B5EF4-FFF2-40B4-BE49-F238E27FC236}">
                <a16:creationId xmlns:a16="http://schemas.microsoft.com/office/drawing/2014/main" id="{A1DD633B-9DC6-C781-59AC-B4D73091BD02}"/>
              </a:ext>
            </a:extLst>
          </p:cNvPr>
          <p:cNvSpPr/>
          <p:nvPr/>
        </p:nvSpPr>
        <p:spPr>
          <a:xfrm>
            <a:off x="8125945" y="4483759"/>
            <a:ext cx="611232" cy="59541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/>
            </a:pPr>
            <a:r>
              <a:rPr lang="en-US" altLang="zh-CN" sz="2400" dirty="0">
                <a:solidFill>
                  <a:srgbClr val="7030A1"/>
                </a:solidFill>
                <a:latin typeface="Consolas" panose="020B0609020204030204" pitchFamily="49" charset="0"/>
              </a:rPr>
              <a:t>y</a:t>
            </a:r>
          </a:p>
        </p:txBody>
      </p:sp>
      <p:cxnSp>
        <p:nvCxnSpPr>
          <p:cNvPr id="16" name="直线箭头连接符 222">
            <a:extLst>
              <a:ext uri="{FF2B5EF4-FFF2-40B4-BE49-F238E27FC236}">
                <a16:creationId xmlns:a16="http://schemas.microsoft.com/office/drawing/2014/main" id="{B06315C1-046B-2945-5EDB-748DC2E731ED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H="1" flipV="1">
            <a:off x="8431297" y="2793277"/>
            <a:ext cx="264" cy="248908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223">
            <a:extLst>
              <a:ext uri="{FF2B5EF4-FFF2-40B4-BE49-F238E27FC236}">
                <a16:creationId xmlns:a16="http://schemas.microsoft.com/office/drawing/2014/main" id="{F5C34055-E09E-3227-9336-B75D8845ED3C}"/>
              </a:ext>
            </a:extLst>
          </p:cNvPr>
          <p:cNvCxnSpPr>
            <a:cxnSpLocks/>
          </p:cNvCxnSpPr>
          <p:nvPr/>
        </p:nvCxnSpPr>
        <p:spPr>
          <a:xfrm flipV="1">
            <a:off x="7863456" y="3339347"/>
            <a:ext cx="254345" cy="1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224">
            <a:extLst>
              <a:ext uri="{FF2B5EF4-FFF2-40B4-BE49-F238E27FC236}">
                <a16:creationId xmlns:a16="http://schemas.microsoft.com/office/drawing/2014/main" id="{E5C5A556-BB94-4ABA-E64E-78221B7772B1}"/>
              </a:ext>
            </a:extLst>
          </p:cNvPr>
          <p:cNvCxnSpPr>
            <a:cxnSpLocks/>
          </p:cNvCxnSpPr>
          <p:nvPr/>
        </p:nvCxnSpPr>
        <p:spPr>
          <a:xfrm flipV="1">
            <a:off x="7863456" y="4781468"/>
            <a:ext cx="261961" cy="1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226">
            <a:extLst>
              <a:ext uri="{FF2B5EF4-FFF2-40B4-BE49-F238E27FC236}">
                <a16:creationId xmlns:a16="http://schemas.microsoft.com/office/drawing/2014/main" id="{9CF9EFC0-4A19-718D-8C1C-978F30B82DF7}"/>
              </a:ext>
            </a:extLst>
          </p:cNvPr>
          <p:cNvSpPr/>
          <p:nvPr/>
        </p:nvSpPr>
        <p:spPr>
          <a:xfrm>
            <a:off x="9129843" y="4586925"/>
            <a:ext cx="467576" cy="41603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ctr">
              <a:defRPr/>
            </a:pP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</a:p>
        </p:txBody>
      </p:sp>
      <p:cxnSp>
        <p:nvCxnSpPr>
          <p:cNvPr id="20" name="直线箭头连接符 227">
            <a:extLst>
              <a:ext uri="{FF2B5EF4-FFF2-40B4-BE49-F238E27FC236}">
                <a16:creationId xmlns:a16="http://schemas.microsoft.com/office/drawing/2014/main" id="{DA02F62C-74B4-AABE-43F0-E0A4D6EE7827}"/>
              </a:ext>
            </a:extLst>
          </p:cNvPr>
          <p:cNvCxnSpPr>
            <a:cxnSpLocks/>
          </p:cNvCxnSpPr>
          <p:nvPr/>
        </p:nvCxnSpPr>
        <p:spPr>
          <a:xfrm rot="5400000" flipV="1">
            <a:off x="8932998" y="4585118"/>
            <a:ext cx="159" cy="392856"/>
          </a:xfrm>
          <a:prstGeom prst="straightConnector1">
            <a:avLst/>
          </a:prstGeom>
          <a:ln w="28575" cmpd="sng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28">
            <a:extLst>
              <a:ext uri="{FF2B5EF4-FFF2-40B4-BE49-F238E27FC236}">
                <a16:creationId xmlns:a16="http://schemas.microsoft.com/office/drawing/2014/main" id="{A4C425C0-185E-92F9-8571-B21480EE08DF}"/>
              </a:ext>
            </a:extLst>
          </p:cNvPr>
          <p:cNvCxnSpPr>
            <a:cxnSpLocks/>
          </p:cNvCxnSpPr>
          <p:nvPr/>
        </p:nvCxnSpPr>
        <p:spPr>
          <a:xfrm rot="5400000" flipH="1">
            <a:off x="7152192" y="4060680"/>
            <a:ext cx="1441573" cy="0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31">
            <a:extLst>
              <a:ext uri="{FF2B5EF4-FFF2-40B4-BE49-F238E27FC236}">
                <a16:creationId xmlns:a16="http://schemas.microsoft.com/office/drawing/2014/main" id="{9BDAC319-796B-6427-C4B4-11727889B84E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7498856" y="4028490"/>
            <a:ext cx="376543" cy="0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241">
            <a:extLst>
              <a:ext uri="{FF2B5EF4-FFF2-40B4-BE49-F238E27FC236}">
                <a16:creationId xmlns:a16="http://schemas.microsoft.com/office/drawing/2014/main" id="{FBBACE60-50CD-4D85-4211-16DD195DAF1A}"/>
              </a:ext>
            </a:extLst>
          </p:cNvPr>
          <p:cNvSpPr/>
          <p:nvPr/>
        </p:nvSpPr>
        <p:spPr>
          <a:xfrm>
            <a:off x="9131892" y="3131423"/>
            <a:ext cx="467576" cy="41603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ctr">
              <a:defRPr/>
            </a:pPr>
            <a:r>
              <a:rPr kumimoji="1" lang="en-US" altLang="zh-CN" sz="2400" dirty="0">
                <a:solidFill>
                  <a:schemeClr val="tx1"/>
                </a:solidFill>
                <a:latin typeface="Inconsolata" pitchFamily="49" charset="0"/>
                <a:ea typeface="等线" panose="02010600030101010101" pitchFamily="2" charset="-122"/>
                <a:cs typeface="LINUX BIOLINUM T" panose="02000503000000000000" pitchFamily="2" charset="0"/>
              </a:rPr>
              <a:t>1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Inconsolata" pitchFamily="49" charset="0"/>
              <a:ea typeface="等线" panose="02010600030101010101" pitchFamily="2" charset="-122"/>
              <a:cs typeface="LINUX BIOLINUM T" panose="02000503000000000000" pitchFamily="2" charset="0"/>
            </a:endParaRPr>
          </a:p>
        </p:txBody>
      </p:sp>
      <p:cxnSp>
        <p:nvCxnSpPr>
          <p:cNvPr id="24" name="直线箭头连接符 242">
            <a:extLst>
              <a:ext uri="{FF2B5EF4-FFF2-40B4-BE49-F238E27FC236}">
                <a16:creationId xmlns:a16="http://schemas.microsoft.com/office/drawing/2014/main" id="{FB6DE764-2201-B5B3-8318-A0F85BA13E1A}"/>
              </a:ext>
            </a:extLst>
          </p:cNvPr>
          <p:cNvCxnSpPr>
            <a:cxnSpLocks/>
            <a:stCxn id="13" idx="6"/>
            <a:endCxn id="23" idx="1"/>
          </p:cNvCxnSpPr>
          <p:nvPr/>
        </p:nvCxnSpPr>
        <p:spPr>
          <a:xfrm flipV="1">
            <a:off x="8737177" y="3339441"/>
            <a:ext cx="394715" cy="454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任意形状 245">
            <a:extLst>
              <a:ext uri="{FF2B5EF4-FFF2-40B4-BE49-F238E27FC236}">
                <a16:creationId xmlns:a16="http://schemas.microsoft.com/office/drawing/2014/main" id="{A132EB9A-9134-EB26-98F1-7795B8588951}"/>
              </a:ext>
            </a:extLst>
          </p:cNvPr>
          <p:cNvSpPr/>
          <p:nvPr/>
        </p:nvSpPr>
        <p:spPr>
          <a:xfrm rot="5400000">
            <a:off x="7733098" y="3972888"/>
            <a:ext cx="905742" cy="173885"/>
          </a:xfrm>
          <a:custGeom>
            <a:avLst/>
            <a:gdLst>
              <a:gd name="connsiteX0" fmla="*/ 0 w 501805"/>
              <a:gd name="connsiteY0" fmla="*/ 0 h 70632"/>
              <a:gd name="connsiteX1" fmla="*/ 256478 w 501805"/>
              <a:gd name="connsiteY1" fmla="*/ 70624 h 70632"/>
              <a:gd name="connsiteX2" fmla="*/ 501805 w 501805"/>
              <a:gd name="connsiteY2" fmla="*/ 3717 h 70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805" h="70632">
                <a:moveTo>
                  <a:pt x="0" y="0"/>
                </a:moveTo>
                <a:cubicBezTo>
                  <a:pt x="86422" y="35002"/>
                  <a:pt x="172844" y="70005"/>
                  <a:pt x="256478" y="70624"/>
                </a:cubicBezTo>
                <a:cubicBezTo>
                  <a:pt x="340112" y="71244"/>
                  <a:pt x="420958" y="37480"/>
                  <a:pt x="501805" y="3717"/>
                </a:cubicBezTo>
              </a:path>
            </a:pathLst>
          </a:custGeom>
          <a:ln w="28575" cmpd="sng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6000"/>
          </a:p>
        </p:txBody>
      </p:sp>
      <p:sp>
        <p:nvSpPr>
          <p:cNvPr id="26" name="任意形状 246">
            <a:extLst>
              <a:ext uri="{FF2B5EF4-FFF2-40B4-BE49-F238E27FC236}">
                <a16:creationId xmlns:a16="http://schemas.microsoft.com/office/drawing/2014/main" id="{D27651A3-AA48-D16F-3F67-88310C9A7A51}"/>
              </a:ext>
            </a:extLst>
          </p:cNvPr>
          <p:cNvSpPr/>
          <p:nvPr/>
        </p:nvSpPr>
        <p:spPr>
          <a:xfrm rot="16200000">
            <a:off x="8236124" y="3971657"/>
            <a:ext cx="905742" cy="173888"/>
          </a:xfrm>
          <a:custGeom>
            <a:avLst/>
            <a:gdLst>
              <a:gd name="connsiteX0" fmla="*/ 0 w 501805"/>
              <a:gd name="connsiteY0" fmla="*/ 0 h 70632"/>
              <a:gd name="connsiteX1" fmla="*/ 256478 w 501805"/>
              <a:gd name="connsiteY1" fmla="*/ 70624 h 70632"/>
              <a:gd name="connsiteX2" fmla="*/ 501805 w 501805"/>
              <a:gd name="connsiteY2" fmla="*/ 3717 h 70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805" h="70632">
                <a:moveTo>
                  <a:pt x="0" y="0"/>
                </a:moveTo>
                <a:cubicBezTo>
                  <a:pt x="86422" y="35002"/>
                  <a:pt x="172844" y="70005"/>
                  <a:pt x="256478" y="70624"/>
                </a:cubicBezTo>
                <a:cubicBezTo>
                  <a:pt x="340112" y="71244"/>
                  <a:pt x="420958" y="37480"/>
                  <a:pt x="501805" y="3717"/>
                </a:cubicBezTo>
              </a:path>
            </a:pathLst>
          </a:custGeom>
          <a:ln w="28575" cmpd="sng">
            <a:solidFill>
              <a:schemeClr val="accent4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6000" dirty="0"/>
          </a:p>
        </p:txBody>
      </p:sp>
      <p:sp>
        <p:nvSpPr>
          <p:cNvPr id="27" name="圆角矩形 298">
            <a:extLst>
              <a:ext uri="{FF2B5EF4-FFF2-40B4-BE49-F238E27FC236}">
                <a16:creationId xmlns:a16="http://schemas.microsoft.com/office/drawing/2014/main" id="{943D9BFD-4A0D-F395-9EE9-74C4D32ED398}"/>
              </a:ext>
            </a:extLst>
          </p:cNvPr>
          <p:cNvSpPr/>
          <p:nvPr/>
        </p:nvSpPr>
        <p:spPr>
          <a:xfrm>
            <a:off x="8193245" y="5337940"/>
            <a:ext cx="476105" cy="38748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ctr"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consolata" pitchFamily="49" charset="0"/>
                <a:ea typeface="等线" panose="02010600030101010101" pitchFamily="2" charset="-122"/>
                <a:cs typeface="LINUX BIOLINUM T" panose="02000503000000000000" pitchFamily="2" charset="0"/>
              </a:rPr>
              <a:t>0</a:t>
            </a:r>
          </a:p>
        </p:txBody>
      </p:sp>
      <p:cxnSp>
        <p:nvCxnSpPr>
          <p:cNvPr id="28" name="直线箭头连接符 110">
            <a:extLst>
              <a:ext uri="{FF2B5EF4-FFF2-40B4-BE49-F238E27FC236}">
                <a16:creationId xmlns:a16="http://schemas.microsoft.com/office/drawing/2014/main" id="{F0689DCE-DA17-A209-B453-3964AA52BBBB}"/>
              </a:ext>
            </a:extLst>
          </p:cNvPr>
          <p:cNvCxnSpPr>
            <a:cxnSpLocks/>
            <a:stCxn id="15" idx="4"/>
            <a:endCxn id="27" idx="0"/>
          </p:cNvCxnSpPr>
          <p:nvPr/>
        </p:nvCxnSpPr>
        <p:spPr>
          <a:xfrm flipH="1">
            <a:off x="8431298" y="5079178"/>
            <a:ext cx="263" cy="258762"/>
          </a:xfrm>
          <a:prstGeom prst="straightConnector1">
            <a:avLst/>
          </a:prstGeom>
          <a:ln w="28575" cmpd="sng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247">
            <a:extLst>
              <a:ext uri="{FF2B5EF4-FFF2-40B4-BE49-F238E27FC236}">
                <a16:creationId xmlns:a16="http://schemas.microsoft.com/office/drawing/2014/main" id="{2904393A-A4FF-0A4F-F438-F337A578A23B}"/>
              </a:ext>
            </a:extLst>
          </p:cNvPr>
          <p:cNvCxnSpPr>
            <a:cxnSpLocks/>
          </p:cNvCxnSpPr>
          <p:nvPr/>
        </p:nvCxnSpPr>
        <p:spPr>
          <a:xfrm>
            <a:off x="10260484" y="4276300"/>
            <a:ext cx="366739" cy="0"/>
          </a:xfrm>
          <a:prstGeom prst="straightConnector1">
            <a:avLst/>
          </a:prstGeom>
          <a:ln w="28575" cmpd="sng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52348FF3-5D2A-F868-6F76-4E8353970042}"/>
              </a:ext>
            </a:extLst>
          </p:cNvPr>
          <p:cNvSpPr txBox="1"/>
          <p:nvPr/>
        </p:nvSpPr>
        <p:spPr>
          <a:xfrm>
            <a:off x="10840964" y="4060662"/>
            <a:ext cx="977972" cy="431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ea typeface="LINUX LIBERTINE T" panose="02000503000000000000" pitchFamily="2" charset="0"/>
                <a:cs typeface="LINUX LIBERTINE T" panose="02000503000000000000" pitchFamily="2" charset="0"/>
              </a:rPr>
              <a:t>data</a:t>
            </a:r>
            <a:endParaRPr kumimoji="1" lang="zh-CN" altLang="en-US" dirty="0">
              <a:solidFill>
                <a:schemeClr val="accent5">
                  <a:lumMod val="75000"/>
                </a:schemeClr>
              </a:solidFill>
              <a:cs typeface="LINUX LIBERTINE T" panose="02000503000000000000" pitchFamily="2" charset="0"/>
            </a:endParaRPr>
          </a:p>
        </p:txBody>
      </p:sp>
      <p:cxnSp>
        <p:nvCxnSpPr>
          <p:cNvPr id="41" name="直线箭头连接符 249">
            <a:extLst>
              <a:ext uri="{FF2B5EF4-FFF2-40B4-BE49-F238E27FC236}">
                <a16:creationId xmlns:a16="http://schemas.microsoft.com/office/drawing/2014/main" id="{4FEAF103-B276-ED80-4C5D-D611EE665A27}"/>
              </a:ext>
            </a:extLst>
          </p:cNvPr>
          <p:cNvCxnSpPr>
            <a:cxnSpLocks/>
          </p:cNvCxnSpPr>
          <p:nvPr/>
        </p:nvCxnSpPr>
        <p:spPr>
          <a:xfrm>
            <a:off x="10260484" y="4684737"/>
            <a:ext cx="366739" cy="3516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01AF654-F390-C0A3-882E-79AD9D792059}"/>
              </a:ext>
            </a:extLst>
          </p:cNvPr>
          <p:cNvSpPr txBox="1"/>
          <p:nvPr/>
        </p:nvSpPr>
        <p:spPr>
          <a:xfrm>
            <a:off x="10840964" y="4477958"/>
            <a:ext cx="977972" cy="41707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kumimoji="1" lang="en-US" altLang="zh-CN" sz="2000" dirty="0">
                <a:solidFill>
                  <a:schemeClr val="accent4"/>
                </a:solidFill>
                <a:ea typeface="LINUX LIBERTINE T" panose="02000503000000000000" pitchFamily="2" charset="0"/>
                <a:cs typeface="LINUX LIBERTINE T" panose="02000503000000000000" pitchFamily="2" charset="0"/>
              </a:rPr>
              <a:t>control</a:t>
            </a:r>
            <a:endParaRPr kumimoji="1" lang="zh-CN" altLang="en-US" sz="2000" dirty="0">
              <a:solidFill>
                <a:schemeClr val="accent4"/>
              </a:solidFill>
              <a:cs typeface="LINUX LIBERTINE T" panose="02000503000000000000" pitchFamily="2" charset="0"/>
            </a:endParaRPr>
          </a:p>
        </p:txBody>
      </p:sp>
      <p:cxnSp>
        <p:nvCxnSpPr>
          <p:cNvPr id="43" name="直线箭头连接符 264">
            <a:extLst>
              <a:ext uri="{FF2B5EF4-FFF2-40B4-BE49-F238E27FC236}">
                <a16:creationId xmlns:a16="http://schemas.microsoft.com/office/drawing/2014/main" id="{8CC7647F-6FF2-F8C0-E455-6BE03A27D824}"/>
              </a:ext>
            </a:extLst>
          </p:cNvPr>
          <p:cNvCxnSpPr>
            <a:cxnSpLocks/>
          </p:cNvCxnSpPr>
          <p:nvPr/>
        </p:nvCxnSpPr>
        <p:spPr>
          <a:xfrm>
            <a:off x="10260484" y="3497072"/>
            <a:ext cx="366739" cy="0"/>
          </a:xfrm>
          <a:prstGeom prst="straightConnector1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7CA366E2-4C1E-0FB0-606B-CF3473F89D2C}"/>
              </a:ext>
            </a:extLst>
          </p:cNvPr>
          <p:cNvSpPr txBox="1"/>
          <p:nvPr/>
        </p:nvSpPr>
        <p:spPr>
          <a:xfrm>
            <a:off x="10840964" y="3281434"/>
            <a:ext cx="508390" cy="431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kumimoji="1" lang="en-US" altLang="zh-CN" sz="2000" dirty="0">
                <a:solidFill>
                  <a:schemeClr val="accent6"/>
                </a:solidFill>
                <a:ea typeface="LINUX LIBERTINE T" panose="02000503000000000000" pitchFamily="2" charset="0"/>
                <a:cs typeface="LINUX LIBERTINE T" panose="02000503000000000000" pitchFamily="2" charset="0"/>
              </a:rPr>
              <a:t>sync</a:t>
            </a:r>
            <a:endParaRPr kumimoji="1" lang="zh-CN" altLang="en-US" sz="2400" dirty="0">
              <a:solidFill>
                <a:schemeClr val="accent6"/>
              </a:solidFill>
              <a:cs typeface="LINUX LIBERTINE T" panose="02000503000000000000" pitchFamily="2" charset="0"/>
            </a:endParaRPr>
          </a:p>
        </p:txBody>
      </p:sp>
      <p:cxnSp>
        <p:nvCxnSpPr>
          <p:cNvPr id="45" name="直线箭头连接符 272">
            <a:extLst>
              <a:ext uri="{FF2B5EF4-FFF2-40B4-BE49-F238E27FC236}">
                <a16:creationId xmlns:a16="http://schemas.microsoft.com/office/drawing/2014/main" id="{BF89844B-2C57-8059-7DB0-7314D2FAA9F9}"/>
              </a:ext>
            </a:extLst>
          </p:cNvPr>
          <p:cNvCxnSpPr>
            <a:cxnSpLocks/>
          </p:cNvCxnSpPr>
          <p:nvPr/>
        </p:nvCxnSpPr>
        <p:spPr>
          <a:xfrm>
            <a:off x="10260484" y="3886686"/>
            <a:ext cx="366739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DF27556-7A0A-31DA-E6B9-2DBE98A07D22}"/>
              </a:ext>
            </a:extLst>
          </p:cNvPr>
          <p:cNvSpPr txBox="1"/>
          <p:nvPr/>
        </p:nvSpPr>
        <p:spPr>
          <a:xfrm>
            <a:off x="10840964" y="3671048"/>
            <a:ext cx="666208" cy="431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kumimoji="1" lang="en-US" altLang="zh-CN" sz="2000" dirty="0">
                <a:solidFill>
                  <a:schemeClr val="accent2"/>
                </a:solidFill>
                <a:ea typeface="LINUX LIBERTINE T" panose="02000503000000000000" pitchFamily="2" charset="0"/>
                <a:cs typeface="LINUX LIBERTINE T" panose="02000503000000000000" pitchFamily="2" charset="0"/>
              </a:rPr>
              <a:t>reset</a:t>
            </a:r>
            <a:endParaRPr kumimoji="1" lang="zh-CN" altLang="en-US" sz="2000" dirty="0">
              <a:solidFill>
                <a:schemeClr val="accent2"/>
              </a:solidFill>
              <a:cs typeface="LINUX LIBERTINE T" panose="02000503000000000000" pitchFamily="2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00E2B3A-C392-B5A6-0001-3511C08C3528}"/>
              </a:ext>
            </a:extLst>
          </p:cNvPr>
          <p:cNvSpPr/>
          <p:nvPr/>
        </p:nvSpPr>
        <p:spPr>
          <a:xfrm>
            <a:off x="10013560" y="2529090"/>
            <a:ext cx="1674620" cy="2493319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>
              <a:defRPr/>
            </a:pP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consolata" pitchFamily="49" charset="0"/>
              <a:ea typeface="等线" panose="02010600030101010101" pitchFamily="2" charset="-122"/>
              <a:cs typeface="LINUX BIOLINUM T" panose="02000503000000000000" pitchFamily="2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E4AE2C0-11A3-5471-E1F2-05823E4B04E5}"/>
              </a:ext>
            </a:extLst>
          </p:cNvPr>
          <p:cNvSpPr txBox="1"/>
          <p:nvPr/>
        </p:nvSpPr>
        <p:spPr>
          <a:xfrm>
            <a:off x="10089887" y="2559511"/>
            <a:ext cx="1522993" cy="69150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2000" b="1" dirty="0">
                <a:ea typeface="LINUX BIOLINUM T" panose="02000503000000000000" pitchFamily="2" charset="0"/>
                <a:cs typeface="LINUX BIOLINUM T" panose="02000503000000000000" pitchFamily="2" charset="0"/>
              </a:rPr>
              <a:t>Dependency</a:t>
            </a:r>
          </a:p>
          <a:p>
            <a:pPr algn="ctr"/>
            <a:r>
              <a:rPr kumimoji="1" lang="en-US" altLang="zh-CN" sz="2000" b="1" dirty="0">
                <a:ea typeface="LINUX BIOLINUM T" panose="02000503000000000000" pitchFamily="2" charset="0"/>
                <a:cs typeface="LINUX BIOLINUM T" panose="02000503000000000000" pitchFamily="2" charset="0"/>
              </a:rPr>
              <a:t>Edges</a:t>
            </a:r>
            <a:endParaRPr kumimoji="1" lang="zh-CN" altLang="en-US" sz="2000" dirty="0">
              <a:cs typeface="LINUX BIOLINUM T" panose="02000503000000000000" pitchFamily="2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FB3C8E5-2B41-AB70-C2A4-01EBE3143D11}"/>
              </a:ext>
            </a:extLst>
          </p:cNvPr>
          <p:cNvSpPr/>
          <p:nvPr/>
        </p:nvSpPr>
        <p:spPr>
          <a:xfrm>
            <a:off x="5539563" y="3725598"/>
            <a:ext cx="760529" cy="437527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EEC40F-20C7-EED1-5D2B-F2C91D1D7BC7}"/>
              </a:ext>
            </a:extLst>
          </p:cNvPr>
          <p:cNvSpPr txBox="1"/>
          <p:nvPr/>
        </p:nvSpPr>
        <p:spPr>
          <a:xfrm>
            <a:off x="5425143" y="3246997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Graph</a:t>
            </a:r>
            <a:endParaRPr lang="zh-CN" altLang="en-US" sz="24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4B2837C-DF6A-16FA-2D2E-FB49D97C2787}"/>
              </a:ext>
            </a:extLst>
          </p:cNvPr>
          <p:cNvCxnSpPr>
            <a:cxnSpLocks/>
          </p:cNvCxnSpPr>
          <p:nvPr/>
        </p:nvCxnSpPr>
        <p:spPr>
          <a:xfrm flipV="1">
            <a:off x="2155988" y="3131423"/>
            <a:ext cx="2224818" cy="1380049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A2099F0-280B-FCF8-5848-657A8C53CE24}"/>
              </a:ext>
            </a:extLst>
          </p:cNvPr>
          <p:cNvCxnSpPr>
            <a:cxnSpLocks/>
          </p:cNvCxnSpPr>
          <p:nvPr/>
        </p:nvCxnSpPr>
        <p:spPr>
          <a:xfrm flipV="1">
            <a:off x="2155460" y="3131423"/>
            <a:ext cx="2222926" cy="1871538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E263FAD1-D4CE-49F7-3661-DD213EEA1F25}"/>
              </a:ext>
            </a:extLst>
          </p:cNvPr>
          <p:cNvSpPr/>
          <p:nvPr/>
        </p:nvSpPr>
        <p:spPr>
          <a:xfrm>
            <a:off x="1616149" y="3131423"/>
            <a:ext cx="1658679" cy="755263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任意形状 245">
            <a:extLst>
              <a:ext uri="{FF2B5EF4-FFF2-40B4-BE49-F238E27FC236}">
                <a16:creationId xmlns:a16="http://schemas.microsoft.com/office/drawing/2014/main" id="{067E0706-E630-96A8-0009-37EF7E5F78C2}"/>
              </a:ext>
            </a:extLst>
          </p:cNvPr>
          <p:cNvSpPr/>
          <p:nvPr/>
        </p:nvSpPr>
        <p:spPr>
          <a:xfrm>
            <a:off x="2022885" y="4710548"/>
            <a:ext cx="842235" cy="141641"/>
          </a:xfrm>
          <a:custGeom>
            <a:avLst/>
            <a:gdLst>
              <a:gd name="connsiteX0" fmla="*/ 0 w 501805"/>
              <a:gd name="connsiteY0" fmla="*/ 0 h 70632"/>
              <a:gd name="connsiteX1" fmla="*/ 256478 w 501805"/>
              <a:gd name="connsiteY1" fmla="*/ 70624 h 70632"/>
              <a:gd name="connsiteX2" fmla="*/ 501805 w 501805"/>
              <a:gd name="connsiteY2" fmla="*/ 3717 h 70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805" h="70632">
                <a:moveTo>
                  <a:pt x="0" y="0"/>
                </a:moveTo>
                <a:cubicBezTo>
                  <a:pt x="86422" y="35002"/>
                  <a:pt x="172844" y="70005"/>
                  <a:pt x="256478" y="70624"/>
                </a:cubicBezTo>
                <a:cubicBezTo>
                  <a:pt x="340112" y="71244"/>
                  <a:pt x="420958" y="37480"/>
                  <a:pt x="501805" y="3717"/>
                </a:cubicBezTo>
              </a:path>
            </a:pathLst>
          </a:custGeom>
          <a:ln w="28575" cmpd="sng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6000"/>
          </a:p>
        </p:txBody>
      </p:sp>
      <p:sp>
        <p:nvSpPr>
          <p:cNvPr id="62" name="任意形状 245">
            <a:extLst>
              <a:ext uri="{FF2B5EF4-FFF2-40B4-BE49-F238E27FC236}">
                <a16:creationId xmlns:a16="http://schemas.microsoft.com/office/drawing/2014/main" id="{A38E9CE3-2AC8-0169-616E-8ACE17E1C306}"/>
              </a:ext>
            </a:extLst>
          </p:cNvPr>
          <p:cNvSpPr/>
          <p:nvPr/>
        </p:nvSpPr>
        <p:spPr>
          <a:xfrm>
            <a:off x="2037636" y="5079179"/>
            <a:ext cx="1577292" cy="202718"/>
          </a:xfrm>
          <a:custGeom>
            <a:avLst/>
            <a:gdLst>
              <a:gd name="connsiteX0" fmla="*/ 0 w 501805"/>
              <a:gd name="connsiteY0" fmla="*/ 0 h 70632"/>
              <a:gd name="connsiteX1" fmla="*/ 256478 w 501805"/>
              <a:gd name="connsiteY1" fmla="*/ 70624 h 70632"/>
              <a:gd name="connsiteX2" fmla="*/ 501805 w 501805"/>
              <a:gd name="connsiteY2" fmla="*/ 3717 h 70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805" h="70632">
                <a:moveTo>
                  <a:pt x="0" y="0"/>
                </a:moveTo>
                <a:cubicBezTo>
                  <a:pt x="86422" y="35002"/>
                  <a:pt x="172844" y="70005"/>
                  <a:pt x="256478" y="70624"/>
                </a:cubicBezTo>
                <a:cubicBezTo>
                  <a:pt x="340112" y="71244"/>
                  <a:pt x="420958" y="37480"/>
                  <a:pt x="501805" y="3717"/>
                </a:cubicBezTo>
              </a:path>
            </a:pathLst>
          </a:custGeom>
          <a:ln w="28575" cmpd="sng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6000"/>
          </a:p>
        </p:txBody>
      </p:sp>
      <p:sp>
        <p:nvSpPr>
          <p:cNvPr id="63" name="任意形状 245">
            <a:extLst>
              <a:ext uri="{FF2B5EF4-FFF2-40B4-BE49-F238E27FC236}">
                <a16:creationId xmlns:a16="http://schemas.microsoft.com/office/drawing/2014/main" id="{8EEA660D-A0CF-2CDE-B667-8E55C079E4BA}"/>
              </a:ext>
            </a:extLst>
          </p:cNvPr>
          <p:cNvSpPr/>
          <p:nvPr/>
        </p:nvSpPr>
        <p:spPr>
          <a:xfrm>
            <a:off x="2037636" y="5079178"/>
            <a:ext cx="2340750" cy="355119"/>
          </a:xfrm>
          <a:custGeom>
            <a:avLst/>
            <a:gdLst>
              <a:gd name="connsiteX0" fmla="*/ 0 w 501805"/>
              <a:gd name="connsiteY0" fmla="*/ 0 h 70632"/>
              <a:gd name="connsiteX1" fmla="*/ 256478 w 501805"/>
              <a:gd name="connsiteY1" fmla="*/ 70624 h 70632"/>
              <a:gd name="connsiteX2" fmla="*/ 501805 w 501805"/>
              <a:gd name="connsiteY2" fmla="*/ 3717 h 70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805" h="70632">
                <a:moveTo>
                  <a:pt x="0" y="0"/>
                </a:moveTo>
                <a:cubicBezTo>
                  <a:pt x="86422" y="35002"/>
                  <a:pt x="172844" y="70005"/>
                  <a:pt x="256478" y="70624"/>
                </a:cubicBezTo>
                <a:cubicBezTo>
                  <a:pt x="340112" y="71244"/>
                  <a:pt x="420958" y="37480"/>
                  <a:pt x="501805" y="3717"/>
                </a:cubicBezTo>
              </a:path>
            </a:pathLst>
          </a:custGeom>
          <a:ln w="28575" cmpd="sng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6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FF094C-8A2A-594A-2657-595CE5546DC2}"/>
              </a:ext>
            </a:extLst>
          </p:cNvPr>
          <p:cNvSpPr/>
          <p:nvPr/>
        </p:nvSpPr>
        <p:spPr>
          <a:xfrm rot="5400000">
            <a:off x="7855592" y="3653142"/>
            <a:ext cx="1134245" cy="86417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 dirty="0"/>
          </a:p>
        </p:txBody>
      </p:sp>
      <p:sp>
        <p:nvSpPr>
          <p:cNvPr id="64" name="任意形状 246">
            <a:extLst>
              <a:ext uri="{FF2B5EF4-FFF2-40B4-BE49-F238E27FC236}">
                <a16:creationId xmlns:a16="http://schemas.microsoft.com/office/drawing/2014/main" id="{85FB9D2A-86C0-FFB7-D108-B8179AA587DE}"/>
              </a:ext>
            </a:extLst>
          </p:cNvPr>
          <p:cNvSpPr/>
          <p:nvPr/>
        </p:nvSpPr>
        <p:spPr>
          <a:xfrm>
            <a:off x="2037636" y="5079176"/>
            <a:ext cx="842235" cy="173493"/>
          </a:xfrm>
          <a:custGeom>
            <a:avLst/>
            <a:gdLst>
              <a:gd name="connsiteX0" fmla="*/ 0 w 501805"/>
              <a:gd name="connsiteY0" fmla="*/ 0 h 70632"/>
              <a:gd name="connsiteX1" fmla="*/ 256478 w 501805"/>
              <a:gd name="connsiteY1" fmla="*/ 70624 h 70632"/>
              <a:gd name="connsiteX2" fmla="*/ 501805 w 501805"/>
              <a:gd name="connsiteY2" fmla="*/ 3717 h 70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805" h="70632">
                <a:moveTo>
                  <a:pt x="0" y="0"/>
                </a:moveTo>
                <a:cubicBezTo>
                  <a:pt x="86422" y="35002"/>
                  <a:pt x="172844" y="70005"/>
                  <a:pt x="256478" y="70624"/>
                </a:cubicBezTo>
                <a:cubicBezTo>
                  <a:pt x="340112" y="71244"/>
                  <a:pt x="420958" y="37480"/>
                  <a:pt x="501805" y="3717"/>
                </a:cubicBezTo>
              </a:path>
            </a:pathLst>
          </a:custGeom>
          <a:ln w="28575" cmpd="sng">
            <a:solidFill>
              <a:schemeClr val="accent4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66893134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3" grpId="0" animBg="1"/>
      <p:bldP spid="25" grpId="0" animBg="1"/>
      <p:bldP spid="26" grpId="0" animBg="1"/>
      <p:bldP spid="27" grpId="0" animBg="1"/>
      <p:bldP spid="40" grpId="0"/>
      <p:bldP spid="42" grpId="0"/>
      <p:bldP spid="44" grpId="0"/>
      <p:bldP spid="46" grpId="0"/>
      <p:bldP spid="47" grpId="0" animBg="1"/>
      <p:bldP spid="48" grpId="0"/>
      <p:bldP spid="5" grpId="0" animBg="1"/>
      <p:bldP spid="10" grpId="0"/>
      <p:bldP spid="54" grpId="0" animBg="1"/>
      <p:bldP spid="54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11" grpId="0" animBg="1"/>
      <p:bldP spid="64" grpId="0" animBg="1"/>
      <p:bldP spid="6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0494-FFF8-B6F1-05D5-356E0C35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73FB538-EDED-4C3D-E4C8-A64E1FCF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AAA702-5F94-6644-94D9-CC0AD22282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Challenges in Building Missing-Reset Analysis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30869A6-0BCF-BA68-F732-D627153FFEF1}"/>
              </a:ext>
            </a:extLst>
          </p:cNvPr>
          <p:cNvSpPr/>
          <p:nvPr/>
        </p:nvSpPr>
        <p:spPr>
          <a:xfrm>
            <a:off x="6951295" y="1230255"/>
            <a:ext cx="4222291" cy="5151261"/>
          </a:xfrm>
          <a:prstGeom prst="roundRect">
            <a:avLst>
              <a:gd name="adj" fmla="val 3590"/>
            </a:avLst>
          </a:prstGeom>
          <a:solidFill>
            <a:schemeClr val="bg1"/>
          </a:solidFill>
          <a:ln w="1905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09E170D-3017-AC1D-27D7-7FC9F0854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119" y="5796671"/>
            <a:ext cx="905256" cy="52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68542"/>
      </p:ext>
    </p:extLst>
  </p:cSld>
  <p:clrMapOvr>
    <a:masterClrMapping/>
  </p:clrMapOvr>
  <p:transition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DC81-98C8-73FE-B6EA-68D9757BE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DE540F9-5D7B-7942-AFC0-ED4603FC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B4A6DE-5652-AA3B-1E76-D4ADEB0C21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Challenges in Building Missing-Reset Analysis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BFEEAD-94E3-9A38-872C-C28B1F9D23A4}"/>
              </a:ext>
            </a:extLst>
          </p:cNvPr>
          <p:cNvSpPr txBox="1"/>
          <p:nvPr/>
        </p:nvSpPr>
        <p:spPr>
          <a:xfrm>
            <a:off x="766824" y="1482455"/>
            <a:ext cx="5924432" cy="3322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/>
              <a:t>Need to </a:t>
            </a:r>
            <a:r>
              <a:rPr lang="en-US" altLang="zh-CN" sz="2400" dirty="0">
                <a:solidFill>
                  <a:srgbClr val="298E95"/>
                </a:solidFill>
              </a:rPr>
              <a:t>understand</a:t>
            </a:r>
            <a:r>
              <a:rPr lang="en-US" altLang="zh-CN" sz="2400" dirty="0"/>
              <a:t> the </a:t>
            </a:r>
            <a:r>
              <a:rPr lang="en-US" altLang="zh-CN" sz="2400" dirty="0">
                <a:solidFill>
                  <a:srgbClr val="298E95"/>
                </a:solidFill>
              </a:rPr>
              <a:t>synthesis</a:t>
            </a:r>
            <a:r>
              <a:rPr lang="en-US" altLang="zh-CN" sz="2400" dirty="0"/>
              <a:t> process, i.e., how Verilog variables are mapped to </a:t>
            </a:r>
            <a:r>
              <a:rPr lang="en-US" altLang="zh-CN" sz="2400" dirty="0">
                <a:solidFill>
                  <a:srgbClr val="298E95"/>
                </a:solidFill>
              </a:rPr>
              <a:t>physical registers, clocks, and resets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invoking a synthesizer for such information requires </a:t>
            </a:r>
            <a:r>
              <a:rPr lang="en-US" altLang="zh-CN" sz="2400" dirty="0">
                <a:solidFill>
                  <a:schemeClr val="accent2"/>
                </a:solidFill>
              </a:rPr>
              <a:t>&gt; 1h </a:t>
            </a:r>
            <a:r>
              <a:rPr lang="en-US" altLang="zh-CN" sz="2400" dirty="0"/>
              <a:t>for a design of </a:t>
            </a:r>
            <a:r>
              <a:rPr lang="en-US" altLang="zh-CN" sz="2400" b="1" dirty="0"/>
              <a:t>1.8M LoC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Qihe provides such analyses finishing in </a:t>
            </a:r>
            <a:r>
              <a:rPr lang="en-US" altLang="zh-CN" sz="2400" dirty="0">
                <a:solidFill>
                  <a:schemeClr val="accent6"/>
                </a:solidFill>
              </a:rPr>
              <a:t>3 seconds</a:t>
            </a:r>
          </a:p>
          <a:p>
            <a:pPr>
              <a:lnSpc>
                <a:spcPct val="110000"/>
              </a:lnSpc>
            </a:pPr>
            <a:endParaRPr lang="en-US" altLang="zh-CN" sz="2400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6BF7905-6AB8-A80C-2BC4-959A2B27322E}"/>
              </a:ext>
            </a:extLst>
          </p:cNvPr>
          <p:cNvSpPr/>
          <p:nvPr/>
        </p:nvSpPr>
        <p:spPr>
          <a:xfrm>
            <a:off x="6951295" y="1230255"/>
            <a:ext cx="4222291" cy="5151261"/>
          </a:xfrm>
          <a:prstGeom prst="roundRect">
            <a:avLst>
              <a:gd name="adj" fmla="val 3590"/>
            </a:avLst>
          </a:prstGeom>
          <a:solidFill>
            <a:schemeClr val="bg1"/>
          </a:solidFill>
          <a:ln w="1905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0461A0-338C-E9B1-8957-58E726B71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927" y="4296287"/>
            <a:ext cx="3922776" cy="202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6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3C29C-ACC6-0AC9-8670-575730234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AEE814C-88AA-7C22-01E3-78CDFF2C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C32619-DB48-AB2C-E2A7-F6C77C6B8C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Challenges in Building Missing-Reset Analysis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67BCE69-977F-E8C2-5089-DFADE5A1E126}"/>
              </a:ext>
            </a:extLst>
          </p:cNvPr>
          <p:cNvSpPr/>
          <p:nvPr/>
        </p:nvSpPr>
        <p:spPr>
          <a:xfrm>
            <a:off x="6951295" y="1230255"/>
            <a:ext cx="4222291" cy="5151261"/>
          </a:xfrm>
          <a:prstGeom prst="roundRect">
            <a:avLst>
              <a:gd name="adj" fmla="val 3590"/>
            </a:avLst>
          </a:prstGeom>
          <a:solidFill>
            <a:schemeClr val="bg1"/>
          </a:solidFill>
          <a:ln w="1905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BC5423-B5EB-12E8-B045-C6F41F471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344" y="1782309"/>
            <a:ext cx="4174236" cy="453885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4D29F66-817F-0151-E4FB-AFDA320E79D4}"/>
              </a:ext>
            </a:extLst>
          </p:cNvPr>
          <p:cNvSpPr txBox="1"/>
          <p:nvPr/>
        </p:nvSpPr>
        <p:spPr>
          <a:xfrm>
            <a:off x="675081" y="1363279"/>
            <a:ext cx="59109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/>
              <a:t>Need hardware </a:t>
            </a:r>
            <a:r>
              <a:rPr lang="en-US" altLang="zh-CN" sz="2400" b="0" i="0" u="none" strike="noStrike" baseline="0" dirty="0">
                <a:solidFill>
                  <a:schemeClr val="accent6"/>
                </a:solidFill>
              </a:rPr>
              <a:t>data-flow</a:t>
            </a:r>
            <a:r>
              <a:rPr lang="en-US" altLang="zh-CN" sz="2400" b="0" i="0" u="none" strike="noStrike" baseline="0" dirty="0"/>
              <a:t> and </a:t>
            </a:r>
            <a:r>
              <a:rPr lang="en-US" altLang="zh-CN" sz="2400" b="0" i="0" u="none" strike="noStrike" baseline="0" dirty="0">
                <a:solidFill>
                  <a:srgbClr val="7797C4"/>
                </a:solidFill>
              </a:rPr>
              <a:t>control-flow</a:t>
            </a:r>
            <a:r>
              <a:rPr lang="en-US" altLang="zh-CN" sz="2400" b="0" i="0" u="none" strike="noStrike" baseline="0" dirty="0"/>
              <a:t> analyses for constructing the graph structures</a:t>
            </a:r>
          </a:p>
        </p:txBody>
      </p:sp>
    </p:spTree>
    <p:extLst>
      <p:ext uri="{BB962C8B-B14F-4D97-AF65-F5344CB8AC3E}">
        <p14:creationId xmlns:p14="http://schemas.microsoft.com/office/powerpoint/2010/main" val="109710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0C0B5-3E7F-E153-FDE3-FA9934AE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299ADEA-63BA-D76A-8500-8E12FD0F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ACFB56-1D14-A5C5-8356-C11C0A6319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Challenges in Building Missing-Reset Analysis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EE4E128-0A64-F0A4-D68D-E4CC8B367541}"/>
              </a:ext>
            </a:extLst>
          </p:cNvPr>
          <p:cNvSpPr/>
          <p:nvPr/>
        </p:nvSpPr>
        <p:spPr>
          <a:xfrm>
            <a:off x="6951295" y="1230255"/>
            <a:ext cx="4222291" cy="5151261"/>
          </a:xfrm>
          <a:prstGeom prst="roundRect">
            <a:avLst>
              <a:gd name="adj" fmla="val 3590"/>
            </a:avLst>
          </a:prstGeom>
          <a:solidFill>
            <a:schemeClr val="bg1"/>
          </a:solidFill>
          <a:ln w="1905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C68AE5-0F65-2D0E-3CF2-15A602F7B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89" y="1778778"/>
            <a:ext cx="4174236" cy="453885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F6011DA-9629-2C0F-BCA5-89392F9C33A3}"/>
              </a:ext>
            </a:extLst>
          </p:cNvPr>
          <p:cNvSpPr txBox="1"/>
          <p:nvPr/>
        </p:nvSpPr>
        <p:spPr>
          <a:xfrm>
            <a:off x="674575" y="2340235"/>
            <a:ext cx="6094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/>
              <a:t>Need analyses for capturing Verilog’s </a:t>
            </a:r>
            <a:r>
              <a:rPr lang="en-US" altLang="zh-CN" sz="2400" b="0" i="0" u="none" strike="noStrike" baseline="0" dirty="0">
                <a:solidFill>
                  <a:schemeClr val="accent4">
                    <a:lumMod val="75000"/>
                  </a:schemeClr>
                </a:solidFill>
              </a:rPr>
              <a:t>synchronization</a:t>
            </a:r>
            <a:r>
              <a:rPr lang="en-US" altLang="zh-CN" sz="2400" b="0" i="0" u="none" strike="noStrike" baseline="0" dirty="0"/>
              <a:t> 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</a:rPr>
              <a:t>characteristics</a:t>
            </a:r>
            <a:r>
              <a:rPr lang="en-US" altLang="zh-CN" sz="2400" b="0" i="0" u="none" strike="noStrike" baseline="0" dirty="0"/>
              <a:t>, which are essential for reasoning about behavioral semantics in hardware understanding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D50A987-8FC6-80F4-27C0-9E47F0F14A3F}"/>
              </a:ext>
            </a:extLst>
          </p:cNvPr>
          <p:cNvSpPr txBox="1"/>
          <p:nvPr/>
        </p:nvSpPr>
        <p:spPr>
          <a:xfrm>
            <a:off x="675081" y="1363279"/>
            <a:ext cx="59109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/>
              <a:t>Need hardware </a:t>
            </a:r>
            <a:r>
              <a:rPr lang="en-US" altLang="zh-CN" sz="2400" b="0" i="0" u="none" strike="noStrike" baseline="0" dirty="0">
                <a:solidFill>
                  <a:schemeClr val="accent6"/>
                </a:solidFill>
              </a:rPr>
              <a:t>data-flow</a:t>
            </a:r>
            <a:r>
              <a:rPr lang="en-US" altLang="zh-CN" sz="2400" b="0" i="0" u="none" strike="noStrike" baseline="0" dirty="0"/>
              <a:t> and </a:t>
            </a:r>
            <a:r>
              <a:rPr lang="en-US" altLang="zh-CN" sz="2400" b="0" i="0" u="none" strike="noStrike" baseline="0" dirty="0">
                <a:solidFill>
                  <a:srgbClr val="7797C4"/>
                </a:solidFill>
              </a:rPr>
              <a:t>control-flow</a:t>
            </a:r>
            <a:r>
              <a:rPr lang="en-US" altLang="zh-CN" sz="2400" b="0" i="0" u="none" strike="noStrike" baseline="0" dirty="0"/>
              <a:t> analyses for constructing the graph structures</a:t>
            </a:r>
          </a:p>
        </p:txBody>
      </p:sp>
    </p:spTree>
    <p:extLst>
      <p:ext uri="{BB962C8B-B14F-4D97-AF65-F5344CB8AC3E}">
        <p14:creationId xmlns:p14="http://schemas.microsoft.com/office/powerpoint/2010/main" val="260213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FF8C-96D0-22CE-DF91-CE6DFF104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AB2AE18-D3BC-B284-99C2-742A5ACC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62A2DD-BD52-CC1A-8DC0-4018BD551C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1270" y="490538"/>
            <a:ext cx="10731337" cy="65276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Challenges in Building Missing-Reset Analysis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0336C55-7578-D57B-7EF6-04CC2F0E42A8}"/>
              </a:ext>
            </a:extLst>
          </p:cNvPr>
          <p:cNvSpPr/>
          <p:nvPr/>
        </p:nvSpPr>
        <p:spPr>
          <a:xfrm>
            <a:off x="6951295" y="1230255"/>
            <a:ext cx="4222291" cy="5151261"/>
          </a:xfrm>
          <a:prstGeom prst="roundRect">
            <a:avLst>
              <a:gd name="adj" fmla="val 3590"/>
            </a:avLst>
          </a:prstGeom>
          <a:solidFill>
            <a:schemeClr val="bg1"/>
          </a:solidFill>
          <a:ln w="1905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9994335-0A7C-1709-FDFC-5B9F2EE22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486" y="1272416"/>
            <a:ext cx="4186809" cy="504177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FC8AA92-03CD-BB4D-C2BA-98DA939D9DE9}"/>
              </a:ext>
            </a:extLst>
          </p:cNvPr>
          <p:cNvSpPr txBox="1"/>
          <p:nvPr/>
        </p:nvSpPr>
        <p:spPr>
          <a:xfrm>
            <a:off x="672645" y="4055854"/>
            <a:ext cx="59109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/>
              <a:t>Need </a:t>
            </a:r>
            <a:r>
              <a:rPr lang="en-US" altLang="zh-CN" sz="2400" b="0" i="0" u="none" strike="noStrike" baseline="0" dirty="0">
                <a:solidFill>
                  <a:schemeClr val="bg2">
                    <a:lumMod val="50000"/>
                  </a:schemeClr>
                </a:solidFill>
              </a:rPr>
              <a:t>module hierarchy analysis </a:t>
            </a:r>
            <a:r>
              <a:rPr lang="en-US" altLang="zh-CN" sz="2400" b="0" i="0" u="none" strike="noStrike" baseline="0" dirty="0"/>
              <a:t>for inter-module reasoning and more ...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68011D-B324-4942-0F70-5518FB92EC1A}"/>
              </a:ext>
            </a:extLst>
          </p:cNvPr>
          <p:cNvSpPr txBox="1"/>
          <p:nvPr/>
        </p:nvSpPr>
        <p:spPr>
          <a:xfrm>
            <a:off x="674575" y="2340235"/>
            <a:ext cx="59109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/>
              <a:t>Need analyses for capturing hardware</a:t>
            </a:r>
            <a:r>
              <a:rPr lang="en-US" altLang="zh-CN" sz="2400" dirty="0"/>
              <a:t>’</a:t>
            </a:r>
            <a:r>
              <a:rPr lang="en-US" altLang="zh-CN" sz="2400" b="0" i="0" u="none" strike="noStrike" baseline="0" dirty="0"/>
              <a:t>s </a:t>
            </a:r>
            <a:r>
              <a:rPr lang="en-US" altLang="zh-CN" sz="2400" b="0" i="0" u="none" strike="noStrike" baseline="0" dirty="0">
                <a:solidFill>
                  <a:schemeClr val="accent4">
                    <a:lumMod val="75000"/>
                  </a:schemeClr>
                </a:solidFill>
              </a:rPr>
              <a:t>synchronization</a:t>
            </a:r>
            <a:r>
              <a:rPr lang="en-US" altLang="zh-CN" sz="2400" b="0" i="0" u="none" strike="noStrike" baseline="0" dirty="0"/>
              <a:t> 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</a:rPr>
              <a:t>characteristics</a:t>
            </a:r>
            <a:r>
              <a:rPr lang="en-US" altLang="zh-CN" sz="2400" b="0" i="0" u="none" strike="noStrike" baseline="0" dirty="0"/>
              <a:t>, which are essential for reasoning about behavioral semantics in hardware understanding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4D1722-20DC-B303-34D8-51A13E3EC456}"/>
              </a:ext>
            </a:extLst>
          </p:cNvPr>
          <p:cNvSpPr txBox="1"/>
          <p:nvPr/>
        </p:nvSpPr>
        <p:spPr>
          <a:xfrm>
            <a:off x="675081" y="1363279"/>
            <a:ext cx="59109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/>
              <a:t>Need hardware </a:t>
            </a:r>
            <a:r>
              <a:rPr lang="en-US" altLang="zh-CN" sz="2400" b="0" i="0" u="none" strike="noStrike" baseline="0" dirty="0">
                <a:solidFill>
                  <a:schemeClr val="accent6"/>
                </a:solidFill>
              </a:rPr>
              <a:t>data-flow</a:t>
            </a:r>
            <a:r>
              <a:rPr lang="en-US" altLang="zh-CN" sz="2400" b="0" i="0" u="none" strike="noStrike" baseline="0" dirty="0"/>
              <a:t> and </a:t>
            </a:r>
            <a:r>
              <a:rPr lang="en-US" altLang="zh-CN" sz="2400" b="0" i="0" u="none" strike="noStrike" baseline="0" dirty="0">
                <a:solidFill>
                  <a:srgbClr val="7797C4"/>
                </a:solidFill>
              </a:rPr>
              <a:t>control-flow</a:t>
            </a:r>
            <a:r>
              <a:rPr lang="en-US" altLang="zh-CN" sz="2400" b="0" i="0" u="none" strike="noStrike" baseline="0" dirty="0"/>
              <a:t> analyses for constructing the graph structures</a:t>
            </a:r>
          </a:p>
        </p:txBody>
      </p:sp>
      <p:sp>
        <p:nvSpPr>
          <p:cNvPr id="17" name="内容占位符 1">
            <a:extLst>
              <a:ext uri="{FF2B5EF4-FFF2-40B4-BE49-F238E27FC236}">
                <a16:creationId xmlns:a16="http://schemas.microsoft.com/office/drawing/2014/main" id="{95838E6F-F339-83E4-B1EE-893734E01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748" y="5106826"/>
            <a:ext cx="6373334" cy="1039331"/>
          </a:xfrm>
          <a:prstGeom prst="roundRect">
            <a:avLst>
              <a:gd name="adj" fmla="val 21079"/>
            </a:avLst>
          </a:prstGeom>
          <a:solidFill>
            <a:srgbClr val="FFF5D9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2000" rIns="72000" anchor="t" anchorCtr="0">
            <a:noAutofit/>
          </a:bodyPr>
          <a:lstStyle/>
          <a:p>
            <a:pPr marL="0" indent="0">
              <a:buNone/>
            </a:pPr>
            <a:r>
              <a:rPr lang="en-US" altLang="zh-CN" dirty="0">
                <a:latin typeface="+mn-lt"/>
              </a:rPr>
              <a:t>Qihe comes with all of these analyses and more, ready to be reused across a wide range of clients.</a:t>
            </a:r>
          </a:p>
        </p:txBody>
      </p:sp>
    </p:spTree>
    <p:extLst>
      <p:ext uri="{BB962C8B-B14F-4D97-AF65-F5344CB8AC3E}">
        <p14:creationId xmlns:p14="http://schemas.microsoft.com/office/powerpoint/2010/main" val="171390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91F7E687-C2D0-7536-97B8-1EF26A8D0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8" y="1619569"/>
            <a:ext cx="10477690" cy="4974648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65CBAC5-0061-FD40-A346-96AE69915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BE7E72-51DD-D0D2-B410-89366DFF38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Qihe’s Analysis Suite</a:t>
            </a:r>
            <a:endParaRPr lang="zh-CN" altLang="en-US" dirty="0"/>
          </a:p>
        </p:txBody>
      </p:sp>
      <p:sp>
        <p:nvSpPr>
          <p:cNvPr id="41" name="Rectangle 75">
            <a:extLst>
              <a:ext uri="{FF2B5EF4-FFF2-40B4-BE49-F238E27FC236}">
                <a16:creationId xmlns:a16="http://schemas.microsoft.com/office/drawing/2014/main" id="{824E179B-F792-99EC-E223-4DAE98639F5B}"/>
              </a:ext>
            </a:extLst>
          </p:cNvPr>
          <p:cNvSpPr/>
          <p:nvPr/>
        </p:nvSpPr>
        <p:spPr>
          <a:xfrm>
            <a:off x="1924042" y="1157904"/>
            <a:ext cx="3087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ea typeface="KaiTi" panose="02010609060101010101" pitchFamily="49" charset="-122"/>
              </a:rPr>
              <a:t>Fundamental Analyses</a:t>
            </a:r>
          </a:p>
        </p:txBody>
      </p:sp>
      <p:sp>
        <p:nvSpPr>
          <p:cNvPr id="6" name="Rectangle 75">
            <a:extLst>
              <a:ext uri="{FF2B5EF4-FFF2-40B4-BE49-F238E27FC236}">
                <a16:creationId xmlns:a16="http://schemas.microsoft.com/office/drawing/2014/main" id="{25A50BBA-C078-BEEC-8237-8D414F9ED9E0}"/>
              </a:ext>
            </a:extLst>
          </p:cNvPr>
          <p:cNvSpPr/>
          <p:nvPr/>
        </p:nvSpPr>
        <p:spPr>
          <a:xfrm>
            <a:off x="6798287" y="1157904"/>
            <a:ext cx="385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ea typeface="KaiTi" panose="02010609060101010101" pitchFamily="49" charset="-122"/>
              </a:rPr>
              <a:t>Application-Specific Analyses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3C254B2-DEC5-2AC3-4D78-CABD28AE3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889" y="190857"/>
            <a:ext cx="5286841" cy="914043"/>
          </a:xfrm>
          <a:prstGeom prst="roundRect">
            <a:avLst>
              <a:gd name="adj" fmla="val 22123"/>
            </a:avLst>
          </a:prstGeom>
          <a:solidFill>
            <a:srgbClr val="FFF5D9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 anchorCtr="0">
            <a:noAutofit/>
          </a:bodyPr>
          <a:lstStyle/>
          <a:p>
            <a:pPr marL="0" indent="0" defTabSz="4572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+mn-lt"/>
                <a:cs typeface="+mn-cs"/>
              </a:rPr>
              <a:t>Each fundamental analysis is reused by about</a:t>
            </a:r>
            <a:r>
              <a:rPr lang="en-US" altLang="zh-CN" dirty="0">
                <a:solidFill>
                  <a:schemeClr val="accent1"/>
                </a:solidFill>
                <a:latin typeface="+mn-lt"/>
                <a:cs typeface="+mn-cs"/>
              </a:rPr>
              <a:t> 10 </a:t>
            </a:r>
            <a:r>
              <a:rPr lang="en-US" altLang="zh-CN" dirty="0">
                <a:solidFill>
                  <a:schemeClr val="tx1"/>
                </a:solidFill>
                <a:latin typeface="+mn-lt"/>
                <a:cs typeface="+mn-cs"/>
              </a:rPr>
              <a:t>application-specific analyses</a:t>
            </a:r>
          </a:p>
        </p:txBody>
      </p:sp>
    </p:spTree>
    <p:extLst>
      <p:ext uri="{BB962C8B-B14F-4D97-AF65-F5344CB8AC3E}">
        <p14:creationId xmlns:p14="http://schemas.microsoft.com/office/powerpoint/2010/main" val="3428936918"/>
      </p:ext>
    </p:extLst>
  </p:cSld>
  <p:clrMapOvr>
    <a:masterClrMapping/>
  </p:clrMapOvr>
  <p:transition spd="med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2A34A5E-EAF9-880C-3104-11066A08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40B41A-29A2-121B-6DBA-01DC2BB8E6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Preliminary Results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B843EA-C5A7-ECA7-C623-A6E41F065023}"/>
              </a:ext>
            </a:extLst>
          </p:cNvPr>
          <p:cNvSpPr txBox="1"/>
          <p:nvPr/>
        </p:nvSpPr>
        <p:spPr>
          <a:xfrm>
            <a:off x="740353" y="1338829"/>
            <a:ext cx="9959396" cy="50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/>
              <a:t>1. Hardware Bug Detection (11 analyses)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7FB987-E6E5-EF67-851B-268F688D57F1}"/>
              </a:ext>
            </a:extLst>
          </p:cNvPr>
          <p:cNvSpPr txBox="1"/>
          <p:nvPr/>
        </p:nvSpPr>
        <p:spPr>
          <a:xfrm>
            <a:off x="740353" y="4436704"/>
            <a:ext cx="11064295" cy="50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/>
              <a:t>2. Hardware Security Analysis (2 analyses)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136D61-87EA-5889-E4BC-54F02C4560F3}"/>
              </a:ext>
            </a:extLst>
          </p:cNvPr>
          <p:cNvSpPr txBox="1"/>
          <p:nvPr/>
        </p:nvSpPr>
        <p:spPr>
          <a:xfrm>
            <a:off x="740352" y="1804235"/>
            <a:ext cx="11451648" cy="2502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Unlike software, hardware tends to contain </a:t>
            </a:r>
            <a:r>
              <a:rPr lang="en-US" altLang="zh-CN" sz="2200" dirty="0">
                <a:solidFill>
                  <a:schemeClr val="accent1"/>
                </a:solidFill>
              </a:rPr>
              <a:t>fewer but harder-to-detect bugs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Detected </a:t>
            </a:r>
            <a:r>
              <a:rPr lang="en-US" altLang="zh-CN" sz="2200" dirty="0">
                <a:solidFill>
                  <a:schemeClr val="accent1"/>
                </a:solidFill>
              </a:rPr>
              <a:t>18 bugs across 8 categories </a:t>
            </a:r>
            <a:r>
              <a:rPr lang="en-US" altLang="zh-CN" sz="2200" dirty="0"/>
              <a:t>from </a:t>
            </a:r>
            <a:r>
              <a:rPr lang="en-US" altLang="zh-CN" sz="2200" dirty="0">
                <a:solidFill>
                  <a:schemeClr val="accent1"/>
                </a:solidFill>
              </a:rPr>
              <a:t>11 popular open-source hardware projects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Projects: avg. </a:t>
            </a:r>
            <a:r>
              <a:rPr lang="en-US" altLang="zh-CN" sz="2200" dirty="0">
                <a:solidFill>
                  <a:schemeClr val="accent1"/>
                </a:solidFill>
              </a:rPr>
              <a:t>1.5K+ GitHub stars</a:t>
            </a:r>
            <a:r>
              <a:rPr lang="en-US" altLang="zh-CN" sz="2200" dirty="0"/>
              <a:t> — CPU, AXI Protocol, SHA512 Encryption, ...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Bugs: Missing-Reset Regs, Unreachable States, Deadlocks, Invalid Use, ...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/>
                </a:solidFill>
              </a:rPr>
              <a:t>9/18 bugs were previously unknown</a:t>
            </a:r>
            <a:r>
              <a:rPr lang="en-US" altLang="zh-CN" sz="2200" dirty="0"/>
              <a:t>, </a:t>
            </a:r>
            <a:r>
              <a:rPr lang="en-US" altLang="zh-CN" sz="2200" dirty="0">
                <a:solidFill>
                  <a:schemeClr val="accent1"/>
                </a:solidFill>
              </a:rPr>
              <a:t>all confirmed</a:t>
            </a:r>
            <a:r>
              <a:rPr lang="en-US" altLang="zh-CN" sz="2200" dirty="0"/>
              <a:t> by developers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/>
                </a:solidFill>
              </a:rPr>
              <a:t>Beyond the capabilities </a:t>
            </a:r>
            <a:r>
              <a:rPr lang="en-US" altLang="zh-CN" sz="2200" dirty="0"/>
              <a:t>of existing Verilog static analyses (i.e., linters)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E7F477-1E79-1A64-53CE-6FEF7BC8A884}"/>
              </a:ext>
            </a:extLst>
          </p:cNvPr>
          <p:cNvSpPr txBox="1"/>
          <p:nvPr/>
        </p:nvSpPr>
        <p:spPr>
          <a:xfrm>
            <a:off x="740353" y="4942676"/>
            <a:ext cx="10905109" cy="128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/>
                </a:solidFill>
              </a:rPr>
              <a:t>15 information leaks </a:t>
            </a:r>
            <a:r>
              <a:rPr lang="en-US" altLang="zh-CN" sz="2200" dirty="0"/>
              <a:t>found in 19 hardware designs from </a:t>
            </a:r>
            <a:r>
              <a:rPr lang="en-US" altLang="zh-CN" sz="2200" dirty="0" err="1"/>
              <a:t>TrustHub</a:t>
            </a:r>
            <a:endParaRPr lang="en-US" altLang="zh-CN" sz="2200" dirty="0"/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e.g. encryption keys to leakage points, such as capacitance, antenna, and shift reg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/>
                </a:solidFill>
              </a:rPr>
              <a:t>A Hardware Trojan </a:t>
            </a:r>
            <a:r>
              <a:rPr lang="en-US" altLang="zh-CN" sz="2200" dirty="0"/>
              <a:t>exploiting Verilog’s X-value</a:t>
            </a:r>
          </a:p>
        </p:txBody>
      </p:sp>
    </p:spTree>
    <p:extLst>
      <p:ext uri="{BB962C8B-B14F-4D97-AF65-F5344CB8AC3E}">
        <p14:creationId xmlns:p14="http://schemas.microsoft.com/office/powerpoint/2010/main" val="284952676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A6DB-2A7E-ED43-BEBE-FC79F46C5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C30653C-4476-EE83-29BD-253495DC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F09B9C-C1F5-8238-A3F8-13DF6C5DCD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Preliminary Results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922051-B0CB-A8CC-3948-A99FD0F40FA3}"/>
              </a:ext>
            </a:extLst>
          </p:cNvPr>
          <p:cNvSpPr txBox="1"/>
          <p:nvPr/>
        </p:nvSpPr>
        <p:spPr>
          <a:xfrm>
            <a:off x="741385" y="1355115"/>
            <a:ext cx="10993415" cy="50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/>
              <a:t>3. Hardware Program Understanding (7 analyses)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7128E3-5B4F-8EA6-2D3E-0F67E47B56D6}"/>
              </a:ext>
            </a:extLst>
          </p:cNvPr>
          <p:cNvSpPr txBox="1"/>
          <p:nvPr/>
        </p:nvSpPr>
        <p:spPr>
          <a:xfrm>
            <a:off x="741385" y="1798314"/>
            <a:ext cx="11076989" cy="169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/>
                </a:solidFill>
              </a:rPr>
              <a:t>Representative understanding tasks</a:t>
            </a:r>
            <a:r>
              <a:rPr lang="en-US" altLang="zh-CN" sz="2200" dirty="0"/>
              <a:t>: inferring clock signals, reset signals, and registers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On 13 real hardware programs (averaging 146K lines)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97.1% precision and 96.9% recall on average;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/>
                </a:solidFill>
              </a:rPr>
              <a:t>62% </a:t>
            </a:r>
            <a:r>
              <a:rPr lang="en-US" altLang="zh-CN" sz="2200" dirty="0"/>
              <a:t>(=24/39) cases can achieve both </a:t>
            </a:r>
            <a:r>
              <a:rPr lang="en-US" altLang="zh-CN" sz="2200" dirty="0">
                <a:solidFill>
                  <a:schemeClr val="accent1"/>
                </a:solidFill>
              </a:rPr>
              <a:t>100% precision and recall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0E7488-A8CF-309E-74AE-E19D75965F57}"/>
              </a:ext>
            </a:extLst>
          </p:cNvPr>
          <p:cNvSpPr txBox="1"/>
          <p:nvPr/>
        </p:nvSpPr>
        <p:spPr>
          <a:xfrm>
            <a:off x="741385" y="4259734"/>
            <a:ext cx="10993415" cy="50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/>
              <a:t>4. Hardware Code Optimization (4 analyses)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9FA0A5-1370-25B2-1B07-F7635F343474}"/>
              </a:ext>
            </a:extLst>
          </p:cNvPr>
          <p:cNvSpPr txBox="1"/>
          <p:nvPr/>
        </p:nvSpPr>
        <p:spPr>
          <a:xfrm>
            <a:off x="741385" y="4702933"/>
            <a:ext cx="11076989" cy="471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/>
                </a:solidFill>
              </a:rPr>
              <a:t>Optimize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chemeClr val="accent1"/>
                </a:solidFill>
              </a:rPr>
              <a:t>7000+ useless signal </a:t>
            </a:r>
            <a:r>
              <a:rPr lang="en-US" altLang="zh-CN" sz="2200" dirty="0"/>
              <a:t>on the same 13 real programs as above</a:t>
            </a:r>
          </a:p>
        </p:txBody>
      </p:sp>
    </p:spTree>
    <p:extLst>
      <p:ext uri="{BB962C8B-B14F-4D97-AF65-F5344CB8AC3E}">
        <p14:creationId xmlns:p14="http://schemas.microsoft.com/office/powerpoint/2010/main" val="2123654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A6DB-2A7E-ED43-BEBE-FC79F46C5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C30653C-4476-EE83-29BD-253495DC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F09B9C-C1F5-8238-A3F8-13DF6C5DCD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Preliminary Results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922051-B0CB-A8CC-3948-A99FD0F40FA3}"/>
              </a:ext>
            </a:extLst>
          </p:cNvPr>
          <p:cNvSpPr txBox="1"/>
          <p:nvPr/>
        </p:nvSpPr>
        <p:spPr>
          <a:xfrm>
            <a:off x="741385" y="1355115"/>
            <a:ext cx="10993415" cy="50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/>
              <a:t>3. Hardware Program Understanding (7 analyses)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7128E3-5B4F-8EA6-2D3E-0F67E47B56D6}"/>
              </a:ext>
            </a:extLst>
          </p:cNvPr>
          <p:cNvSpPr txBox="1"/>
          <p:nvPr/>
        </p:nvSpPr>
        <p:spPr>
          <a:xfrm>
            <a:off x="741385" y="1798314"/>
            <a:ext cx="11076989" cy="1690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/>
                </a:solidFill>
              </a:rPr>
              <a:t>Representative understanding tasks</a:t>
            </a:r>
            <a:r>
              <a:rPr lang="en-US" altLang="zh-CN" sz="2200" dirty="0"/>
              <a:t>: inferring clock signals, reset signals, and registers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On 13 real hardware programs (averaging 146K lines)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97.1% precision and 96.9% recall on average;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/>
                </a:solidFill>
              </a:rPr>
              <a:t>62% </a:t>
            </a:r>
            <a:r>
              <a:rPr lang="en-US" altLang="zh-CN" sz="2200" dirty="0"/>
              <a:t>(=24/39) cases can achieve both </a:t>
            </a:r>
            <a:r>
              <a:rPr lang="en-US" altLang="zh-CN" sz="2200" dirty="0">
                <a:solidFill>
                  <a:schemeClr val="accent1"/>
                </a:solidFill>
              </a:rPr>
              <a:t>100% precision and recall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0E7488-A8CF-309E-74AE-E19D75965F57}"/>
              </a:ext>
            </a:extLst>
          </p:cNvPr>
          <p:cNvSpPr txBox="1"/>
          <p:nvPr/>
        </p:nvSpPr>
        <p:spPr>
          <a:xfrm>
            <a:off x="741385" y="4259734"/>
            <a:ext cx="10993415" cy="50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/>
              <a:t>4. Hardware Code Optimization (4 analyses)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9FA0A5-1370-25B2-1B07-F7635F343474}"/>
              </a:ext>
            </a:extLst>
          </p:cNvPr>
          <p:cNvSpPr txBox="1"/>
          <p:nvPr/>
        </p:nvSpPr>
        <p:spPr>
          <a:xfrm>
            <a:off x="741385" y="4702933"/>
            <a:ext cx="11076989" cy="471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/>
                </a:solidFill>
              </a:rPr>
              <a:t>Optimize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chemeClr val="accent1"/>
                </a:solidFill>
              </a:rPr>
              <a:t>7000+ useless signal </a:t>
            </a:r>
            <a:r>
              <a:rPr lang="en-US" altLang="zh-CN" sz="2200" dirty="0"/>
              <a:t>on the same 13 real programs as above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07B38F-270B-A139-B70F-366B3D757E79}"/>
              </a:ext>
            </a:extLst>
          </p:cNvPr>
          <p:cNvSpPr txBox="1"/>
          <p:nvPr/>
        </p:nvSpPr>
        <p:spPr>
          <a:xfrm>
            <a:off x="1997051" y="2332789"/>
            <a:ext cx="8197897" cy="2311591"/>
          </a:xfrm>
          <a:prstGeom prst="roundRect">
            <a:avLst>
              <a:gd name="adj" fmla="val 10435"/>
            </a:avLst>
          </a:prstGeom>
          <a:solidFill>
            <a:srgbClr val="FFF5D9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44000" tIns="0" rIns="91440" bIns="0" rtlCol="0">
            <a:noAutofit/>
          </a:bodyPr>
          <a:lstStyle>
            <a:lvl1pPr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defRPr>
            </a:lvl1pPr>
            <a:lvl2pPr marL="72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8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44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0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</a:rPr>
              <a:t>Low Development Cost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</a:rPr>
              <a:t>~300 LoC for each of the client analyses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</a:rPr>
              <a:t>vs. ~5000 LoC from scratch</a:t>
            </a:r>
          </a:p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</a:rPr>
              <a:t>Lightweight Runtime Cost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</a:rPr>
              <a:t>40+ analyses, on a 1.8M LoC code base, 6 minutes 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087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141F5-143A-66A5-FFFB-94875FDE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>
            <a:extLst>
              <a:ext uri="{FF2B5EF4-FFF2-40B4-BE49-F238E27FC236}">
                <a16:creationId xmlns:a16="http://schemas.microsoft.com/office/drawing/2014/main" id="{C130D2E3-A319-F7A1-7B71-DD9618EF5BAF}"/>
              </a:ext>
            </a:extLst>
          </p:cNvPr>
          <p:cNvSpPr txBox="1"/>
          <p:nvPr/>
        </p:nvSpPr>
        <p:spPr>
          <a:xfrm>
            <a:off x="1676617" y="5383350"/>
            <a:ext cx="2756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/>
              <a:t>Taiwan </a:t>
            </a:r>
            <a:r>
              <a:rPr lang="en-US" altLang="zh-CN" dirty="0"/>
              <a:t>Cheng Kung University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26C8A4-924D-4698-4EC5-B7662DA4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1B845B-FBCD-360F-2051-50003F7954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Preliminary Impact</a:t>
            </a:r>
            <a:endParaRPr lang="zh-CN" altLang="en-US" dirty="0"/>
          </a:p>
        </p:txBody>
      </p:sp>
      <p:pic>
        <p:nvPicPr>
          <p:cNvPr id="2" name="Picture 28" descr="北京大学logo-快图网-免费PNG图片免抠PNG高清背景素材库kuaipng.com">
            <a:extLst>
              <a:ext uri="{FF2B5EF4-FFF2-40B4-BE49-F238E27FC236}">
                <a16:creationId xmlns:a16="http://schemas.microsoft.com/office/drawing/2014/main" id="{2BC928F4-E9B3-DB85-A717-1C41A6C13B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51"/>
          <a:stretch/>
        </p:blipFill>
        <p:spPr bwMode="auto">
          <a:xfrm>
            <a:off x="1077196" y="2673247"/>
            <a:ext cx="605217" cy="59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0B25F9A-1198-B46F-8067-26A9C9DB996D}"/>
              </a:ext>
            </a:extLst>
          </p:cNvPr>
          <p:cNvSpPr txBox="1"/>
          <p:nvPr/>
        </p:nvSpPr>
        <p:spPr>
          <a:xfrm>
            <a:off x="1676617" y="2615814"/>
            <a:ext cx="1344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a typeface="FangSong" panose="02010609060101010101" pitchFamily="49" charset="-122"/>
              </a:rPr>
              <a:t>Peking University</a:t>
            </a:r>
            <a:endParaRPr kumimoji="1" lang="zh-CN" altLang="en-US" sz="2000" dirty="0">
              <a:ea typeface="FangSong" panose="02010609060101010101" pitchFamily="49" charset="-122"/>
            </a:endParaRPr>
          </a:p>
        </p:txBody>
      </p:sp>
      <p:pic>
        <p:nvPicPr>
          <p:cNvPr id="9" name="Picture 32" descr="浙江大學- 維基百科，自由的百科全書">
            <a:extLst>
              <a:ext uri="{FF2B5EF4-FFF2-40B4-BE49-F238E27FC236}">
                <a16:creationId xmlns:a16="http://schemas.microsoft.com/office/drawing/2014/main" id="{357C340A-D72D-538F-53E7-85F4382E0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600" y="3379945"/>
            <a:ext cx="575999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9D62BF2-5986-62FF-F64E-D5335F178644}"/>
              </a:ext>
            </a:extLst>
          </p:cNvPr>
          <p:cNvSpPr txBox="1"/>
          <p:nvPr/>
        </p:nvSpPr>
        <p:spPr>
          <a:xfrm>
            <a:off x="3997775" y="3314002"/>
            <a:ext cx="1444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Zhejiang University</a:t>
            </a:r>
            <a:endParaRPr lang="zh-CN" altLang="en-US" dirty="0"/>
          </a:p>
        </p:txBody>
      </p:sp>
      <p:pic>
        <p:nvPicPr>
          <p:cNvPr id="14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83F163D7-F496-951E-B006-F1A7E287B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40" y="4082598"/>
            <a:ext cx="549729" cy="54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70C0289-714B-2171-0044-3A24D8EE7D93}"/>
              </a:ext>
            </a:extLst>
          </p:cNvPr>
          <p:cNvSpPr txBox="1"/>
          <p:nvPr/>
        </p:nvSpPr>
        <p:spPr>
          <a:xfrm>
            <a:off x="1676617" y="4003519"/>
            <a:ext cx="3107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University of Science and Technology of China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9D307F2-A29B-3367-5A62-E722FF59402B}"/>
              </a:ext>
            </a:extLst>
          </p:cNvPr>
          <p:cNvSpPr txBox="1"/>
          <p:nvPr/>
        </p:nvSpPr>
        <p:spPr>
          <a:xfrm>
            <a:off x="1676617" y="3314002"/>
            <a:ext cx="1379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Fudan University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0E0120-4088-6531-4875-D42368C9C414}"/>
              </a:ext>
            </a:extLst>
          </p:cNvPr>
          <p:cNvSpPr txBox="1"/>
          <p:nvPr/>
        </p:nvSpPr>
        <p:spPr>
          <a:xfrm>
            <a:off x="1676617" y="4686040"/>
            <a:ext cx="2305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The University of Hong Kong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E4F36A-79D5-93C9-E83E-D688C63AE8C7}"/>
              </a:ext>
            </a:extLst>
          </p:cNvPr>
          <p:cNvSpPr txBox="1"/>
          <p:nvPr/>
        </p:nvSpPr>
        <p:spPr>
          <a:xfrm>
            <a:off x="3997775" y="2615814"/>
            <a:ext cx="1444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Tsinghua University</a:t>
            </a:r>
            <a:endParaRPr lang="zh-CN" altLang="en-US" dirty="0"/>
          </a:p>
        </p:txBody>
      </p:sp>
      <p:pic>
        <p:nvPicPr>
          <p:cNvPr id="22" name="图形 21">
            <a:extLst>
              <a:ext uri="{FF2B5EF4-FFF2-40B4-BE49-F238E27FC236}">
                <a16:creationId xmlns:a16="http://schemas.microsoft.com/office/drawing/2014/main" id="{E090E65A-7CE5-D59B-BE15-8F725776C5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2700" y="2694892"/>
            <a:ext cx="543553" cy="549730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59BAEF2E-28E6-7DF3-9409-9FDD58C173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8194" y="3406335"/>
            <a:ext cx="523220" cy="52322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A4969B9-D9FD-9D27-24E3-83569637D18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04" y="4764583"/>
            <a:ext cx="550800" cy="550800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1EA6CDCA-11FD-5592-2179-8D3F4A6041B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36452" y="4087462"/>
            <a:ext cx="540000" cy="540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D5AF62A-E886-3A49-C107-EBF80BA5B8D9}"/>
              </a:ext>
            </a:extLst>
          </p:cNvPr>
          <p:cNvSpPr txBox="1"/>
          <p:nvPr/>
        </p:nvSpPr>
        <p:spPr>
          <a:xfrm>
            <a:off x="5751677" y="4157407"/>
            <a:ext cx="5653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Chinese Academy of Science (all its related institutes)</a:t>
            </a:r>
            <a:endParaRPr lang="zh-CN" altLang="en-US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EC412A4-8DC3-CBF2-C233-563BD9E84EE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550" y="3397945"/>
            <a:ext cx="554794" cy="54000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576AEAAE-309D-9A09-B012-17FE93A2F943}"/>
              </a:ext>
            </a:extLst>
          </p:cNvPr>
          <p:cNvSpPr txBox="1"/>
          <p:nvPr/>
        </p:nvSpPr>
        <p:spPr>
          <a:xfrm>
            <a:off x="8900859" y="3314002"/>
            <a:ext cx="25039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The Ohio State University</a:t>
            </a:r>
            <a:endParaRPr lang="zh-CN" altLang="en-US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F283047A-CECA-F92F-D3A6-9ED18484999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512" y="3397945"/>
            <a:ext cx="403448" cy="54000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81522385-D6E5-52CA-1F4C-BCDC0CD969FF}"/>
              </a:ext>
            </a:extLst>
          </p:cNvPr>
          <p:cNvSpPr txBox="1"/>
          <p:nvPr/>
        </p:nvSpPr>
        <p:spPr>
          <a:xfrm>
            <a:off x="6165945" y="3314002"/>
            <a:ext cx="17584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Johns Hopkins University</a:t>
            </a:r>
            <a:endParaRPr lang="zh-CN" altLang="en-US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E67140F7-0D7A-8D20-8B2E-3502C0DA990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236" y="2699757"/>
            <a:ext cx="540000" cy="5400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AB7569FD-EECB-C217-C3D4-A8E1AAA73ED7}"/>
              </a:ext>
            </a:extLst>
          </p:cNvPr>
          <p:cNvSpPr txBox="1"/>
          <p:nvPr/>
        </p:nvSpPr>
        <p:spPr>
          <a:xfrm>
            <a:off x="6165945" y="2615814"/>
            <a:ext cx="1934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Georgia Institute of Technology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C7AA204-23A5-7176-A635-C033574B8AA3}"/>
              </a:ext>
            </a:extLst>
          </p:cNvPr>
          <p:cNvSpPr txBox="1"/>
          <p:nvPr/>
        </p:nvSpPr>
        <p:spPr>
          <a:xfrm>
            <a:off x="5751677" y="5383350"/>
            <a:ext cx="4984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 err="1"/>
              <a:t>Ivannikov</a:t>
            </a:r>
            <a:r>
              <a:rPr lang="en-US" altLang="zh-CN" dirty="0"/>
              <a:t> Institute for System Programming of</a:t>
            </a:r>
          </a:p>
          <a:p>
            <a:r>
              <a:rPr lang="en-US" altLang="zh-CN" dirty="0"/>
              <a:t>Russian Academy of Sciences</a:t>
            </a:r>
            <a:endParaRPr lang="zh-CN" altLang="en-US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3951DDB0-1B1E-5ABC-CE46-0C57DECF35E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452" y="5467293"/>
            <a:ext cx="1080000" cy="5400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BEE62176-26C8-BC05-037D-B5049C1DD1A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144" y="4769983"/>
            <a:ext cx="584616" cy="54000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FA47BC24-024B-A67D-2BCC-4CF6ED94D722}"/>
              </a:ext>
            </a:extLst>
          </p:cNvPr>
          <p:cNvSpPr txBox="1"/>
          <p:nvPr/>
        </p:nvSpPr>
        <p:spPr>
          <a:xfrm>
            <a:off x="5751677" y="4839928"/>
            <a:ext cx="4984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Max Planck Institute for Security and Privacy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7AD607D-E66F-0478-BF63-626114A71861}"/>
              </a:ext>
            </a:extLst>
          </p:cNvPr>
          <p:cNvSpPr txBox="1"/>
          <p:nvPr/>
        </p:nvSpPr>
        <p:spPr>
          <a:xfrm>
            <a:off x="5524361" y="6158270"/>
            <a:ext cx="67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Calibri" panose="020F0502020204030204" pitchFamily="34" charset="0"/>
                <a:ea typeface="FangSong" panose="02010609060101010101" pitchFamily="49" charset="-122"/>
                <a:cs typeface="Calibri" panose="020F0502020204030204" pitchFamily="34" charset="0"/>
              </a:rPr>
              <a:t>... ...</a:t>
            </a:r>
            <a:endParaRPr kumimoji="1" lang="zh-CN" altLang="en-US" sz="2400" dirty="0">
              <a:latin typeface="Calibri" panose="020F0502020204030204" pitchFamily="34" charset="0"/>
              <a:ea typeface="FangSong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0A245AA-302E-5B16-A1FC-B1E7AFC85711}"/>
              </a:ext>
            </a:extLst>
          </p:cNvPr>
          <p:cNvSpPr txBox="1"/>
          <p:nvPr/>
        </p:nvSpPr>
        <p:spPr>
          <a:xfrm>
            <a:off x="8897345" y="2615814"/>
            <a:ext cx="2644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ea typeface="FangSong" panose="02010609060101010101" pitchFamily="49" charset="-122"/>
              </a:defRPr>
            </a:lvl1pPr>
          </a:lstStyle>
          <a:p>
            <a:r>
              <a:rPr lang="en-US" altLang="zh-CN" dirty="0"/>
              <a:t>University of California, Los Angeles</a:t>
            </a:r>
            <a:endParaRPr lang="zh-CN" altLang="en-US" dirty="0"/>
          </a:p>
        </p:txBody>
      </p:sp>
      <p:sp>
        <p:nvSpPr>
          <p:cNvPr id="41" name="圆角矩形 57">
            <a:extLst>
              <a:ext uri="{FF2B5EF4-FFF2-40B4-BE49-F238E27FC236}">
                <a16:creationId xmlns:a16="http://schemas.microsoft.com/office/drawing/2014/main" id="{B14054EC-1CAE-9B8E-28E9-16E739308028}"/>
              </a:ext>
            </a:extLst>
          </p:cNvPr>
          <p:cNvSpPr/>
          <p:nvPr/>
        </p:nvSpPr>
        <p:spPr>
          <a:xfrm>
            <a:off x="850675" y="2519511"/>
            <a:ext cx="10691250" cy="3672945"/>
          </a:xfrm>
          <a:prstGeom prst="roundRect">
            <a:avLst>
              <a:gd name="adj" fmla="val 4787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kumimoji="1" lang="zh-CN" altLang="en-US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51C6CDAD-F393-8556-1FCA-8A7DFC15F63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8194" y="5465050"/>
            <a:ext cx="541636" cy="5444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3D07BE7-C5D1-DFF2-E96B-B32596D57061}"/>
              </a:ext>
            </a:extLst>
          </p:cNvPr>
          <p:cNvSpPr txBox="1"/>
          <p:nvPr/>
        </p:nvSpPr>
        <p:spPr>
          <a:xfrm>
            <a:off x="1783893" y="1293286"/>
            <a:ext cx="8779004" cy="968368"/>
          </a:xfrm>
          <a:prstGeom prst="roundRect">
            <a:avLst>
              <a:gd name="adj" fmla="val 14898"/>
            </a:avLst>
          </a:prstGeom>
          <a:solidFill>
            <a:srgbClr val="FFF5D9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44000" tIns="0" rIns="91440" bIns="0" rtlCol="0">
            <a:noAutofit/>
          </a:bodyPr>
          <a:lstStyle>
            <a:lvl1pPr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defRPr>
            </a:lvl1pPr>
            <a:lvl2pPr marL="72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8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44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00000" indent="-360000" defTabSz="914400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1" lang="en-US" altLang="zh-CN" sz="2800" dirty="0">
                <a:solidFill>
                  <a:schemeClr val="tx1"/>
                </a:solidFill>
                <a:ea typeface="SimHei" panose="02010609060101010101" pitchFamily="49" charset="-122"/>
              </a:rPr>
              <a:t>Since its release </a:t>
            </a:r>
            <a:r>
              <a:rPr kumimoji="1" lang="en-US" altLang="zh-CN" sz="2800" dirty="0">
                <a:solidFill>
                  <a:schemeClr val="accent1"/>
                </a:solidFill>
                <a:ea typeface="SimHei" panose="02010609060101010101" pitchFamily="49" charset="-122"/>
              </a:rPr>
              <a:t>4 months ago</a:t>
            </a:r>
            <a:r>
              <a:rPr kumimoji="1" lang="en-US" altLang="zh-CN" sz="2800" dirty="0">
                <a:solidFill>
                  <a:schemeClr val="tx1"/>
                </a:solidFill>
                <a:ea typeface="SimHei" panose="02010609060101010101" pitchFamily="49" charset="-122"/>
              </a:rPr>
              <a:t>, Qihe has received registrations for use from </a:t>
            </a:r>
            <a:r>
              <a:rPr kumimoji="1" lang="en-US" altLang="zh-CN" sz="2800" dirty="0">
                <a:solidFill>
                  <a:schemeClr val="accent1"/>
                </a:solidFill>
                <a:ea typeface="SimHei" panose="02010609060101010101" pitchFamily="49" charset="-122"/>
              </a:rPr>
              <a:t>nearly 50 institutions worldwide</a:t>
            </a:r>
            <a:endParaRPr kumimoji="1" lang="zh-CN" altLang="en-US" sz="2800" dirty="0">
              <a:solidFill>
                <a:schemeClr val="accent1"/>
              </a:solidFill>
              <a:ea typeface="SimHei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8BECDA4-F63D-7439-F6D6-39635ADDC06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8075" y="2836373"/>
            <a:ext cx="576795" cy="26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3206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B42122-B172-1E7A-6E9E-58164654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DA58D-09E1-46D9-89DF-7A8300BA7034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0DCB5ACE-30EF-E27D-CE01-C431037DAB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Where to Go?</a:t>
            </a:r>
            <a:endParaRPr lang="zh-CN" altLang="en-US" dirty="0"/>
          </a:p>
        </p:txBody>
      </p:sp>
      <p:sp>
        <p:nvSpPr>
          <p:cNvPr id="31" name="内容占位符 1">
            <a:extLst>
              <a:ext uri="{FF2B5EF4-FFF2-40B4-BE49-F238E27FC236}">
                <a16:creationId xmlns:a16="http://schemas.microsoft.com/office/drawing/2014/main" id="{6254A4A5-73C3-8903-EAE6-96AE10B0B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277" y="1272392"/>
            <a:ext cx="7548880" cy="2871346"/>
          </a:xfrm>
          <a:prstGeom prst="roundRect">
            <a:avLst>
              <a:gd name="adj" fmla="val 7535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>
            <a:noAutofit/>
          </a:bodyPr>
          <a:lstStyle/>
          <a:p>
            <a:pPr marL="0" indent="0" defTabSz="457200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alibri" panose="020F0502020204030204" pitchFamily="34" charset="0"/>
              </a:rPr>
              <a:t>Homepage</a:t>
            </a:r>
            <a:r>
              <a:rPr lang="en-US" altLang="zh-CN" sz="2800" dirty="0">
                <a:solidFill>
                  <a:schemeClr val="tx1"/>
                </a:solidFill>
                <a:latin typeface="Calibri" panose="020F0502020204030204" pitchFamily="34" charset="0"/>
              </a:rPr>
              <a:t> (</a:t>
            </a:r>
            <a:r>
              <a:rPr lang="en-US" altLang="zh-CN" sz="2800" dirty="0">
                <a:solidFill>
                  <a:schemeClr val="accent1"/>
                </a:solidFill>
                <a:latin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qihe.pascal-lab.net</a:t>
            </a:r>
            <a:r>
              <a:rPr lang="en-US" altLang="zh-CN" sz="2800" dirty="0">
                <a:solidFill>
                  <a:schemeClr val="tx1"/>
                </a:solidFill>
                <a:latin typeface="Calibri" panose="020F0502020204030204" pitchFamily="34" charset="0"/>
              </a:rPr>
              <a:t>)</a:t>
            </a:r>
          </a:p>
          <a:p>
            <a:pPr marL="0" defTabSz="45720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</a:rPr>
              <a:t>Obtain Qihe’s source code (100K+ LoC)</a:t>
            </a:r>
          </a:p>
          <a:p>
            <a:pPr marL="0" indent="0" defTabSz="457200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alibri" panose="020F0502020204030204" pitchFamily="34" charset="0"/>
              </a:rPr>
              <a:t>Documentation</a:t>
            </a:r>
            <a:r>
              <a:rPr lang="en-US" altLang="zh-CN" sz="2800" dirty="0">
                <a:solidFill>
                  <a:schemeClr val="accent1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Calibri" panose="020F0502020204030204" pitchFamily="34" charset="0"/>
              </a:rPr>
              <a:t>(</a:t>
            </a:r>
            <a:r>
              <a:rPr lang="en-US" altLang="zh-CN" sz="2800" dirty="0">
                <a:solidFill>
                  <a:schemeClr val="accent1"/>
                </a:solidFill>
                <a:latin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qihe-docs.pascal-lab.net</a:t>
            </a:r>
            <a:r>
              <a:rPr lang="en-US" altLang="zh-CN" sz="2800" dirty="0">
                <a:solidFill>
                  <a:schemeClr val="tx1"/>
                </a:solidFill>
                <a:latin typeface="Calibri" panose="020F0502020204030204" pitchFamily="34" charset="0"/>
              </a:rPr>
              <a:t>)</a:t>
            </a:r>
          </a:p>
          <a:p>
            <a:pPr marL="0" defTabSz="457200">
              <a:lnSpc>
                <a:spcPts val="2800"/>
              </a:lnSpc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</a:rPr>
              <a:t>Learn how to use Qihe </a:t>
            </a:r>
          </a:p>
          <a:p>
            <a:pPr marL="0" defTabSz="457200">
              <a:lnSpc>
                <a:spcPts val="2800"/>
              </a:lnSpc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</a:rPr>
              <a:t>Try developing new analyses in Qihe!</a:t>
            </a:r>
          </a:p>
          <a:p>
            <a:pPr marL="0" indent="0" defTabSz="457200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alibri" panose="020F0502020204030204" pitchFamily="34" charset="0"/>
              </a:rPr>
              <a:t>Javadoc</a:t>
            </a:r>
            <a:r>
              <a:rPr lang="en-US" altLang="zh-CN" sz="2800" dirty="0">
                <a:solidFill>
                  <a:schemeClr val="tx1"/>
                </a:solidFill>
                <a:latin typeface="Calibri" panose="020F0502020204030204" pitchFamily="34" charset="0"/>
              </a:rPr>
              <a:t> (</a:t>
            </a:r>
            <a:r>
              <a:rPr lang="en-US" altLang="zh-CN" sz="2800" dirty="0">
                <a:solidFill>
                  <a:srgbClr val="0563C1"/>
                </a:solidFill>
                <a:latin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qihe-docs.pascal-lab.net/</a:t>
            </a:r>
            <a:r>
              <a:rPr lang="en-US" altLang="zh-CN" sz="2800" dirty="0" err="1">
                <a:solidFill>
                  <a:srgbClr val="0563C1"/>
                </a:solidFill>
                <a:latin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javadoc</a:t>
            </a:r>
            <a:r>
              <a:rPr lang="en-US" altLang="zh-CN" sz="2800" dirty="0">
                <a:solidFill>
                  <a:schemeClr val="accent1"/>
                </a:solidFill>
                <a:latin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2800" dirty="0">
                <a:solidFill>
                  <a:schemeClr val="tx1"/>
                </a:solidFill>
                <a:latin typeface="Calibri" panose="020F0502020204030204" pitchFamily="34" charset="0"/>
              </a:rPr>
              <a:t>)</a:t>
            </a:r>
          </a:p>
          <a:p>
            <a:pPr marL="0" defTabSz="45720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</a:rPr>
              <a:t>Detailed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</a:rPr>
              <a:t>API Reference 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B842AF8-85DF-D7E5-06ED-FCE22032B7E4}"/>
              </a:ext>
            </a:extLst>
          </p:cNvPr>
          <p:cNvGrpSpPr/>
          <p:nvPr/>
        </p:nvGrpSpPr>
        <p:grpSpPr>
          <a:xfrm>
            <a:off x="1061270" y="1618178"/>
            <a:ext cx="2987291" cy="2414269"/>
            <a:chOff x="1209627" y="1227877"/>
            <a:chExt cx="2987291" cy="2414269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E5F2C56-8D32-0866-1E24-D67A995F93F0}"/>
                </a:ext>
              </a:extLst>
            </p:cNvPr>
            <p:cNvSpPr txBox="1"/>
            <p:nvPr/>
          </p:nvSpPr>
          <p:spPr>
            <a:xfrm>
              <a:off x="1209627" y="3118926"/>
              <a:ext cx="29872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293871"/>
                  </a:solidFill>
                </a:rPr>
                <a:t>qihe.pascal-lab.net</a:t>
              </a:r>
            </a:p>
          </p:txBody>
        </p:sp>
        <p:pic>
          <p:nvPicPr>
            <p:cNvPr id="34" name="图片 33">
              <a:hlinkClick r:id="rId6"/>
              <a:extLst>
                <a:ext uri="{FF2B5EF4-FFF2-40B4-BE49-F238E27FC236}">
                  <a16:creationId xmlns:a16="http://schemas.microsoft.com/office/drawing/2014/main" id="{C4F2EFBD-B9DE-8BCC-314E-27EA22723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6051" y="1227877"/>
              <a:ext cx="1814441" cy="1814441"/>
            </a:xfrm>
            <a:prstGeom prst="rect">
              <a:avLst/>
            </a:prstGeom>
          </p:spPr>
        </p:pic>
      </p:grpSp>
      <p:sp>
        <p:nvSpPr>
          <p:cNvPr id="36" name="内容占位符 1">
            <a:extLst>
              <a:ext uri="{FF2B5EF4-FFF2-40B4-BE49-F238E27FC236}">
                <a16:creationId xmlns:a16="http://schemas.microsoft.com/office/drawing/2014/main" id="{A8BDEC1A-AA77-F125-BB00-827135ED51C1}"/>
              </a:ext>
            </a:extLst>
          </p:cNvPr>
          <p:cNvSpPr txBox="1">
            <a:spLocks/>
          </p:cNvSpPr>
          <p:nvPr/>
        </p:nvSpPr>
        <p:spPr>
          <a:xfrm>
            <a:off x="1061270" y="4272826"/>
            <a:ext cx="4376540" cy="2370025"/>
          </a:xfrm>
          <a:prstGeom prst="roundRect">
            <a:avLst>
              <a:gd name="adj" fmla="val 10164"/>
            </a:avLst>
          </a:prstGeom>
          <a:solidFill>
            <a:srgbClr val="FFF6DD"/>
          </a:soli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2000" tIns="0" rIns="72000" bIns="0" rtlCol="0" anchor="ctr" anchorCtr="0">
            <a:noAutofit/>
          </a:bodyPr>
          <a:lstStyle>
            <a:lvl1pPr marL="36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2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08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44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00000" indent="-360000" algn="l" defTabSz="914400" rtl="0" eaLnBrk="1" latinLnBrk="0" hangingPunct="1"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cs typeface="+mn-cs"/>
              </a:rPr>
              <a:t>Questions or Discussions?</a:t>
            </a:r>
          </a:p>
          <a:p>
            <a:pPr marL="0" indent="0" algn="ctr" defTabSz="457200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cs typeface="+mn-cs"/>
              </a:rPr>
              <a:t>Feel free to contact us!</a:t>
            </a:r>
          </a:p>
          <a:p>
            <a:pPr marL="0" indent="0" algn="ctr" defTabSz="457200">
              <a:lnSpc>
                <a:spcPts val="2600"/>
              </a:lnSpc>
              <a:spcBef>
                <a:spcPts val="600"/>
              </a:spcBef>
              <a:buNone/>
            </a:pPr>
            <a:r>
              <a:rPr lang="en-US" altLang="zh-CN" dirty="0" err="1">
                <a:solidFill>
                  <a:srgbClr val="002060"/>
                </a:solidFill>
                <a:latin typeface="+mn-lt"/>
                <a:cs typeface="+mn-cs"/>
              </a:rPr>
              <a:t>qinlinchen@smail.nju.edu.cn</a:t>
            </a:r>
            <a:endParaRPr lang="en-US" altLang="zh-CN" dirty="0">
              <a:solidFill>
                <a:srgbClr val="002060"/>
              </a:solidFill>
              <a:latin typeface="+mn-lt"/>
              <a:cs typeface="+mn-cs"/>
            </a:endParaRPr>
          </a:p>
          <a:p>
            <a:pPr marL="0" indent="0" algn="ctr" defTabSz="457200">
              <a:lnSpc>
                <a:spcPts val="2600"/>
              </a:lnSpc>
              <a:buNone/>
            </a:pPr>
            <a:r>
              <a:rPr lang="en-US" altLang="zh-CN" dirty="0" err="1">
                <a:solidFill>
                  <a:srgbClr val="002060"/>
                </a:solidFill>
                <a:latin typeface="+mn-lt"/>
                <a:cs typeface="+mn-cs"/>
              </a:rPr>
              <a:t>jiacaicui@smail.nju.edu.cn</a:t>
            </a:r>
            <a:endParaRPr lang="en-US" altLang="zh-CN" dirty="0">
              <a:solidFill>
                <a:srgbClr val="002060"/>
              </a:solidFill>
              <a:latin typeface="+mn-lt"/>
              <a:cs typeface="+mn-cs"/>
            </a:endParaRPr>
          </a:p>
          <a:p>
            <a:pPr marL="0" indent="0" algn="ctr" defTabSz="457200">
              <a:lnSpc>
                <a:spcPts val="2600"/>
              </a:lnSpc>
              <a:buNone/>
            </a:pPr>
            <a:r>
              <a:rPr lang="en-US" altLang="zh-CN" dirty="0" err="1">
                <a:solidFill>
                  <a:srgbClr val="002060"/>
                </a:solidFill>
                <a:latin typeface="+mn-lt"/>
                <a:cs typeface="+mn-cs"/>
              </a:rPr>
              <a:t>tiantan@nju.edu.cn</a:t>
            </a:r>
            <a:endParaRPr lang="en-US" altLang="zh-CN" dirty="0">
              <a:solidFill>
                <a:srgbClr val="002060"/>
              </a:solidFill>
              <a:latin typeface="+mn-lt"/>
              <a:cs typeface="+mn-cs"/>
            </a:endParaRPr>
          </a:p>
          <a:p>
            <a:pPr marL="0" indent="0" algn="ctr" defTabSz="457200">
              <a:lnSpc>
                <a:spcPts val="2600"/>
              </a:lnSpc>
              <a:buNone/>
            </a:pPr>
            <a:r>
              <a:rPr lang="en-US" altLang="zh-CN" dirty="0">
                <a:solidFill>
                  <a:srgbClr val="002060"/>
                </a:solidFill>
                <a:latin typeface="+mn-lt"/>
                <a:cs typeface="+mn-cs"/>
              </a:rPr>
              <a:t>yueli@nju.edu.cn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A8D00A-E62E-F9A1-692B-CA1511928FAD}"/>
              </a:ext>
            </a:extLst>
          </p:cNvPr>
          <p:cNvSpPr txBox="1"/>
          <p:nvPr/>
        </p:nvSpPr>
        <p:spPr>
          <a:xfrm>
            <a:off x="7483143" y="4857673"/>
            <a:ext cx="22549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/>
              <a:t>Thank You!</a:t>
            </a:r>
          </a:p>
          <a:p>
            <a:pPr algn="ctr"/>
            <a:r>
              <a:rPr lang="en-US" altLang="zh-CN" sz="3600" dirty="0"/>
              <a:t>Q&amp;A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0714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15789</TotalTime>
  <Words>5136</Words>
  <Application>Microsoft Macintosh PowerPoint</Application>
  <PresentationFormat>宽屏</PresentationFormat>
  <Paragraphs>1009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等线</vt:lpstr>
      <vt:lpstr>LinLibertineTI</vt:lpstr>
      <vt:lpstr>Al Nile</vt:lpstr>
      <vt:lpstr>Arial</vt:lpstr>
      <vt:lpstr>Calibri</vt:lpstr>
      <vt:lpstr>Calibri Light</vt:lpstr>
      <vt:lpstr>Consolas</vt:lpstr>
      <vt:lpstr>Inconsolata</vt:lpstr>
      <vt:lpstr>LinLibertineT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陈钦霖</dc:creator>
  <cp:lastModifiedBy>家才 崔</cp:lastModifiedBy>
  <cp:revision>1106</cp:revision>
  <dcterms:created xsi:type="dcterms:W3CDTF">2023-10-08T04:40:19Z</dcterms:created>
  <dcterms:modified xsi:type="dcterms:W3CDTF">2026-06-17T20:42:36Z</dcterms:modified>
</cp:coreProperties>
</file>